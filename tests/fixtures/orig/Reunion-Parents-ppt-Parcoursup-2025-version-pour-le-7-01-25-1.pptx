
<file path=[Content_Types].xml><?xml version="1.0" encoding="utf-8"?>
<Types xmlns="http://schemas.openxmlformats.org/package/2006/content-types">
  <Default Extension="png" ContentType="image/png"/>
  <Default Extension="jpeg" ContentType="image/jpeg"/>
  <Default Extension="webp"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4.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5.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6.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7.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8.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736" r:id="rId2"/>
    <p:sldMasterId id="2147483745" r:id="rId3"/>
    <p:sldMasterId id="2147483752" r:id="rId4"/>
    <p:sldMasterId id="2147483759" r:id="rId5"/>
    <p:sldMasterId id="2147483766" r:id="rId6"/>
    <p:sldMasterId id="2147483779" r:id="rId7"/>
    <p:sldMasterId id="2147483787" r:id="rId8"/>
    <p:sldMasterId id="2147483809" r:id="rId9"/>
  </p:sldMasterIdLst>
  <p:notesMasterIdLst>
    <p:notesMasterId r:id="rId53"/>
  </p:notesMasterIdLst>
  <p:handoutMasterIdLst>
    <p:handoutMasterId r:id="rId54"/>
  </p:handoutMasterIdLst>
  <p:sldIdLst>
    <p:sldId id="400" r:id="rId10"/>
    <p:sldId id="326" r:id="rId11"/>
    <p:sldId id="423" r:id="rId12"/>
    <p:sldId id="394" r:id="rId13"/>
    <p:sldId id="398" r:id="rId14"/>
    <p:sldId id="428" r:id="rId15"/>
    <p:sldId id="401" r:id="rId16"/>
    <p:sldId id="417" r:id="rId17"/>
    <p:sldId id="402" r:id="rId18"/>
    <p:sldId id="421" r:id="rId19"/>
    <p:sldId id="372" r:id="rId20"/>
    <p:sldId id="403" r:id="rId21"/>
    <p:sldId id="429" r:id="rId22"/>
    <p:sldId id="430" r:id="rId23"/>
    <p:sldId id="404" r:id="rId24"/>
    <p:sldId id="426" r:id="rId25"/>
    <p:sldId id="405" r:id="rId26"/>
    <p:sldId id="396" r:id="rId27"/>
    <p:sldId id="406" r:id="rId28"/>
    <p:sldId id="431" r:id="rId29"/>
    <p:sldId id="409" r:id="rId30"/>
    <p:sldId id="408" r:id="rId31"/>
    <p:sldId id="432" r:id="rId32"/>
    <p:sldId id="433" r:id="rId33"/>
    <p:sldId id="410" r:id="rId34"/>
    <p:sldId id="412" r:id="rId35"/>
    <p:sldId id="380" r:id="rId36"/>
    <p:sldId id="381" r:id="rId37"/>
    <p:sldId id="424" r:id="rId38"/>
    <p:sldId id="382" r:id="rId39"/>
    <p:sldId id="384" r:id="rId40"/>
    <p:sldId id="413" r:id="rId41"/>
    <p:sldId id="427" r:id="rId42"/>
    <p:sldId id="425" r:id="rId43"/>
    <p:sldId id="388" r:id="rId44"/>
    <p:sldId id="390" r:id="rId45"/>
    <p:sldId id="393" r:id="rId46"/>
    <p:sldId id="434" r:id="rId47"/>
    <p:sldId id="415" r:id="rId48"/>
    <p:sldId id="420" r:id="rId49"/>
    <p:sldId id="418" r:id="rId50"/>
    <p:sldId id="419" r:id="rId51"/>
    <p:sldId id="422" r:id="rId52"/>
  </p:sldIdLst>
  <p:sldSz cx="9144000" cy="5143500" type="screen16x9"/>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58A0"/>
    <a:srgbClr val="51BAAA"/>
    <a:srgbClr val="FF8D69"/>
    <a:srgbClr val="FF9F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58" autoAdjust="0"/>
    <p:restoredTop sz="94660"/>
  </p:normalViewPr>
  <p:slideViewPr>
    <p:cSldViewPr snapToGrid="0">
      <p:cViewPr varScale="1">
        <p:scale>
          <a:sx n="90" d="100"/>
          <a:sy n="90" d="100"/>
        </p:scale>
        <p:origin x="636" y="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0" Type="http://schemas.openxmlformats.org/officeDocument/2006/relationships/slide" Target="slides/slide41.xml"/><Relationship Id="rId55" Type="http://schemas.openxmlformats.org/officeDocument/2006/relationships/presProps" Target="pres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Master" Target="slideMasters/slideMaster5.xml"/><Relationship Id="rId19" Type="http://schemas.openxmlformats.org/officeDocument/2006/relationships/slide" Target="slides/slide10.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viewProps" Target="viewProps.xml"/><Relationship Id="rId8" Type="http://schemas.openxmlformats.org/officeDocument/2006/relationships/slideMaster" Target="slideMasters/slideMaster8.xml"/><Relationship Id="rId51" Type="http://schemas.openxmlformats.org/officeDocument/2006/relationships/slide" Target="slides/slide42.xml"/><Relationship Id="rId3" Type="http://schemas.openxmlformats.org/officeDocument/2006/relationships/slideMaster" Target="slideMasters/slideMaster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theme" Target="theme/theme1.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Espace réservé de l'en-tête 1"/>
          <p:cNvSpPr txBox="1">
            <a:spLocks noGrp="1"/>
          </p:cNvSpPr>
          <p:nvPr>
            <p:ph type="hdr" sz="quarter"/>
          </p:nvPr>
        </p:nvSpPr>
        <p:spPr>
          <a:xfrm>
            <a:off x="0" y="0"/>
            <a:ext cx="2976173" cy="456900"/>
          </a:xfrm>
          <a:prstGeom prst="rect">
            <a:avLst/>
          </a:prstGeom>
          <a:noFill/>
          <a:ln>
            <a:noFill/>
          </a:ln>
        </p:spPr>
        <p:txBody>
          <a:bodyPr vert="horz" wrap="none" lIns="78903" tIns="39452" rIns="78903" bIns="39452" anchorCtr="0" compatLnSpc="0">
            <a:noAutofit/>
          </a:bodyPr>
          <a:lstStyle/>
          <a:p>
            <a:pPr hangingPunct="0">
              <a:defRPr sz="1400"/>
            </a:pPr>
            <a:endParaRPr lang="fr-FR" sz="1200">
              <a:latin typeface="Arial" pitchFamily="18"/>
              <a:ea typeface="Microsoft YaHei" pitchFamily="2"/>
              <a:cs typeface="Mangal" pitchFamily="2"/>
            </a:endParaRPr>
          </a:p>
        </p:txBody>
      </p:sp>
      <p:sp>
        <p:nvSpPr>
          <p:cNvPr id="3" name="Espace réservé de la date 2"/>
          <p:cNvSpPr txBox="1">
            <a:spLocks noGrp="1"/>
          </p:cNvSpPr>
          <p:nvPr>
            <p:ph type="dt" sz="quarter" idx="1"/>
          </p:nvPr>
        </p:nvSpPr>
        <p:spPr>
          <a:xfrm>
            <a:off x="3881795" y="0"/>
            <a:ext cx="2976173" cy="456900"/>
          </a:xfrm>
          <a:prstGeom prst="rect">
            <a:avLst/>
          </a:prstGeom>
          <a:noFill/>
          <a:ln>
            <a:noFill/>
          </a:ln>
        </p:spPr>
        <p:txBody>
          <a:bodyPr vert="horz" wrap="none" lIns="78903" tIns="39452" rIns="78903" bIns="39452" anchorCtr="0" compatLnSpc="0">
            <a:noAutofit/>
          </a:bodyPr>
          <a:lstStyle/>
          <a:p>
            <a:pPr algn="r" hangingPunct="0">
              <a:defRPr sz="1400"/>
            </a:pPr>
            <a:endParaRPr lang="fr-FR" sz="1200">
              <a:latin typeface="Arial" pitchFamily="18"/>
              <a:ea typeface="Microsoft YaHei" pitchFamily="2"/>
              <a:cs typeface="Mangal" pitchFamily="2"/>
            </a:endParaRPr>
          </a:p>
        </p:txBody>
      </p:sp>
      <p:sp>
        <p:nvSpPr>
          <p:cNvPr id="4" name="Espace réservé du pied de page 3"/>
          <p:cNvSpPr txBox="1">
            <a:spLocks noGrp="1"/>
          </p:cNvSpPr>
          <p:nvPr>
            <p:ph type="ftr" sz="quarter" idx="2"/>
          </p:nvPr>
        </p:nvSpPr>
        <p:spPr>
          <a:xfrm>
            <a:off x="0" y="8686952"/>
            <a:ext cx="2976173" cy="456900"/>
          </a:xfrm>
          <a:prstGeom prst="rect">
            <a:avLst/>
          </a:prstGeom>
          <a:noFill/>
          <a:ln>
            <a:noFill/>
          </a:ln>
        </p:spPr>
        <p:txBody>
          <a:bodyPr vert="horz" wrap="none" lIns="78903" tIns="39452" rIns="78903" bIns="39452" anchor="b" anchorCtr="0" compatLnSpc="0">
            <a:noAutofit/>
          </a:bodyPr>
          <a:lstStyle/>
          <a:p>
            <a:pPr hangingPunct="0">
              <a:defRPr sz="1400"/>
            </a:pPr>
            <a:endParaRPr lang="fr-FR" sz="1200">
              <a:latin typeface="Arial" pitchFamily="18"/>
              <a:ea typeface="Microsoft YaHei" pitchFamily="2"/>
              <a:cs typeface="Mangal" pitchFamily="2"/>
            </a:endParaRPr>
          </a:p>
        </p:txBody>
      </p:sp>
      <p:sp>
        <p:nvSpPr>
          <p:cNvPr id="5" name="Espace réservé du numéro de diapositive 4"/>
          <p:cNvSpPr txBox="1">
            <a:spLocks noGrp="1"/>
          </p:cNvSpPr>
          <p:nvPr>
            <p:ph type="sldNum" sz="quarter" idx="3"/>
          </p:nvPr>
        </p:nvSpPr>
        <p:spPr>
          <a:xfrm>
            <a:off x="3881795" y="8686952"/>
            <a:ext cx="2976173" cy="456900"/>
          </a:xfrm>
          <a:prstGeom prst="rect">
            <a:avLst/>
          </a:prstGeom>
          <a:noFill/>
          <a:ln>
            <a:noFill/>
          </a:ln>
        </p:spPr>
        <p:txBody>
          <a:bodyPr vert="horz" wrap="none" lIns="78903" tIns="39452" rIns="78903" bIns="39452" anchor="b" anchorCtr="0" compatLnSpc="0">
            <a:noAutofit/>
          </a:bodyPr>
          <a:lstStyle/>
          <a:p>
            <a:pPr algn="r" hangingPunct="0">
              <a:defRPr sz="1400"/>
            </a:pPr>
            <a:fld id="{75B953BB-5C59-4631-B601-3273173D3E97}" type="slidenum">
              <a:rPr/>
              <a:pPr algn="r" hangingPunct="0">
                <a:defRPr sz="1400"/>
              </a:pPr>
              <a:t>‹N°›</a:t>
            </a:fld>
            <a:endParaRPr lang="fr-FR" sz="1200">
              <a:latin typeface="Arial" pitchFamily="18"/>
              <a:ea typeface="Microsoft YaHei" pitchFamily="2"/>
              <a:cs typeface="Mangal" pitchFamily="2"/>
            </a:endParaRPr>
          </a:p>
        </p:txBody>
      </p:sp>
    </p:spTree>
    <p:extLst>
      <p:ext uri="{BB962C8B-B14F-4D97-AF65-F5344CB8AC3E}">
        <p14:creationId xmlns:p14="http://schemas.microsoft.com/office/powerpoint/2010/main" val="11613783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idx="2"/>
          </p:nvPr>
        </p:nvSpPr>
        <p:spPr>
          <a:xfrm>
            <a:off x="1107000" y="812520"/>
            <a:ext cx="5345280" cy="4008959"/>
          </a:xfrm>
          <a:prstGeom prst="rect">
            <a:avLst/>
          </a:prstGeom>
          <a:noFill/>
          <a:ln>
            <a:noFill/>
            <a:prstDash val="solid"/>
          </a:ln>
        </p:spPr>
      </p:sp>
      <p:sp>
        <p:nvSpPr>
          <p:cNvPr id="3" name="Espace réservé des notes 2"/>
          <p:cNvSpPr txBox="1">
            <a:spLocks noGrp="1"/>
          </p:cNvSpPr>
          <p:nvPr>
            <p:ph type="body" sz="quarter" idx="3"/>
          </p:nvPr>
        </p:nvSpPr>
        <p:spPr>
          <a:xfrm>
            <a:off x="756000" y="5078520"/>
            <a:ext cx="6047640" cy="4811040"/>
          </a:xfrm>
          <a:prstGeom prst="rect">
            <a:avLst/>
          </a:prstGeom>
          <a:noFill/>
          <a:ln>
            <a:noFill/>
          </a:ln>
        </p:spPr>
        <p:txBody>
          <a:bodyPr lIns="0" tIns="0" rIns="0" bIns="0"/>
          <a:lstStyle/>
          <a:p>
            <a:endParaRPr lang="fr-FR"/>
          </a:p>
        </p:txBody>
      </p:sp>
      <p:sp>
        <p:nvSpPr>
          <p:cNvPr id="4" name="Espace réservé de l'en-tête 3"/>
          <p:cNvSpPr txBox="1">
            <a:spLocks noGrp="1"/>
          </p:cNvSpPr>
          <p:nvPr>
            <p:ph type="hdr" sz="quarter"/>
          </p:nvPr>
        </p:nvSpPr>
        <p:spPr>
          <a:xfrm>
            <a:off x="0" y="0"/>
            <a:ext cx="3280680" cy="534240"/>
          </a:xfrm>
          <a:prstGeom prst="rect">
            <a:avLst/>
          </a:prstGeom>
          <a:noFill/>
          <a:ln>
            <a:noFill/>
          </a:ln>
        </p:spPr>
        <p:txBody>
          <a:bodyPr lIns="0" tIns="0" rIns="0" bIns="0" anchorCtr="0">
            <a:noAutofit/>
          </a:bodyPr>
          <a:lstStyle>
            <a:lvl1pPr lvl="0" rtl="0" hangingPunct="0">
              <a:buNone/>
              <a:tabLst/>
              <a:defRPr lang="fr-FR" sz="1400" kern="1200">
                <a:latin typeface="Times New Roman" pitchFamily="18"/>
                <a:ea typeface="Lucida Sans Unicode" pitchFamily="2"/>
                <a:cs typeface="Tahoma" pitchFamily="2"/>
              </a:defRPr>
            </a:lvl1pPr>
          </a:lstStyle>
          <a:p>
            <a:pPr lvl="0"/>
            <a:endParaRPr lang="fr-FR"/>
          </a:p>
        </p:txBody>
      </p:sp>
      <p:sp>
        <p:nvSpPr>
          <p:cNvPr id="5" name="Espace réservé de la date 4"/>
          <p:cNvSpPr txBox="1">
            <a:spLocks noGrp="1"/>
          </p:cNvSpPr>
          <p:nvPr>
            <p:ph type="dt" idx="1"/>
          </p:nvPr>
        </p:nvSpPr>
        <p:spPr>
          <a:xfrm>
            <a:off x="4278960" y="0"/>
            <a:ext cx="3280680" cy="534240"/>
          </a:xfrm>
          <a:prstGeom prst="rect">
            <a:avLst/>
          </a:prstGeom>
          <a:noFill/>
          <a:ln>
            <a:noFill/>
          </a:ln>
        </p:spPr>
        <p:txBody>
          <a:bodyPr lIns="0" tIns="0" rIns="0" bIns="0" anchorCtr="0">
            <a:noAutofit/>
          </a:bodyPr>
          <a:lstStyle>
            <a:lvl1pPr lvl="0" algn="r" rtl="0" hangingPunct="0">
              <a:buNone/>
              <a:tabLst/>
              <a:defRPr lang="fr-FR" sz="1400" kern="1200">
                <a:latin typeface="Times New Roman" pitchFamily="18"/>
                <a:ea typeface="Lucida Sans Unicode" pitchFamily="2"/>
                <a:cs typeface="Tahoma" pitchFamily="2"/>
              </a:defRPr>
            </a:lvl1pPr>
          </a:lstStyle>
          <a:p>
            <a:pPr lvl="0"/>
            <a:endParaRPr lang="fr-FR"/>
          </a:p>
        </p:txBody>
      </p:sp>
      <p:sp>
        <p:nvSpPr>
          <p:cNvPr id="6" name="Espace réservé du pied de page 5"/>
          <p:cNvSpPr txBox="1">
            <a:spLocks noGrp="1"/>
          </p:cNvSpPr>
          <p:nvPr>
            <p:ph type="ftr" sz="quarter" idx="4"/>
          </p:nvPr>
        </p:nvSpPr>
        <p:spPr>
          <a:xfrm>
            <a:off x="0" y="10157400"/>
            <a:ext cx="3280680" cy="534240"/>
          </a:xfrm>
          <a:prstGeom prst="rect">
            <a:avLst/>
          </a:prstGeom>
          <a:noFill/>
          <a:ln>
            <a:noFill/>
          </a:ln>
        </p:spPr>
        <p:txBody>
          <a:bodyPr lIns="0" tIns="0" rIns="0" bIns="0" anchor="b" anchorCtr="0">
            <a:noAutofit/>
          </a:bodyPr>
          <a:lstStyle>
            <a:lvl1pPr lvl="0" rtl="0" hangingPunct="0">
              <a:buNone/>
              <a:tabLst/>
              <a:defRPr lang="fr-FR" sz="1400" kern="1200">
                <a:latin typeface="Times New Roman" pitchFamily="18"/>
                <a:ea typeface="Lucida Sans Unicode" pitchFamily="2"/>
                <a:cs typeface="Tahoma" pitchFamily="2"/>
              </a:defRPr>
            </a:lvl1pPr>
          </a:lstStyle>
          <a:p>
            <a:pPr lvl="0"/>
            <a:endParaRPr lang="fr-FR"/>
          </a:p>
        </p:txBody>
      </p:sp>
      <p:sp>
        <p:nvSpPr>
          <p:cNvPr id="7" name="Espace réservé du numéro de diapositive 6"/>
          <p:cNvSpPr txBox="1">
            <a:spLocks noGrp="1"/>
          </p:cNvSpPr>
          <p:nvPr>
            <p:ph type="sldNum" sz="quarter" idx="5"/>
          </p:nvPr>
        </p:nvSpPr>
        <p:spPr>
          <a:xfrm>
            <a:off x="4278960" y="10157400"/>
            <a:ext cx="3280680" cy="534240"/>
          </a:xfrm>
          <a:prstGeom prst="rect">
            <a:avLst/>
          </a:prstGeom>
          <a:noFill/>
          <a:ln>
            <a:noFill/>
          </a:ln>
        </p:spPr>
        <p:txBody>
          <a:bodyPr lIns="0" tIns="0" rIns="0" bIns="0" anchor="b" anchorCtr="0">
            <a:noAutofit/>
          </a:bodyPr>
          <a:lstStyle>
            <a:lvl1pPr lvl="0" algn="r" rtl="0" hangingPunct="0">
              <a:buNone/>
              <a:tabLst/>
              <a:defRPr lang="fr-FR" sz="1400" kern="1200">
                <a:latin typeface="Times New Roman" pitchFamily="18"/>
                <a:ea typeface="Lucida Sans Unicode" pitchFamily="2"/>
                <a:cs typeface="Tahoma" pitchFamily="2"/>
              </a:defRPr>
            </a:lvl1pPr>
          </a:lstStyle>
          <a:p>
            <a:pPr lvl="0"/>
            <a:fld id="{9A9E2558-3935-4BF4-AC8F-5C38D0091B65}" type="slidenum">
              <a:rPr/>
              <a:pPr lvl="0"/>
              <a:t>‹N°›</a:t>
            </a:fld>
            <a:endParaRPr lang="fr-FR"/>
          </a:p>
        </p:txBody>
      </p:sp>
    </p:spTree>
    <p:extLst>
      <p:ext uri="{BB962C8B-B14F-4D97-AF65-F5344CB8AC3E}">
        <p14:creationId xmlns:p14="http://schemas.microsoft.com/office/powerpoint/2010/main" val="1504396716"/>
      </p:ext>
    </p:extLst>
  </p:cSld>
  <p:clrMap bg1="lt1" tx1="dk1" bg2="lt2" tx2="dk2" accent1="accent1" accent2="accent2" accent3="accent3" accent4="accent4" accent5="accent5" accent6="accent6" hlink="hlink" folHlink="folHlink"/>
  <p:notesStyle>
    <a:lvl1pPr marL="216000" marR="0" indent="-216000" rtl="0" hangingPunct="0">
      <a:tabLst/>
      <a:defRPr lang="fr-FR" sz="2000" b="0" i="0" u="none" strike="noStrike" kern="1200">
        <a:ln>
          <a:noFill/>
        </a:ln>
        <a:latin typeface="Arial" pitchFamily="18"/>
        <a:ea typeface="Microsoft YaHei" pitchFamily="2"/>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217488" y="812800"/>
            <a:ext cx="7123112" cy="4008438"/>
          </a:xfrm>
        </p:spPr>
      </p:sp>
      <p:sp>
        <p:nvSpPr>
          <p:cNvPr id="3" name="Espace réservé des notes 2"/>
          <p:cNvSpPr>
            <a:spLocks noGrp="1"/>
          </p:cNvSpPr>
          <p:nvPr>
            <p:ph type="body" idx="1"/>
          </p:nvPr>
        </p:nvSpPr>
        <p:spPr/>
        <p:txBody>
          <a:bodyPr/>
          <a:lstStyle/>
          <a:p>
            <a:r>
              <a:rPr lang="fr-FR" dirty="0"/>
              <a:t>A IMPRIMER : notes pour moi-même</a:t>
            </a:r>
          </a:p>
        </p:txBody>
      </p:sp>
      <p:sp>
        <p:nvSpPr>
          <p:cNvPr id="4" name="Espace réservé du numéro de diapositive 3"/>
          <p:cNvSpPr>
            <a:spLocks noGrp="1"/>
          </p:cNvSpPr>
          <p:nvPr>
            <p:ph type="sldNum" sz="quarter" idx="5"/>
          </p:nvPr>
        </p:nvSpPr>
        <p:spPr/>
        <p:txBody>
          <a:bodyPr/>
          <a:lstStyle/>
          <a:p>
            <a:pPr lvl="0"/>
            <a:fld id="{9A9E2558-3935-4BF4-AC8F-5C38D0091B65}" type="slidenum">
              <a:rPr lang="fr-FR" smtClean="0"/>
              <a:pPr lvl="0"/>
              <a:t>13</a:t>
            </a:fld>
            <a:endParaRPr lang="fr-FR"/>
          </a:p>
        </p:txBody>
      </p:sp>
    </p:spTree>
    <p:extLst>
      <p:ext uri="{BB962C8B-B14F-4D97-AF65-F5344CB8AC3E}">
        <p14:creationId xmlns:p14="http://schemas.microsoft.com/office/powerpoint/2010/main" val="14956148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217488" y="812800"/>
            <a:ext cx="7123112" cy="4008438"/>
          </a:xfrm>
        </p:spPr>
      </p:sp>
      <p:sp>
        <p:nvSpPr>
          <p:cNvPr id="3" name="Espace réservé des notes 2"/>
          <p:cNvSpPr>
            <a:spLocks noGrp="1"/>
          </p:cNvSpPr>
          <p:nvPr>
            <p:ph type="body" idx="1"/>
          </p:nvPr>
        </p:nvSpPr>
        <p:spPr/>
        <p:txBody>
          <a:bodyPr/>
          <a:lstStyle/>
          <a:p>
            <a:r>
              <a:rPr lang="fr-FR" dirty="0"/>
              <a:t>À ajouter ?</a:t>
            </a:r>
          </a:p>
        </p:txBody>
      </p:sp>
      <p:sp>
        <p:nvSpPr>
          <p:cNvPr id="4" name="Espace réservé du numéro de diapositive 3"/>
          <p:cNvSpPr>
            <a:spLocks noGrp="1"/>
          </p:cNvSpPr>
          <p:nvPr>
            <p:ph type="sldNum" sz="quarter" idx="5"/>
          </p:nvPr>
        </p:nvSpPr>
        <p:spPr/>
        <p:txBody>
          <a:bodyPr/>
          <a:lstStyle/>
          <a:p>
            <a:pPr lvl="0"/>
            <a:fld id="{9A9E2558-3935-4BF4-AC8F-5C38D0091B65}" type="slidenum">
              <a:rPr lang="fr-FR" smtClean="0"/>
              <a:pPr lvl="0"/>
              <a:t>14</a:t>
            </a:fld>
            <a:endParaRPr lang="fr-FR"/>
          </a:p>
        </p:txBody>
      </p:sp>
    </p:spTree>
    <p:extLst>
      <p:ext uri="{BB962C8B-B14F-4D97-AF65-F5344CB8AC3E}">
        <p14:creationId xmlns:p14="http://schemas.microsoft.com/office/powerpoint/2010/main" val="2279471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217488" y="812800"/>
            <a:ext cx="7123112" cy="4008438"/>
          </a:xfrm>
        </p:spPr>
      </p:sp>
      <p:sp>
        <p:nvSpPr>
          <p:cNvPr id="3" name="Espace réservé des notes 2"/>
          <p:cNvSpPr>
            <a:spLocks noGrp="1"/>
          </p:cNvSpPr>
          <p:nvPr>
            <p:ph type="body" idx="1"/>
          </p:nvPr>
        </p:nvSpPr>
        <p:spPr/>
        <p:txBody>
          <a:bodyPr/>
          <a:lstStyle/>
          <a:p>
            <a:r>
              <a:rPr lang="fr-FR" dirty="0"/>
              <a:t>Redondante avec 19</a:t>
            </a:r>
          </a:p>
        </p:txBody>
      </p:sp>
      <p:sp>
        <p:nvSpPr>
          <p:cNvPr id="4" name="Espace réservé du numéro de diapositive 3"/>
          <p:cNvSpPr>
            <a:spLocks noGrp="1"/>
          </p:cNvSpPr>
          <p:nvPr>
            <p:ph type="sldNum" sz="quarter" idx="5"/>
          </p:nvPr>
        </p:nvSpPr>
        <p:spPr/>
        <p:txBody>
          <a:bodyPr/>
          <a:lstStyle/>
          <a:p>
            <a:pPr lvl="0"/>
            <a:fld id="{9A9E2558-3935-4BF4-AC8F-5C38D0091B65}" type="slidenum">
              <a:rPr lang="fr-FR" smtClean="0"/>
              <a:pPr lvl="0"/>
              <a:t>20</a:t>
            </a:fld>
            <a:endParaRPr lang="fr-FR"/>
          </a:p>
        </p:txBody>
      </p:sp>
    </p:spTree>
    <p:extLst>
      <p:ext uri="{BB962C8B-B14F-4D97-AF65-F5344CB8AC3E}">
        <p14:creationId xmlns:p14="http://schemas.microsoft.com/office/powerpoint/2010/main" val="22836256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217488" y="812800"/>
            <a:ext cx="7123112" cy="4008438"/>
          </a:xfrm>
        </p:spPr>
      </p:sp>
      <p:sp>
        <p:nvSpPr>
          <p:cNvPr id="3" name="Espace réservé des notes 2"/>
          <p:cNvSpPr>
            <a:spLocks noGrp="1"/>
          </p:cNvSpPr>
          <p:nvPr>
            <p:ph type="body" idx="1"/>
          </p:nvPr>
        </p:nvSpPr>
        <p:spPr/>
        <p:txBody>
          <a:bodyPr/>
          <a:lstStyle/>
          <a:p>
            <a:r>
              <a:rPr lang="fr-FR" dirty="0"/>
              <a:t>Inverser 24 et 25 et masquer la 24??</a:t>
            </a:r>
          </a:p>
        </p:txBody>
      </p:sp>
      <p:sp>
        <p:nvSpPr>
          <p:cNvPr id="4" name="Espace réservé du numéro de diapositive 3"/>
          <p:cNvSpPr>
            <a:spLocks noGrp="1"/>
          </p:cNvSpPr>
          <p:nvPr>
            <p:ph type="sldNum" sz="quarter" idx="5"/>
          </p:nvPr>
        </p:nvSpPr>
        <p:spPr/>
        <p:txBody>
          <a:bodyPr/>
          <a:lstStyle/>
          <a:p>
            <a:pPr lvl="0"/>
            <a:fld id="{9A9E2558-3935-4BF4-AC8F-5C38D0091B65}" type="slidenum">
              <a:rPr lang="fr-FR" smtClean="0"/>
              <a:pPr lvl="0"/>
              <a:t>24</a:t>
            </a:fld>
            <a:endParaRPr lang="fr-FR"/>
          </a:p>
        </p:txBody>
      </p:sp>
    </p:spTree>
    <p:extLst>
      <p:ext uri="{BB962C8B-B14F-4D97-AF65-F5344CB8AC3E}">
        <p14:creationId xmlns:p14="http://schemas.microsoft.com/office/powerpoint/2010/main" val="2640648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217488" y="812800"/>
            <a:ext cx="7123112" cy="4008438"/>
          </a:xfrm>
        </p:spPr>
      </p:sp>
      <p:sp>
        <p:nvSpPr>
          <p:cNvPr id="3" name="Espace réservé des notes 2"/>
          <p:cNvSpPr>
            <a:spLocks noGrp="1"/>
          </p:cNvSpPr>
          <p:nvPr>
            <p:ph type="body" idx="1"/>
          </p:nvPr>
        </p:nvSpPr>
        <p:spPr/>
        <p:txBody>
          <a:bodyPr/>
          <a:lstStyle/>
          <a:p>
            <a:r>
              <a:rPr lang="fr-FR" dirty="0"/>
              <a:t>À voir avec M. </a:t>
            </a:r>
            <a:r>
              <a:rPr lang="fr-FR" dirty="0" err="1"/>
              <a:t>Antracolli</a:t>
            </a:r>
            <a:endParaRPr lang="fr-FR" dirty="0"/>
          </a:p>
        </p:txBody>
      </p:sp>
      <p:sp>
        <p:nvSpPr>
          <p:cNvPr id="4" name="Espace réservé du numéro de diapositive 3"/>
          <p:cNvSpPr>
            <a:spLocks noGrp="1"/>
          </p:cNvSpPr>
          <p:nvPr>
            <p:ph type="sldNum" sz="quarter" idx="5"/>
          </p:nvPr>
        </p:nvSpPr>
        <p:spPr/>
        <p:txBody>
          <a:bodyPr/>
          <a:lstStyle/>
          <a:p>
            <a:pPr lvl="0"/>
            <a:fld id="{9A9E2558-3935-4BF4-AC8F-5C38D0091B65}" type="slidenum">
              <a:rPr lang="fr-FR" smtClean="0"/>
              <a:pPr lvl="0"/>
              <a:t>30</a:t>
            </a:fld>
            <a:endParaRPr lang="fr-FR"/>
          </a:p>
        </p:txBody>
      </p:sp>
    </p:spTree>
    <p:extLst>
      <p:ext uri="{BB962C8B-B14F-4D97-AF65-F5344CB8AC3E}">
        <p14:creationId xmlns:p14="http://schemas.microsoft.com/office/powerpoint/2010/main" val="24160638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217488" y="812800"/>
            <a:ext cx="7123112" cy="4008438"/>
          </a:xfrm>
        </p:spPr>
      </p:sp>
      <p:sp>
        <p:nvSpPr>
          <p:cNvPr id="3" name="Espace réservé des notes 2"/>
          <p:cNvSpPr>
            <a:spLocks noGrp="1"/>
          </p:cNvSpPr>
          <p:nvPr>
            <p:ph type="body" idx="1"/>
          </p:nvPr>
        </p:nvSpPr>
        <p:spPr/>
        <p:txBody>
          <a:bodyPr/>
          <a:lstStyle/>
          <a:p>
            <a:r>
              <a:rPr lang="fr-FR" dirty="0"/>
              <a:t>Vérifier si guide envoyé aux familles?</a:t>
            </a:r>
          </a:p>
        </p:txBody>
      </p:sp>
      <p:sp>
        <p:nvSpPr>
          <p:cNvPr id="4" name="Espace réservé du numéro de diapositive 3"/>
          <p:cNvSpPr>
            <a:spLocks noGrp="1"/>
          </p:cNvSpPr>
          <p:nvPr>
            <p:ph type="sldNum" sz="quarter" idx="5"/>
          </p:nvPr>
        </p:nvSpPr>
        <p:spPr/>
        <p:txBody>
          <a:bodyPr/>
          <a:lstStyle/>
          <a:p>
            <a:pPr lvl="0"/>
            <a:fld id="{9A9E2558-3935-4BF4-AC8F-5C38D0091B65}" type="slidenum">
              <a:rPr lang="fr-FR" smtClean="0"/>
              <a:pPr lvl="0"/>
              <a:t>40</a:t>
            </a:fld>
            <a:endParaRPr lang="fr-FR"/>
          </a:p>
        </p:txBody>
      </p:sp>
    </p:spTree>
    <p:extLst>
      <p:ext uri="{BB962C8B-B14F-4D97-AF65-F5344CB8AC3E}">
        <p14:creationId xmlns:p14="http://schemas.microsoft.com/office/powerpoint/2010/main" val="17962696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217488" y="812800"/>
            <a:ext cx="7123112" cy="4008438"/>
          </a:xfrm>
        </p:spPr>
      </p:sp>
      <p:sp>
        <p:nvSpPr>
          <p:cNvPr id="3" name="Espace réservé des notes 2"/>
          <p:cNvSpPr>
            <a:spLocks noGrp="1"/>
          </p:cNvSpPr>
          <p:nvPr>
            <p:ph type="body" idx="1"/>
          </p:nvPr>
        </p:nvSpPr>
        <p:spPr/>
        <p:txBody>
          <a:bodyPr/>
          <a:lstStyle/>
          <a:p>
            <a:r>
              <a:rPr lang="fr-FR" dirty="0"/>
              <a:t>Trop de ressources </a:t>
            </a:r>
            <a:r>
              <a:rPr lang="fr-FR" dirty="0" err="1"/>
              <a:t>parcoursup</a:t>
            </a:r>
            <a:r>
              <a:rPr lang="fr-FR" dirty="0"/>
              <a:t> selon Mme Siegel</a:t>
            </a:r>
          </a:p>
        </p:txBody>
      </p:sp>
      <p:sp>
        <p:nvSpPr>
          <p:cNvPr id="4" name="Espace réservé du numéro de diapositive 3"/>
          <p:cNvSpPr>
            <a:spLocks noGrp="1"/>
          </p:cNvSpPr>
          <p:nvPr>
            <p:ph type="sldNum" sz="quarter" idx="5"/>
          </p:nvPr>
        </p:nvSpPr>
        <p:spPr/>
        <p:txBody>
          <a:bodyPr/>
          <a:lstStyle/>
          <a:p>
            <a:pPr lvl="0"/>
            <a:fld id="{9A9E2558-3935-4BF4-AC8F-5C38D0091B65}" type="slidenum">
              <a:rPr lang="fr-FR" smtClean="0"/>
              <a:pPr lvl="0"/>
              <a:t>41</a:t>
            </a:fld>
            <a:endParaRPr lang="fr-FR"/>
          </a:p>
        </p:txBody>
      </p:sp>
    </p:spTree>
    <p:extLst>
      <p:ext uri="{BB962C8B-B14F-4D97-AF65-F5344CB8AC3E}">
        <p14:creationId xmlns:p14="http://schemas.microsoft.com/office/powerpoint/2010/main" val="35669986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217488" y="812800"/>
            <a:ext cx="7123112" cy="4008438"/>
          </a:xfrm>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pPr lvl="0"/>
            <a:fld id="{9A9E2558-3935-4BF4-AC8F-5C38D0091B65}" type="slidenum">
              <a:rPr lang="fr-FR" smtClean="0"/>
              <a:pPr lvl="0"/>
              <a:t>42</a:t>
            </a:fld>
            <a:endParaRPr lang="fr-FR"/>
          </a:p>
        </p:txBody>
      </p:sp>
    </p:spTree>
    <p:extLst>
      <p:ext uri="{BB962C8B-B14F-4D97-AF65-F5344CB8AC3E}">
        <p14:creationId xmlns:p14="http://schemas.microsoft.com/office/powerpoint/2010/main" val="4764275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6.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7.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7.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8.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9.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143000" y="841375"/>
            <a:ext cx="6858000" cy="17907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p>
        </p:txBody>
      </p:sp>
      <p:sp>
        <p:nvSpPr>
          <p:cNvPr id="4" name="Espace réservé de la date 3"/>
          <p:cNvSpPr>
            <a:spLocks noGrp="1"/>
          </p:cNvSpPr>
          <p:nvPr>
            <p:ph type="dt" sz="half" idx="10"/>
          </p:nvPr>
        </p:nvSpPr>
        <p:spPr/>
        <p:txBody>
          <a:bodyPr/>
          <a:lstStyle/>
          <a:p>
            <a:pPr lvl="0"/>
            <a:fld id="{A052787F-0CA1-4596-B922-B0E168E39343}" type="datetime1">
              <a:rPr lang="fr-FR" smtClean="0"/>
              <a:pPr lvl="0"/>
              <a:t>07/01/2025</a:t>
            </a:fld>
            <a:endParaRPr lang="fr-FR"/>
          </a:p>
        </p:txBody>
      </p:sp>
      <p:sp>
        <p:nvSpPr>
          <p:cNvPr id="5" name="Espace réservé du pied de page 4"/>
          <p:cNvSpPr>
            <a:spLocks noGrp="1"/>
          </p:cNvSpPr>
          <p:nvPr>
            <p:ph type="ftr" sz="quarter" idx="11"/>
          </p:nvPr>
        </p:nvSpPr>
        <p:spPr/>
        <p:txBody>
          <a:bodyPr/>
          <a:lstStyle/>
          <a:p>
            <a:pPr lvl="0"/>
            <a:endParaRPr lang="fr-FR"/>
          </a:p>
        </p:txBody>
      </p:sp>
      <p:sp>
        <p:nvSpPr>
          <p:cNvPr id="6" name="Espace réservé du numéro de diapositive 5"/>
          <p:cNvSpPr>
            <a:spLocks noGrp="1"/>
          </p:cNvSpPr>
          <p:nvPr>
            <p:ph type="sldNum" sz="quarter" idx="12"/>
          </p:nvPr>
        </p:nvSpPr>
        <p:spPr/>
        <p:txBody>
          <a:bodyPr/>
          <a:lstStyle/>
          <a:p>
            <a:pPr lvl="0"/>
            <a:fld id="{D1526627-5855-465D-B667-C70729AC92B3}" type="slidenum">
              <a:rPr/>
              <a:pPr lvl="0"/>
              <a:t>‹N°›</a:t>
            </a:fld>
            <a:endParaRPr lang="fr-FR"/>
          </a:p>
        </p:txBody>
      </p:sp>
    </p:spTree>
    <p:extLst>
      <p:ext uri="{BB962C8B-B14F-4D97-AF65-F5344CB8AC3E}">
        <p14:creationId xmlns:p14="http://schemas.microsoft.com/office/powerpoint/2010/main" val="28499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pPr lvl="0"/>
            <a:fld id="{A052787F-0CA1-4596-B922-B0E168E39343}" type="datetime1">
              <a:rPr lang="fr-FR" smtClean="0"/>
              <a:pPr lvl="0"/>
              <a:t>07/01/2025</a:t>
            </a:fld>
            <a:endParaRPr lang="fr-FR"/>
          </a:p>
        </p:txBody>
      </p:sp>
      <p:sp>
        <p:nvSpPr>
          <p:cNvPr id="5" name="Espace réservé du pied de page 4"/>
          <p:cNvSpPr>
            <a:spLocks noGrp="1"/>
          </p:cNvSpPr>
          <p:nvPr>
            <p:ph type="ftr" sz="quarter" idx="11"/>
          </p:nvPr>
        </p:nvSpPr>
        <p:spPr/>
        <p:txBody>
          <a:bodyPr/>
          <a:lstStyle/>
          <a:p>
            <a:pPr lvl="0"/>
            <a:endParaRPr lang="fr-FR"/>
          </a:p>
        </p:txBody>
      </p:sp>
      <p:sp>
        <p:nvSpPr>
          <p:cNvPr id="6" name="Espace réservé du numéro de diapositive 5"/>
          <p:cNvSpPr>
            <a:spLocks noGrp="1"/>
          </p:cNvSpPr>
          <p:nvPr>
            <p:ph type="sldNum" sz="quarter" idx="12"/>
          </p:nvPr>
        </p:nvSpPr>
        <p:spPr/>
        <p:txBody>
          <a:bodyPr/>
          <a:lstStyle/>
          <a:p>
            <a:pPr lvl="0"/>
            <a:fld id="{0FDBD17E-543A-486B-9F63-2017252D53AC}" type="slidenum">
              <a:rPr/>
              <a:pPr lvl="0"/>
              <a:t>‹N°›</a:t>
            </a:fld>
            <a:endParaRPr lang="fr-FR"/>
          </a:p>
        </p:txBody>
      </p:sp>
    </p:spTree>
    <p:extLst>
      <p:ext uri="{BB962C8B-B14F-4D97-AF65-F5344CB8AC3E}">
        <p14:creationId xmlns:p14="http://schemas.microsoft.com/office/powerpoint/2010/main" val="31419194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623888" y="1282700"/>
            <a:ext cx="7886700" cy="2139950"/>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623888" y="3441700"/>
            <a:ext cx="7886700" cy="1125538"/>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pPr lvl="0"/>
            <a:fld id="{A052787F-0CA1-4596-B922-B0E168E39343}" type="datetime1">
              <a:rPr lang="fr-FR" smtClean="0"/>
              <a:pPr lvl="0"/>
              <a:t>07/01/2025</a:t>
            </a:fld>
            <a:endParaRPr lang="fr-FR"/>
          </a:p>
        </p:txBody>
      </p:sp>
      <p:sp>
        <p:nvSpPr>
          <p:cNvPr id="5" name="Espace réservé du pied de page 4"/>
          <p:cNvSpPr>
            <a:spLocks noGrp="1"/>
          </p:cNvSpPr>
          <p:nvPr>
            <p:ph type="ftr" sz="quarter" idx="11"/>
          </p:nvPr>
        </p:nvSpPr>
        <p:spPr/>
        <p:txBody>
          <a:bodyPr/>
          <a:lstStyle/>
          <a:p>
            <a:pPr lvl="0"/>
            <a:endParaRPr lang="fr-FR"/>
          </a:p>
        </p:txBody>
      </p:sp>
      <p:sp>
        <p:nvSpPr>
          <p:cNvPr id="6" name="Espace réservé du numéro de diapositive 5"/>
          <p:cNvSpPr>
            <a:spLocks noGrp="1"/>
          </p:cNvSpPr>
          <p:nvPr>
            <p:ph type="sldNum" sz="quarter" idx="12"/>
          </p:nvPr>
        </p:nvSpPr>
        <p:spPr/>
        <p:txBody>
          <a:bodyPr/>
          <a:lstStyle/>
          <a:p>
            <a:pPr lvl="0"/>
            <a:fld id="{4C33615D-506A-4305-A28B-DAC5964332B1}" type="slidenum">
              <a:rPr/>
              <a:pPr lvl="0"/>
              <a:t>‹N°›</a:t>
            </a:fld>
            <a:endParaRPr lang="fr-FR"/>
          </a:p>
        </p:txBody>
      </p:sp>
    </p:spTree>
    <p:extLst>
      <p:ext uri="{BB962C8B-B14F-4D97-AF65-F5344CB8AC3E}">
        <p14:creationId xmlns:p14="http://schemas.microsoft.com/office/powerpoint/2010/main" val="2365220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457200" y="1203325"/>
            <a:ext cx="4038600" cy="3394075"/>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203325"/>
            <a:ext cx="4038600" cy="3394075"/>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pPr lvl="0"/>
            <a:fld id="{A052787F-0CA1-4596-B922-B0E168E39343}" type="datetime1">
              <a:rPr lang="fr-FR" smtClean="0"/>
              <a:pPr lvl="0"/>
              <a:t>07/01/2025</a:t>
            </a:fld>
            <a:endParaRPr lang="fr-FR"/>
          </a:p>
        </p:txBody>
      </p:sp>
      <p:sp>
        <p:nvSpPr>
          <p:cNvPr id="6" name="Espace réservé du pied de page 5"/>
          <p:cNvSpPr>
            <a:spLocks noGrp="1"/>
          </p:cNvSpPr>
          <p:nvPr>
            <p:ph type="ftr" sz="quarter" idx="11"/>
          </p:nvPr>
        </p:nvSpPr>
        <p:spPr/>
        <p:txBody>
          <a:bodyPr/>
          <a:lstStyle/>
          <a:p>
            <a:pPr lvl="0"/>
            <a:endParaRPr lang="fr-FR"/>
          </a:p>
        </p:txBody>
      </p:sp>
      <p:sp>
        <p:nvSpPr>
          <p:cNvPr id="7" name="Espace réservé du numéro de diapositive 6"/>
          <p:cNvSpPr>
            <a:spLocks noGrp="1"/>
          </p:cNvSpPr>
          <p:nvPr>
            <p:ph type="sldNum" sz="quarter" idx="12"/>
          </p:nvPr>
        </p:nvSpPr>
        <p:spPr/>
        <p:txBody>
          <a:bodyPr/>
          <a:lstStyle/>
          <a:p>
            <a:pPr lvl="0"/>
            <a:fld id="{2FE6173A-9343-4307-89C8-EBC911967A1C}" type="slidenum">
              <a:rPr/>
              <a:pPr lvl="0"/>
              <a:t>‹N°›</a:t>
            </a:fld>
            <a:endParaRPr lang="fr-FR"/>
          </a:p>
        </p:txBody>
      </p:sp>
    </p:spTree>
    <p:extLst>
      <p:ext uri="{BB962C8B-B14F-4D97-AF65-F5344CB8AC3E}">
        <p14:creationId xmlns:p14="http://schemas.microsoft.com/office/powerpoint/2010/main" val="26309577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630238" y="274638"/>
            <a:ext cx="7886700" cy="993775"/>
          </a:xfrm>
        </p:spPr>
        <p:txBody>
          <a:bodyPr/>
          <a:lstStyle/>
          <a:p>
            <a:r>
              <a:rPr lang="fr-FR"/>
              <a:t>Modifiez le style du titre</a:t>
            </a:r>
          </a:p>
        </p:txBody>
      </p:sp>
      <p:sp>
        <p:nvSpPr>
          <p:cNvPr id="3" name="Espace réservé du texte 2"/>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630238" y="1879600"/>
            <a:ext cx="3868737" cy="2762250"/>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4629150" y="1879600"/>
            <a:ext cx="3887788" cy="2762250"/>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pPr lvl="0"/>
            <a:fld id="{A052787F-0CA1-4596-B922-B0E168E39343}" type="datetime1">
              <a:rPr lang="fr-FR" smtClean="0"/>
              <a:pPr lvl="0"/>
              <a:t>07/01/2025</a:t>
            </a:fld>
            <a:endParaRPr lang="fr-FR"/>
          </a:p>
        </p:txBody>
      </p:sp>
      <p:sp>
        <p:nvSpPr>
          <p:cNvPr id="8" name="Espace réservé du pied de page 7"/>
          <p:cNvSpPr>
            <a:spLocks noGrp="1"/>
          </p:cNvSpPr>
          <p:nvPr>
            <p:ph type="ftr" sz="quarter" idx="11"/>
          </p:nvPr>
        </p:nvSpPr>
        <p:spPr/>
        <p:txBody>
          <a:bodyPr/>
          <a:lstStyle/>
          <a:p>
            <a:pPr lvl="0"/>
            <a:endParaRPr lang="fr-FR"/>
          </a:p>
        </p:txBody>
      </p:sp>
      <p:sp>
        <p:nvSpPr>
          <p:cNvPr id="9" name="Espace réservé du numéro de diapositive 8"/>
          <p:cNvSpPr>
            <a:spLocks noGrp="1"/>
          </p:cNvSpPr>
          <p:nvPr>
            <p:ph type="sldNum" sz="quarter" idx="12"/>
          </p:nvPr>
        </p:nvSpPr>
        <p:spPr/>
        <p:txBody>
          <a:bodyPr/>
          <a:lstStyle/>
          <a:p>
            <a:pPr lvl="0"/>
            <a:fld id="{7989F976-CFDB-4197-98F1-EB1EEFFA46BB}" type="slidenum">
              <a:rPr/>
              <a:pPr lvl="0"/>
              <a:t>‹N°›</a:t>
            </a:fld>
            <a:endParaRPr lang="fr-FR"/>
          </a:p>
        </p:txBody>
      </p:sp>
    </p:spTree>
    <p:extLst>
      <p:ext uri="{BB962C8B-B14F-4D97-AF65-F5344CB8AC3E}">
        <p14:creationId xmlns:p14="http://schemas.microsoft.com/office/powerpoint/2010/main" val="11992506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pPr lvl="0"/>
            <a:fld id="{A052787F-0CA1-4596-B922-B0E168E39343}" type="datetime1">
              <a:rPr lang="fr-FR" smtClean="0"/>
              <a:pPr lvl="0"/>
              <a:t>07/01/2025</a:t>
            </a:fld>
            <a:endParaRPr lang="fr-FR"/>
          </a:p>
        </p:txBody>
      </p:sp>
      <p:sp>
        <p:nvSpPr>
          <p:cNvPr id="4" name="Espace réservé du pied de page 3"/>
          <p:cNvSpPr>
            <a:spLocks noGrp="1"/>
          </p:cNvSpPr>
          <p:nvPr>
            <p:ph type="ftr" sz="quarter" idx="11"/>
          </p:nvPr>
        </p:nvSpPr>
        <p:spPr/>
        <p:txBody>
          <a:bodyPr/>
          <a:lstStyle/>
          <a:p>
            <a:pPr lvl="0"/>
            <a:endParaRPr lang="fr-FR"/>
          </a:p>
        </p:txBody>
      </p:sp>
      <p:sp>
        <p:nvSpPr>
          <p:cNvPr id="5" name="Espace réservé du numéro de diapositive 4"/>
          <p:cNvSpPr>
            <a:spLocks noGrp="1"/>
          </p:cNvSpPr>
          <p:nvPr>
            <p:ph type="sldNum" sz="quarter" idx="12"/>
          </p:nvPr>
        </p:nvSpPr>
        <p:spPr/>
        <p:txBody>
          <a:bodyPr/>
          <a:lstStyle/>
          <a:p>
            <a:pPr lvl="0"/>
            <a:fld id="{8D7CCA4A-07FB-4761-978B-1090A46ACCD2}" type="slidenum">
              <a:rPr/>
              <a:pPr lvl="0"/>
              <a:t>‹N°›</a:t>
            </a:fld>
            <a:endParaRPr lang="fr-FR"/>
          </a:p>
        </p:txBody>
      </p:sp>
    </p:spTree>
    <p:extLst>
      <p:ext uri="{BB962C8B-B14F-4D97-AF65-F5344CB8AC3E}">
        <p14:creationId xmlns:p14="http://schemas.microsoft.com/office/powerpoint/2010/main" val="38515254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pPr lvl="0"/>
            <a:fld id="{A052787F-0CA1-4596-B922-B0E168E39343}" type="datetime1">
              <a:rPr lang="fr-FR" smtClean="0"/>
              <a:pPr lvl="0"/>
              <a:t>07/01/2025</a:t>
            </a:fld>
            <a:endParaRPr lang="fr-FR"/>
          </a:p>
        </p:txBody>
      </p:sp>
      <p:sp>
        <p:nvSpPr>
          <p:cNvPr id="3" name="Espace réservé du pied de page 2"/>
          <p:cNvSpPr>
            <a:spLocks noGrp="1"/>
          </p:cNvSpPr>
          <p:nvPr>
            <p:ph type="ftr" sz="quarter" idx="11"/>
          </p:nvPr>
        </p:nvSpPr>
        <p:spPr/>
        <p:txBody>
          <a:bodyPr/>
          <a:lstStyle/>
          <a:p>
            <a:pPr lvl="0"/>
            <a:endParaRPr lang="fr-FR"/>
          </a:p>
        </p:txBody>
      </p:sp>
      <p:sp>
        <p:nvSpPr>
          <p:cNvPr id="4" name="Espace réservé du numéro de diapositive 3"/>
          <p:cNvSpPr>
            <a:spLocks noGrp="1"/>
          </p:cNvSpPr>
          <p:nvPr>
            <p:ph type="sldNum" sz="quarter" idx="12"/>
          </p:nvPr>
        </p:nvSpPr>
        <p:spPr/>
        <p:txBody>
          <a:bodyPr/>
          <a:lstStyle/>
          <a:p>
            <a:pPr lvl="0"/>
            <a:fld id="{FFA6BAF2-1BAF-4EEC-996C-B4EBB7FED183}" type="slidenum">
              <a:rPr/>
              <a:pPr lvl="0"/>
              <a:t>‹N°›</a:t>
            </a:fld>
            <a:endParaRPr lang="fr-FR"/>
          </a:p>
        </p:txBody>
      </p:sp>
    </p:spTree>
    <p:extLst>
      <p:ext uri="{BB962C8B-B14F-4D97-AF65-F5344CB8AC3E}">
        <p14:creationId xmlns:p14="http://schemas.microsoft.com/office/powerpoint/2010/main" val="69679375"/>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630238" y="342900"/>
            <a:ext cx="2949575" cy="120015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pPr lvl="0"/>
            <a:fld id="{A052787F-0CA1-4596-B922-B0E168E39343}" type="datetime1">
              <a:rPr lang="fr-FR" smtClean="0"/>
              <a:pPr lvl="0"/>
              <a:t>07/01/2025</a:t>
            </a:fld>
            <a:endParaRPr lang="fr-FR"/>
          </a:p>
        </p:txBody>
      </p:sp>
      <p:sp>
        <p:nvSpPr>
          <p:cNvPr id="6" name="Espace réservé du pied de page 5"/>
          <p:cNvSpPr>
            <a:spLocks noGrp="1"/>
          </p:cNvSpPr>
          <p:nvPr>
            <p:ph type="ftr" sz="quarter" idx="11"/>
          </p:nvPr>
        </p:nvSpPr>
        <p:spPr/>
        <p:txBody>
          <a:bodyPr/>
          <a:lstStyle/>
          <a:p>
            <a:pPr lvl="0"/>
            <a:endParaRPr lang="fr-FR"/>
          </a:p>
        </p:txBody>
      </p:sp>
      <p:sp>
        <p:nvSpPr>
          <p:cNvPr id="7" name="Espace réservé du numéro de diapositive 6"/>
          <p:cNvSpPr>
            <a:spLocks noGrp="1"/>
          </p:cNvSpPr>
          <p:nvPr>
            <p:ph type="sldNum" sz="quarter" idx="12"/>
          </p:nvPr>
        </p:nvSpPr>
        <p:spPr/>
        <p:txBody>
          <a:bodyPr/>
          <a:lstStyle/>
          <a:p>
            <a:pPr lvl="0"/>
            <a:fld id="{92450B45-7A6E-40A0-90AC-4350C3888DFD}" type="slidenum">
              <a:rPr/>
              <a:pPr lvl="0"/>
              <a:t>‹N°›</a:t>
            </a:fld>
            <a:endParaRPr lang="fr-FR"/>
          </a:p>
        </p:txBody>
      </p:sp>
    </p:spTree>
    <p:extLst>
      <p:ext uri="{BB962C8B-B14F-4D97-AF65-F5344CB8AC3E}">
        <p14:creationId xmlns:p14="http://schemas.microsoft.com/office/powerpoint/2010/main" val="1470163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630238" y="342900"/>
            <a:ext cx="2949575" cy="120015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pPr lvl="0"/>
            <a:fld id="{A052787F-0CA1-4596-B922-B0E168E39343}" type="datetime1">
              <a:rPr lang="fr-FR" smtClean="0"/>
              <a:pPr lvl="0"/>
              <a:t>07/01/2025</a:t>
            </a:fld>
            <a:endParaRPr lang="fr-FR"/>
          </a:p>
        </p:txBody>
      </p:sp>
      <p:sp>
        <p:nvSpPr>
          <p:cNvPr id="6" name="Espace réservé du pied de page 5"/>
          <p:cNvSpPr>
            <a:spLocks noGrp="1"/>
          </p:cNvSpPr>
          <p:nvPr>
            <p:ph type="ftr" sz="quarter" idx="11"/>
          </p:nvPr>
        </p:nvSpPr>
        <p:spPr/>
        <p:txBody>
          <a:bodyPr/>
          <a:lstStyle/>
          <a:p>
            <a:pPr lvl="0"/>
            <a:endParaRPr lang="fr-FR"/>
          </a:p>
        </p:txBody>
      </p:sp>
      <p:sp>
        <p:nvSpPr>
          <p:cNvPr id="7" name="Espace réservé du numéro de diapositive 6"/>
          <p:cNvSpPr>
            <a:spLocks noGrp="1"/>
          </p:cNvSpPr>
          <p:nvPr>
            <p:ph type="sldNum" sz="quarter" idx="12"/>
          </p:nvPr>
        </p:nvSpPr>
        <p:spPr/>
        <p:txBody>
          <a:bodyPr/>
          <a:lstStyle/>
          <a:p>
            <a:pPr lvl="0"/>
            <a:fld id="{788F6641-D6EB-4B36-8463-004C9251E52B}" type="slidenum">
              <a:rPr/>
              <a:pPr lvl="0"/>
              <a:t>‹N°›</a:t>
            </a:fld>
            <a:endParaRPr lang="fr-FR"/>
          </a:p>
        </p:txBody>
      </p:sp>
    </p:spTree>
    <p:extLst>
      <p:ext uri="{BB962C8B-B14F-4D97-AF65-F5344CB8AC3E}">
        <p14:creationId xmlns:p14="http://schemas.microsoft.com/office/powerpoint/2010/main" val="10172454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pPr lvl="0"/>
            <a:fld id="{A052787F-0CA1-4596-B922-B0E168E39343}" type="datetime1">
              <a:rPr lang="fr-FR" smtClean="0"/>
              <a:pPr lvl="0"/>
              <a:t>07/01/2025</a:t>
            </a:fld>
            <a:endParaRPr lang="fr-FR"/>
          </a:p>
        </p:txBody>
      </p:sp>
      <p:sp>
        <p:nvSpPr>
          <p:cNvPr id="5" name="Espace réservé du pied de page 4"/>
          <p:cNvSpPr>
            <a:spLocks noGrp="1"/>
          </p:cNvSpPr>
          <p:nvPr>
            <p:ph type="ftr" sz="quarter" idx="11"/>
          </p:nvPr>
        </p:nvSpPr>
        <p:spPr/>
        <p:txBody>
          <a:bodyPr/>
          <a:lstStyle/>
          <a:p>
            <a:pPr lvl="0"/>
            <a:endParaRPr lang="fr-FR"/>
          </a:p>
        </p:txBody>
      </p:sp>
      <p:sp>
        <p:nvSpPr>
          <p:cNvPr id="6" name="Espace réservé du numéro de diapositive 5"/>
          <p:cNvSpPr>
            <a:spLocks noGrp="1"/>
          </p:cNvSpPr>
          <p:nvPr>
            <p:ph type="sldNum" sz="quarter" idx="12"/>
          </p:nvPr>
        </p:nvSpPr>
        <p:spPr/>
        <p:txBody>
          <a:bodyPr/>
          <a:lstStyle/>
          <a:p>
            <a:pPr lvl="0"/>
            <a:fld id="{3FEAA44E-E428-4B56-AB18-8ECF7582A3D2}" type="slidenum">
              <a:rPr/>
              <a:pPr lvl="0"/>
              <a:t>‹N°›</a:t>
            </a:fld>
            <a:endParaRPr lang="fr-FR"/>
          </a:p>
        </p:txBody>
      </p:sp>
    </p:spTree>
    <p:extLst>
      <p:ext uri="{BB962C8B-B14F-4D97-AF65-F5344CB8AC3E}">
        <p14:creationId xmlns:p14="http://schemas.microsoft.com/office/powerpoint/2010/main" val="2330110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515100" y="0"/>
            <a:ext cx="2171700" cy="4597400"/>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0" y="0"/>
            <a:ext cx="6362700" cy="4597400"/>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pPr lvl="0"/>
            <a:fld id="{A052787F-0CA1-4596-B922-B0E168E39343}" type="datetime1">
              <a:rPr lang="fr-FR" smtClean="0"/>
              <a:pPr lvl="0"/>
              <a:t>07/01/2025</a:t>
            </a:fld>
            <a:endParaRPr lang="fr-FR"/>
          </a:p>
        </p:txBody>
      </p:sp>
      <p:sp>
        <p:nvSpPr>
          <p:cNvPr id="5" name="Espace réservé du pied de page 4"/>
          <p:cNvSpPr>
            <a:spLocks noGrp="1"/>
          </p:cNvSpPr>
          <p:nvPr>
            <p:ph type="ftr" sz="quarter" idx="11"/>
          </p:nvPr>
        </p:nvSpPr>
        <p:spPr/>
        <p:txBody>
          <a:bodyPr/>
          <a:lstStyle/>
          <a:p>
            <a:pPr lvl="0"/>
            <a:endParaRPr lang="fr-FR"/>
          </a:p>
        </p:txBody>
      </p:sp>
      <p:sp>
        <p:nvSpPr>
          <p:cNvPr id="6" name="Espace réservé du numéro de diapositive 5"/>
          <p:cNvSpPr>
            <a:spLocks noGrp="1"/>
          </p:cNvSpPr>
          <p:nvPr>
            <p:ph type="sldNum" sz="quarter" idx="12"/>
          </p:nvPr>
        </p:nvSpPr>
        <p:spPr/>
        <p:txBody>
          <a:bodyPr/>
          <a:lstStyle/>
          <a:p>
            <a:pPr lvl="0"/>
            <a:fld id="{B16D885F-E2FA-4BE0-A8A1-7F4DB4BBDA0B}" type="slidenum">
              <a:rPr/>
              <a:pPr lvl="0"/>
              <a:t>‹N°›</a:t>
            </a:fld>
            <a:endParaRPr lang="fr-FR"/>
          </a:p>
        </p:txBody>
      </p:sp>
    </p:spTree>
    <p:extLst>
      <p:ext uri="{BB962C8B-B14F-4D97-AF65-F5344CB8AC3E}">
        <p14:creationId xmlns:p14="http://schemas.microsoft.com/office/powerpoint/2010/main" val="363760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uverture">
    <p:spTree>
      <p:nvGrpSpPr>
        <p:cNvPr id="1" name=""/>
        <p:cNvGrpSpPr/>
        <p:nvPr/>
      </p:nvGrpSpPr>
      <p:grpSpPr>
        <a:xfrm>
          <a:off x="0" y="0"/>
          <a:ext cx="0" cy="0"/>
          <a:chOff x="0" y="0"/>
          <a:chExt cx="0" cy="0"/>
        </a:xfrm>
      </p:grpSpPr>
      <p:sp>
        <p:nvSpPr>
          <p:cNvPr id="4" name="Espace réservé de la date 3"/>
          <p:cNvSpPr>
            <a:spLocks noGrp="1"/>
          </p:cNvSpPr>
          <p:nvPr>
            <p:ph type="dt" sz="half" idx="10"/>
          </p:nvPr>
        </p:nvSpPr>
        <p:spPr bwMode="gray">
          <a:xfrm>
            <a:off x="0" y="4963500"/>
            <a:ext cx="180000" cy="180000"/>
          </a:xfrm>
          <a:prstGeom prst="rect">
            <a:avLst/>
          </a:prstGeom>
          <a:ln>
            <a:solidFill>
              <a:schemeClr val="tx1">
                <a:alpha val="0"/>
              </a:schemeClr>
            </a:solidFill>
          </a:ln>
        </p:spPr>
        <p:txBody>
          <a:bodyPr/>
          <a:lstStyle>
            <a:lvl1pPr>
              <a:defRPr sz="100">
                <a:solidFill>
                  <a:schemeClr val="tx1">
                    <a:alpha val="0"/>
                  </a:schemeClr>
                </a:solidFill>
              </a:defRPr>
            </a:lvl1pPr>
          </a:lstStyle>
          <a:p>
            <a:fld id="{CD35FC20-8278-49B4-BAA7-5618786AC5BB}" type="datetime1">
              <a:rPr lang="fr-FR" smtClean="0"/>
              <a:pPr/>
              <a:t>07/01/2025</a:t>
            </a:fld>
            <a:endParaRPr lang="fr-FR" dirty="0"/>
          </a:p>
        </p:txBody>
      </p:sp>
      <p:sp>
        <p:nvSpPr>
          <p:cNvPr id="5" name="Espace réservé du pied de page 4"/>
          <p:cNvSpPr>
            <a:spLocks noGrp="1"/>
          </p:cNvSpPr>
          <p:nvPr>
            <p:ph type="ftr" sz="quarter" idx="11"/>
          </p:nvPr>
        </p:nvSpPr>
        <p:spPr bwMode="gray">
          <a:xfrm>
            <a:off x="720000" y="3919897"/>
            <a:ext cx="3240000" cy="900000"/>
          </a:xfrm>
          <a:prstGeom prst="rect">
            <a:avLst/>
          </a:prstGeom>
        </p:spPr>
        <p:txBody>
          <a:bodyPr anchor="b" anchorCtr="0"/>
          <a:lstStyle>
            <a:lvl1pPr>
              <a:defRPr sz="1150"/>
            </a:lvl1pPr>
          </a:lstStyle>
          <a:p>
            <a:r>
              <a:rPr lang="fr-FR" dirty="0"/>
              <a:t>Intitulé de la direction/service interministérielle</a:t>
            </a:r>
          </a:p>
        </p:txBody>
      </p:sp>
      <p:sp>
        <p:nvSpPr>
          <p:cNvPr id="6" name="Espace réservé du numéro de diapositive 5"/>
          <p:cNvSpPr>
            <a:spLocks noGrp="1"/>
          </p:cNvSpPr>
          <p:nvPr>
            <p:ph type="sldNum" sz="quarter" idx="12"/>
          </p:nvPr>
        </p:nvSpPr>
        <p:spPr bwMode="gray">
          <a:xfrm>
            <a:off x="0" y="4963500"/>
            <a:ext cx="180000" cy="180000"/>
          </a:xfrm>
          <a:prstGeom prst="rect">
            <a:avLst/>
          </a:prstGeom>
          <a:ln>
            <a:solidFill>
              <a:schemeClr val="tx1">
                <a:alpha val="0"/>
              </a:schemeClr>
            </a:solidFill>
          </a:ln>
        </p:spPr>
        <p:txBody>
          <a:bodyPr/>
          <a:lstStyle>
            <a:lvl1pPr>
              <a:defRPr sz="100">
                <a:solidFill>
                  <a:schemeClr val="tx1">
                    <a:alpha val="0"/>
                  </a:schemeClr>
                </a:solidFill>
              </a:defRPr>
            </a:lvl1pPr>
          </a:lstStyle>
          <a:p>
            <a:fld id="{10C140CD-8AED-46FF-A9A2-77308F3F39AE}" type="slidenum">
              <a:rPr lang="fr-FR" smtClean="0"/>
              <a:pPr/>
              <a:t>‹N°›</a:t>
            </a:fld>
            <a:endParaRPr lang="fr-FR" dirty="0"/>
          </a:p>
        </p:txBody>
      </p:sp>
      <p:sp>
        <p:nvSpPr>
          <p:cNvPr id="7" name="Titre 6"/>
          <p:cNvSpPr>
            <a:spLocks noGrp="1"/>
          </p:cNvSpPr>
          <p:nvPr>
            <p:ph type="title" hasCustomPrompt="1"/>
          </p:nvPr>
        </p:nvSpPr>
        <p:spPr bwMode="gray">
          <a:xfrm>
            <a:off x="0" y="0"/>
            <a:ext cx="180000" cy="180000"/>
          </a:xfrm>
          <a:ln>
            <a:solidFill>
              <a:schemeClr val="tx1">
                <a:alpha val="0"/>
              </a:schemeClr>
            </a:solidFill>
          </a:ln>
        </p:spPr>
        <p:txBody>
          <a:bodyPr/>
          <a:lstStyle>
            <a:lvl1pPr>
              <a:defRPr sz="100">
                <a:solidFill>
                  <a:schemeClr val="tx1">
                    <a:alpha val="0"/>
                  </a:schemeClr>
                </a:solidFill>
              </a:defRPr>
            </a:lvl1pPr>
          </a:lstStyle>
          <a:p>
            <a:r>
              <a:rPr lang="fr-FR" dirty="0"/>
              <a:t>Titre</a:t>
            </a: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33247447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uverture">
    <p:spTree>
      <p:nvGrpSpPr>
        <p:cNvPr id="1" name=""/>
        <p:cNvGrpSpPr/>
        <p:nvPr/>
      </p:nvGrpSpPr>
      <p:grpSpPr>
        <a:xfrm>
          <a:off x="0" y="0"/>
          <a:ext cx="0" cy="0"/>
          <a:chOff x="0" y="0"/>
          <a:chExt cx="0" cy="0"/>
        </a:xfrm>
      </p:grpSpPr>
      <p:sp>
        <p:nvSpPr>
          <p:cNvPr id="4" name="Espace réservé de la date 3"/>
          <p:cNvSpPr>
            <a:spLocks noGrp="1"/>
          </p:cNvSpPr>
          <p:nvPr>
            <p:ph type="dt" sz="half" idx="10"/>
          </p:nvPr>
        </p:nvSpPr>
        <p:spPr bwMode="gray">
          <a:xfrm>
            <a:off x="0" y="4963500"/>
            <a:ext cx="180000" cy="180000"/>
          </a:xfrm>
          <a:prstGeom prst="rect">
            <a:avLst/>
          </a:prstGeom>
          <a:ln>
            <a:solidFill>
              <a:schemeClr val="tx1">
                <a:alpha val="0"/>
              </a:schemeClr>
            </a:solidFill>
          </a:ln>
        </p:spPr>
        <p:txBody>
          <a:bodyPr/>
          <a:lstStyle>
            <a:lvl1pPr>
              <a:defRPr sz="100">
                <a:solidFill>
                  <a:schemeClr val="tx1">
                    <a:alpha val="0"/>
                  </a:schemeClr>
                </a:solidFill>
              </a:defRPr>
            </a:lvl1pPr>
          </a:lstStyle>
          <a:p>
            <a:fld id="{CD35FC20-8278-49B4-BAA7-5618786AC5BB}" type="datetime1">
              <a:rPr lang="fr-FR" smtClean="0">
                <a:solidFill>
                  <a:srgbClr val="000000">
                    <a:alpha val="0"/>
                  </a:srgbClr>
                </a:solidFill>
              </a:rPr>
              <a:pPr/>
              <a:t>07/01/2025</a:t>
            </a:fld>
            <a:endParaRPr lang="fr-FR" dirty="0">
              <a:solidFill>
                <a:srgbClr val="000000">
                  <a:alpha val="0"/>
                </a:srgbClr>
              </a:solidFill>
            </a:endParaRPr>
          </a:p>
        </p:txBody>
      </p:sp>
      <p:sp>
        <p:nvSpPr>
          <p:cNvPr id="5" name="Espace réservé du pied de page 4"/>
          <p:cNvSpPr>
            <a:spLocks noGrp="1"/>
          </p:cNvSpPr>
          <p:nvPr>
            <p:ph type="ftr" sz="quarter" idx="11"/>
          </p:nvPr>
        </p:nvSpPr>
        <p:spPr bwMode="gray">
          <a:xfrm>
            <a:off x="720000" y="3919897"/>
            <a:ext cx="3240000" cy="900000"/>
          </a:xfrm>
          <a:prstGeom prst="rect">
            <a:avLst/>
          </a:prstGeom>
        </p:spPr>
        <p:txBody>
          <a:bodyPr anchor="b" anchorCtr="0"/>
          <a:lstStyle>
            <a:lvl1pPr>
              <a:defRPr sz="1150"/>
            </a:lvl1pPr>
          </a:lstStyle>
          <a:p>
            <a:r>
              <a:rPr lang="fr-FR" dirty="0">
                <a:solidFill>
                  <a:srgbClr val="000000"/>
                </a:solidFill>
              </a:rPr>
              <a:t>Intitulé de la direction/service interministérielle</a:t>
            </a:r>
          </a:p>
        </p:txBody>
      </p:sp>
      <p:sp>
        <p:nvSpPr>
          <p:cNvPr id="6" name="Espace réservé du numéro de diapositive 5"/>
          <p:cNvSpPr>
            <a:spLocks noGrp="1"/>
          </p:cNvSpPr>
          <p:nvPr>
            <p:ph type="sldNum" sz="quarter" idx="12"/>
          </p:nvPr>
        </p:nvSpPr>
        <p:spPr bwMode="gray">
          <a:xfrm>
            <a:off x="0" y="4963500"/>
            <a:ext cx="180000" cy="180000"/>
          </a:xfrm>
          <a:prstGeom prst="rect">
            <a:avLst/>
          </a:prstGeom>
          <a:ln>
            <a:solidFill>
              <a:schemeClr val="tx1">
                <a:alpha val="0"/>
              </a:schemeClr>
            </a:solidFill>
          </a:ln>
        </p:spPr>
        <p:txBody>
          <a:bodyPr/>
          <a:lstStyle>
            <a:lvl1pPr>
              <a:defRPr sz="100">
                <a:solidFill>
                  <a:schemeClr val="tx1">
                    <a:alpha val="0"/>
                  </a:schemeClr>
                </a:solidFill>
              </a:defRPr>
            </a:lvl1pPr>
          </a:lstStyle>
          <a:p>
            <a:fld id="{10C140CD-8AED-46FF-A9A2-77308F3F39AE}" type="slidenum">
              <a:rPr lang="fr-FR" smtClean="0">
                <a:solidFill>
                  <a:srgbClr val="000000">
                    <a:alpha val="0"/>
                  </a:srgbClr>
                </a:solidFill>
              </a:rPr>
              <a:pPr/>
              <a:t>‹N°›</a:t>
            </a:fld>
            <a:endParaRPr lang="fr-FR" dirty="0">
              <a:solidFill>
                <a:srgbClr val="000000">
                  <a:alpha val="0"/>
                </a:srgbClr>
              </a:solidFill>
            </a:endParaRPr>
          </a:p>
        </p:txBody>
      </p:sp>
      <p:sp>
        <p:nvSpPr>
          <p:cNvPr id="7" name="Titre 6"/>
          <p:cNvSpPr>
            <a:spLocks noGrp="1"/>
          </p:cNvSpPr>
          <p:nvPr>
            <p:ph type="title" hasCustomPrompt="1"/>
          </p:nvPr>
        </p:nvSpPr>
        <p:spPr bwMode="gray">
          <a:xfrm>
            <a:off x="0" y="0"/>
            <a:ext cx="180000" cy="180000"/>
          </a:xfrm>
          <a:ln>
            <a:solidFill>
              <a:schemeClr val="tx1">
                <a:alpha val="0"/>
              </a:schemeClr>
            </a:solidFill>
          </a:ln>
        </p:spPr>
        <p:txBody>
          <a:bodyPr/>
          <a:lstStyle>
            <a:lvl1pPr>
              <a:defRPr sz="100">
                <a:solidFill>
                  <a:schemeClr val="tx1">
                    <a:alpha val="0"/>
                  </a:schemeClr>
                </a:solidFill>
              </a:defRPr>
            </a:lvl1pPr>
          </a:lstStyle>
          <a:p>
            <a:r>
              <a:rPr lang="fr-FR" dirty="0"/>
              <a:t>Titre</a:t>
            </a:r>
          </a:p>
        </p:txBody>
      </p:sp>
      <p:pic>
        <p:nvPicPr>
          <p:cNvPr id="8" name="Image 7">
            <a:extLst>
              <a:ext uri="{FF2B5EF4-FFF2-40B4-BE49-F238E27FC236}">
                <a16:creationId xmlns:a16="http://schemas.microsoft.com/office/drawing/2014/main" id="{9571B293-EB6B-9149-9E08-668EB7F040F0}"/>
              </a:ext>
            </a:extLst>
          </p:cNvPr>
          <p:cNvPicPr>
            <a:picLocks noChangeAspect="1"/>
          </p:cNvPicPr>
          <p:nvPr userDrawn="1"/>
        </p:nvPicPr>
        <p:blipFill>
          <a:blip r:embed="rId2" cstate="print"/>
          <a:stretch>
            <a:fillRect/>
          </a:stretch>
        </p:blipFill>
        <p:spPr>
          <a:xfrm>
            <a:off x="-16829" y="0"/>
            <a:ext cx="9160828" cy="5152965"/>
          </a:xfrm>
          <a:prstGeom prst="rect">
            <a:avLst/>
          </a:prstGeom>
        </p:spPr>
      </p:pic>
    </p:spTree>
    <p:extLst>
      <p:ext uri="{BB962C8B-B14F-4D97-AF65-F5344CB8AC3E}">
        <p14:creationId xmlns:p14="http://schemas.microsoft.com/office/powerpoint/2010/main" val="38916932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re et sous-titre">
    <p:spTree>
      <p:nvGrpSpPr>
        <p:cNvPr id="1" name=""/>
        <p:cNvGrpSpPr/>
        <p:nvPr/>
      </p:nvGrpSpPr>
      <p:grpSpPr>
        <a:xfrm>
          <a:off x="0" y="0"/>
          <a:ext cx="0" cy="0"/>
          <a:chOff x="0" y="0"/>
          <a:chExt cx="0" cy="0"/>
        </a:xfrm>
      </p:grpSpPr>
      <p:pic>
        <p:nvPicPr>
          <p:cNvPr id="14" name="Image 13">
            <a:extLst>
              <a:ext uri="{FF2B5EF4-FFF2-40B4-BE49-F238E27FC236}">
                <a16:creationId xmlns:a16="http://schemas.microsoft.com/office/drawing/2014/main" id="{0B3ED864-6123-8B40-8783-2DF8831D71C8}"/>
              </a:ext>
            </a:extLst>
          </p:cNvPr>
          <p:cNvPicPr>
            <a:picLocks noChangeAspect="1"/>
          </p:cNvPicPr>
          <p:nvPr userDrawn="1"/>
        </p:nvPicPr>
        <p:blipFill>
          <a:blip r:embed="rId2" cstate="print"/>
          <a:stretch>
            <a:fillRect/>
          </a:stretch>
        </p:blipFill>
        <p:spPr>
          <a:xfrm>
            <a:off x="-16828" y="5358"/>
            <a:ext cx="9160828" cy="5152965"/>
          </a:xfrm>
          <a:prstGeom prst="rect">
            <a:avLst/>
          </a:prstGeom>
        </p:spPr>
      </p:pic>
      <p:sp>
        <p:nvSpPr>
          <p:cNvPr id="7" name="Titre 6"/>
          <p:cNvSpPr>
            <a:spLocks noGrp="1"/>
          </p:cNvSpPr>
          <p:nvPr>
            <p:ph type="title" hasCustomPrompt="1"/>
          </p:nvPr>
        </p:nvSpPr>
        <p:spPr bwMode="gray">
          <a:xfrm>
            <a:off x="0" y="0"/>
            <a:ext cx="180000" cy="180000"/>
          </a:xfrm>
          <a:ln>
            <a:solidFill>
              <a:schemeClr val="tx1">
                <a:alpha val="0"/>
              </a:schemeClr>
            </a:solidFill>
          </a:ln>
        </p:spPr>
        <p:txBody>
          <a:bodyPr/>
          <a:lstStyle>
            <a:lvl1pPr>
              <a:defRPr sz="100">
                <a:solidFill>
                  <a:schemeClr val="tx1">
                    <a:alpha val="0"/>
                  </a:schemeClr>
                </a:solidFill>
              </a:defRPr>
            </a:lvl1pPr>
          </a:lstStyle>
          <a:p>
            <a:r>
              <a:rPr lang="fr-FR" dirty="0"/>
              <a:t>Titre</a:t>
            </a:r>
          </a:p>
        </p:txBody>
      </p:sp>
      <p:sp>
        <p:nvSpPr>
          <p:cNvPr id="2" name="Espace réservé de la date 1"/>
          <p:cNvSpPr>
            <a:spLocks noGrp="1"/>
          </p:cNvSpPr>
          <p:nvPr>
            <p:ph type="dt" sz="half" idx="10"/>
          </p:nvPr>
        </p:nvSpPr>
        <p:spPr bwMode="gray">
          <a:xfrm>
            <a:off x="6426336" y="4783500"/>
            <a:ext cx="1170000" cy="360000"/>
          </a:xfrm>
          <a:prstGeom prst="rect">
            <a:avLst/>
          </a:prstGeom>
        </p:spPr>
        <p:txBody>
          <a:bodyPr/>
          <a:lstStyle>
            <a:lvl1pPr>
              <a:defRPr/>
            </a:lvl1pPr>
          </a:lstStyle>
          <a:p>
            <a:pPr algn="r"/>
            <a:fld id="{4840C8CD-47A6-46D1-834E-8B717424291A}" type="datetime1">
              <a:rPr lang="fr-FR" cap="all" smtClean="0">
                <a:solidFill>
                  <a:srgbClr val="000000"/>
                </a:solidFill>
              </a:rPr>
              <a:pPr algn="r"/>
              <a:t>07/01/2025</a:t>
            </a:fld>
            <a:endParaRPr lang="fr-FR" cap="all" dirty="0">
              <a:solidFill>
                <a:srgbClr val="000000"/>
              </a:solidFill>
            </a:endParaRPr>
          </a:p>
        </p:txBody>
      </p:sp>
      <p:sp>
        <p:nvSpPr>
          <p:cNvPr id="8" name="Espace réservé du numéro de diapositive 7"/>
          <p:cNvSpPr>
            <a:spLocks noGrp="1"/>
          </p:cNvSpPr>
          <p:nvPr>
            <p:ph type="sldNum" sz="quarter" idx="12"/>
          </p:nvPr>
        </p:nvSpPr>
        <p:spPr bwMode="gray">
          <a:xfrm>
            <a:off x="7596336" y="4783500"/>
            <a:ext cx="1170000" cy="360000"/>
          </a:xfrm>
          <a:prstGeom prst="rect">
            <a:avLst/>
          </a:prstGeom>
        </p:spPr>
        <p:txBody>
          <a:bodyPr/>
          <a:lstStyle>
            <a:lvl1pPr algn="r">
              <a:defRPr sz="1600">
                <a:solidFill>
                  <a:srgbClr val="FF0000"/>
                </a:solidFill>
              </a:defRPr>
            </a:lvl1pPr>
          </a:lstStyle>
          <a:p>
            <a:fld id="{733122C9-A0B9-462F-8757-0847AD287B63}" type="slidenum">
              <a:rPr lang="fr-FR" smtClean="0"/>
              <a:pPr/>
              <a:t>‹N°›</a:t>
            </a:fld>
            <a:endParaRPr lang="fr-FR" dirty="0"/>
          </a:p>
        </p:txBody>
      </p:sp>
      <p:sp>
        <p:nvSpPr>
          <p:cNvPr id="11" name="Espace réservé du texte 10"/>
          <p:cNvSpPr>
            <a:spLocks noGrp="1"/>
          </p:cNvSpPr>
          <p:nvPr>
            <p:ph type="body" sz="quarter" idx="13" hasCustomPrompt="1"/>
          </p:nvPr>
        </p:nvSpPr>
        <p:spPr bwMode="gray">
          <a:xfrm>
            <a:off x="360000" y="2346046"/>
            <a:ext cx="8424000" cy="2077200"/>
          </a:xfrm>
        </p:spPr>
        <p:txBody>
          <a:bodyPr/>
          <a:lstStyle>
            <a:lvl1pPr>
              <a:lnSpc>
                <a:spcPct val="90000"/>
              </a:lnSpc>
              <a:spcAft>
                <a:spcPts val="0"/>
              </a:spcAft>
              <a:defRPr sz="3250" b="1" cap="none" baseline="0">
                <a:solidFill>
                  <a:srgbClr val="0C5076"/>
                </a:solidFill>
              </a:defRPr>
            </a:lvl1pPr>
            <a:lvl2pPr marL="0" indent="0">
              <a:spcBef>
                <a:spcPts val="500"/>
              </a:spcBef>
              <a:spcAft>
                <a:spcPts val="0"/>
              </a:spcAft>
              <a:buNone/>
              <a:defRPr sz="1850"/>
            </a:lvl2pPr>
          </a:lstStyle>
          <a:p>
            <a:pPr lvl="0"/>
            <a:r>
              <a:rPr lang="fr-FR" dirty="0"/>
              <a:t>Titre</a:t>
            </a:r>
          </a:p>
          <a:p>
            <a:pPr lvl="1"/>
            <a:r>
              <a:rPr lang="fr-FR" dirty="0"/>
              <a:t>Sous-titre</a:t>
            </a:r>
          </a:p>
        </p:txBody>
      </p:sp>
    </p:spTree>
    <p:extLst>
      <p:ext uri="{BB962C8B-B14F-4D97-AF65-F5344CB8AC3E}">
        <p14:creationId xmlns:p14="http://schemas.microsoft.com/office/powerpoint/2010/main" val="33077013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ommaire">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a:xfrm>
            <a:off x="359999" y="900000"/>
            <a:ext cx="8424000" cy="720000"/>
          </a:xfrm>
        </p:spPr>
        <p:txBody>
          <a:bodyPr/>
          <a:lstStyle>
            <a:lvl1pPr>
              <a:defRPr/>
            </a:lvl1pPr>
          </a:lstStyle>
          <a:p>
            <a:r>
              <a:rPr lang="fr-FR" dirty="0"/>
              <a:t>Titre</a:t>
            </a:r>
          </a:p>
        </p:txBody>
      </p:sp>
      <p:sp>
        <p:nvSpPr>
          <p:cNvPr id="8" name="Espace réservé du texte 7"/>
          <p:cNvSpPr>
            <a:spLocks noGrp="1"/>
          </p:cNvSpPr>
          <p:nvPr>
            <p:ph type="body" sz="quarter" idx="13" hasCustomPrompt="1"/>
          </p:nvPr>
        </p:nvSpPr>
        <p:spPr bwMode="gray">
          <a:xfrm>
            <a:off x="359998" y="1891968"/>
            <a:ext cx="2520000" cy="2530800"/>
          </a:xfrm>
        </p:spPr>
        <p:txBody>
          <a:bodyPr/>
          <a:lstStyle>
            <a:lvl1pPr marL="144000" indent="-144000">
              <a:spcBef>
                <a:spcPts val="400"/>
              </a:spcBef>
              <a:spcAft>
                <a:spcPts val="800"/>
              </a:spcAft>
              <a:buFont typeface="+mj-lt"/>
              <a:buAutoNum type="arabicPeriod"/>
              <a:defRPr b="1"/>
            </a:lvl1pPr>
            <a:lvl2pPr marL="324000" indent="-144000">
              <a:spcBef>
                <a:spcPts val="600"/>
              </a:spcBef>
              <a:spcAft>
                <a:spcPts val="800"/>
              </a:spcAft>
              <a:buFont typeface="+mj-lt"/>
              <a:buAutoNum type="alphaLcPeriod"/>
              <a:defRPr>
                <a:solidFill>
                  <a:srgbClr val="EC130E"/>
                </a:solidFill>
              </a:defRPr>
            </a:lvl2pPr>
          </a:lstStyle>
          <a:p>
            <a:pPr lvl="0"/>
            <a:r>
              <a:rPr lang="fr-FR" dirty="0"/>
              <a:t>Titre de la partie</a:t>
            </a:r>
          </a:p>
          <a:p>
            <a:pPr lvl="1"/>
            <a:r>
              <a:rPr lang="fr-FR" dirty="0"/>
              <a:t>Deuxième niveau</a:t>
            </a:r>
          </a:p>
        </p:txBody>
      </p:sp>
      <p:sp>
        <p:nvSpPr>
          <p:cNvPr id="9" name="Espace réservé du texte 7"/>
          <p:cNvSpPr>
            <a:spLocks noGrp="1"/>
          </p:cNvSpPr>
          <p:nvPr>
            <p:ph type="body" sz="quarter" idx="14" hasCustomPrompt="1"/>
          </p:nvPr>
        </p:nvSpPr>
        <p:spPr bwMode="gray">
          <a:xfrm>
            <a:off x="3312000" y="1893600"/>
            <a:ext cx="2520000" cy="2530800"/>
          </a:xfrm>
        </p:spPr>
        <p:txBody>
          <a:bodyPr/>
          <a:lstStyle>
            <a:lvl1pPr marL="144000" indent="-144000">
              <a:spcBef>
                <a:spcPts val="400"/>
              </a:spcBef>
              <a:spcAft>
                <a:spcPts val="800"/>
              </a:spcAft>
              <a:buFont typeface="+mj-lt"/>
              <a:buAutoNum type="arabicPeriod"/>
              <a:defRPr b="1"/>
            </a:lvl1pPr>
            <a:lvl2pPr marL="324000" indent="-144000">
              <a:spcBef>
                <a:spcPts val="600"/>
              </a:spcBef>
              <a:spcAft>
                <a:spcPts val="800"/>
              </a:spcAft>
              <a:buFont typeface="+mj-lt"/>
              <a:buAutoNum type="alphaLcPeriod"/>
              <a:defRPr>
                <a:solidFill>
                  <a:srgbClr val="EC130E"/>
                </a:solidFill>
              </a:defRPr>
            </a:lvl2pPr>
          </a:lstStyle>
          <a:p>
            <a:pPr lvl="0"/>
            <a:r>
              <a:rPr lang="fr-FR" dirty="0"/>
              <a:t>Titre de la partie</a:t>
            </a:r>
          </a:p>
          <a:p>
            <a:pPr lvl="1"/>
            <a:r>
              <a:rPr lang="fr-FR" dirty="0"/>
              <a:t>Deuxième niveau</a:t>
            </a:r>
          </a:p>
        </p:txBody>
      </p:sp>
      <p:sp>
        <p:nvSpPr>
          <p:cNvPr id="10" name="Espace réservé du texte 7"/>
          <p:cNvSpPr>
            <a:spLocks noGrp="1"/>
          </p:cNvSpPr>
          <p:nvPr>
            <p:ph type="body" sz="quarter" idx="15" hasCustomPrompt="1"/>
          </p:nvPr>
        </p:nvSpPr>
        <p:spPr bwMode="gray">
          <a:xfrm>
            <a:off x="6263999" y="1893600"/>
            <a:ext cx="2520000" cy="2530800"/>
          </a:xfrm>
        </p:spPr>
        <p:txBody>
          <a:bodyPr/>
          <a:lstStyle>
            <a:lvl1pPr marL="144000" indent="-144000">
              <a:spcBef>
                <a:spcPts val="400"/>
              </a:spcBef>
              <a:spcAft>
                <a:spcPts val="800"/>
              </a:spcAft>
              <a:buFont typeface="+mj-lt"/>
              <a:buAutoNum type="arabicPeriod"/>
              <a:defRPr b="1"/>
            </a:lvl1pPr>
            <a:lvl2pPr marL="324000" indent="-144000">
              <a:spcBef>
                <a:spcPts val="600"/>
              </a:spcBef>
              <a:spcAft>
                <a:spcPts val="800"/>
              </a:spcAft>
              <a:buFont typeface="+mj-lt"/>
              <a:buAutoNum type="alphaLcPeriod"/>
              <a:defRPr>
                <a:solidFill>
                  <a:srgbClr val="EC130E"/>
                </a:solidFill>
              </a:defRPr>
            </a:lvl2pPr>
          </a:lstStyle>
          <a:p>
            <a:pPr lvl="0"/>
            <a:r>
              <a:rPr lang="fr-FR" dirty="0"/>
              <a:t>Titre de la partie</a:t>
            </a:r>
          </a:p>
          <a:p>
            <a:pPr lvl="1"/>
            <a:r>
              <a:rPr lang="fr-FR" dirty="0"/>
              <a:t>Deuxième niveau</a:t>
            </a:r>
          </a:p>
        </p:txBody>
      </p:sp>
      <p:sp>
        <p:nvSpPr>
          <p:cNvPr id="11" name="Espace réservé de la date 1">
            <a:extLst>
              <a:ext uri="{FF2B5EF4-FFF2-40B4-BE49-F238E27FC236}">
                <a16:creationId xmlns:a16="http://schemas.microsoft.com/office/drawing/2014/main" id="{FB55AB75-56F3-004E-8A4E-57EB4CAB795F}"/>
              </a:ext>
            </a:extLst>
          </p:cNvPr>
          <p:cNvSpPr>
            <a:spLocks noGrp="1"/>
          </p:cNvSpPr>
          <p:nvPr>
            <p:ph type="dt" sz="half" idx="10"/>
          </p:nvPr>
        </p:nvSpPr>
        <p:spPr bwMode="gray">
          <a:xfrm>
            <a:off x="6426336" y="4783500"/>
            <a:ext cx="1170000" cy="360000"/>
          </a:xfrm>
          <a:prstGeom prst="rect">
            <a:avLst/>
          </a:prstGeom>
        </p:spPr>
        <p:txBody>
          <a:bodyPr/>
          <a:lstStyle/>
          <a:p>
            <a:pPr algn="r"/>
            <a:fld id="{48A1FCF9-6FFD-4635-A651-75F724D18F81}" type="datetime1">
              <a:rPr lang="fr-FR" cap="all" smtClean="0">
                <a:solidFill>
                  <a:srgbClr val="000000"/>
                </a:solidFill>
              </a:rPr>
              <a:pPr algn="r"/>
              <a:t>07/01/2025</a:t>
            </a:fld>
            <a:endParaRPr lang="fr-FR" cap="all" dirty="0">
              <a:solidFill>
                <a:srgbClr val="000000"/>
              </a:solidFill>
            </a:endParaRPr>
          </a:p>
        </p:txBody>
      </p:sp>
      <p:sp>
        <p:nvSpPr>
          <p:cNvPr id="12" name="Espace réservé du numéro de diapositive 7">
            <a:extLst>
              <a:ext uri="{FF2B5EF4-FFF2-40B4-BE49-F238E27FC236}">
                <a16:creationId xmlns:a16="http://schemas.microsoft.com/office/drawing/2014/main" id="{4527032A-C74F-2941-8AD5-E7F64BD5B044}"/>
              </a:ext>
            </a:extLst>
          </p:cNvPr>
          <p:cNvSpPr>
            <a:spLocks noGrp="1"/>
          </p:cNvSpPr>
          <p:nvPr>
            <p:ph type="sldNum" sz="quarter" idx="12"/>
          </p:nvPr>
        </p:nvSpPr>
        <p:spPr bwMode="gray">
          <a:xfrm>
            <a:off x="7596336" y="4783500"/>
            <a:ext cx="1170000" cy="360000"/>
          </a:xfrm>
          <a:prstGeom prst="rect">
            <a:avLst/>
          </a:prstGeom>
        </p:spPr>
        <p:txBody>
          <a:bodyPr/>
          <a:lstStyle>
            <a:lvl1pPr algn="r">
              <a:defRPr sz="1600">
                <a:solidFill>
                  <a:srgbClr val="FF0000"/>
                </a:solidFill>
              </a:defRPr>
            </a:lvl1pPr>
          </a:lstStyle>
          <a:p>
            <a:fld id="{733122C9-A0B9-462F-8757-0847AD287B63}" type="slidenum">
              <a:rPr lang="fr-FR" smtClean="0"/>
              <a:pPr/>
              <a:t>‹N°›</a:t>
            </a:fld>
            <a:endParaRPr lang="fr-FR" dirty="0"/>
          </a:p>
        </p:txBody>
      </p:sp>
    </p:spTree>
    <p:extLst>
      <p:ext uri="{BB962C8B-B14F-4D97-AF65-F5344CB8AC3E}">
        <p14:creationId xmlns:p14="http://schemas.microsoft.com/office/powerpoint/2010/main" val="16467883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apitre">
    <p:spTree>
      <p:nvGrpSpPr>
        <p:cNvPr id="1" name=""/>
        <p:cNvGrpSpPr/>
        <p:nvPr/>
      </p:nvGrpSpPr>
      <p:grpSpPr>
        <a:xfrm>
          <a:off x="0" y="0"/>
          <a:ext cx="0" cy="0"/>
          <a:chOff x="0" y="0"/>
          <a:chExt cx="0" cy="0"/>
        </a:xfrm>
      </p:grpSpPr>
      <p:sp>
        <p:nvSpPr>
          <p:cNvPr id="8" name="Espace réservé pour une image  7"/>
          <p:cNvSpPr>
            <a:spLocks noGrp="1"/>
          </p:cNvSpPr>
          <p:nvPr>
            <p:ph type="pic" sz="quarter" idx="13" hasCustomPrompt="1"/>
          </p:nvPr>
        </p:nvSpPr>
        <p:spPr bwMode="gray">
          <a:xfrm>
            <a:off x="323528" y="915566"/>
            <a:ext cx="8442808" cy="3672408"/>
          </a:xfrm>
          <a:solidFill>
            <a:schemeClr val="bg1">
              <a:lumMod val="85000"/>
            </a:schemeClr>
          </a:solidFill>
        </p:spPr>
        <p:txBody>
          <a:bodyPr tIns="1080000" anchor="ctr" anchorCtr="0"/>
          <a:lstStyle>
            <a:lvl1pPr algn="ctr">
              <a:defRPr cap="all" baseline="0"/>
            </a:lvl1pPr>
          </a:lstStyle>
          <a:p>
            <a:r>
              <a:rPr lang="fr-FR" dirty="0"/>
              <a:t>Sélectionner l’icône pour insérer une image, </a:t>
            </a:r>
            <a:br>
              <a:rPr lang="fr-FR" dirty="0"/>
            </a:br>
            <a:r>
              <a:rPr lang="fr-FR" dirty="0"/>
              <a:t>puis disposer l’image en arrière plan </a:t>
            </a:r>
            <a:br>
              <a:rPr lang="fr-FR" dirty="0"/>
            </a:br>
            <a:r>
              <a:rPr lang="fr-FR" dirty="0"/>
              <a:t>(Sélectionner l’image avec le bouton droit de la souris / </a:t>
            </a:r>
            <a:br>
              <a:rPr lang="fr-FR" dirty="0"/>
            </a:br>
            <a:r>
              <a:rPr lang="fr-FR" dirty="0"/>
              <a:t>Mettre à l’arrière plan)</a:t>
            </a:r>
          </a:p>
        </p:txBody>
      </p:sp>
      <p:sp>
        <p:nvSpPr>
          <p:cNvPr id="2" name="Titre 1"/>
          <p:cNvSpPr>
            <a:spLocks noGrp="1"/>
          </p:cNvSpPr>
          <p:nvPr>
            <p:ph type="title" hasCustomPrompt="1"/>
          </p:nvPr>
        </p:nvSpPr>
        <p:spPr bwMode="gray">
          <a:xfrm>
            <a:off x="827585" y="915566"/>
            <a:ext cx="7560840" cy="3672408"/>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noFill/>
          </a:ln>
        </p:spPr>
        <p:txBody>
          <a:bodyPr lIns="0" bIns="360000" anchor="ctr" anchorCtr="0"/>
          <a:lstStyle>
            <a:lvl1pPr marL="396000" indent="-396000">
              <a:buFont typeface="+mj-lt"/>
              <a:buAutoNum type="arabicPeriod"/>
              <a:defRPr sz="3250"/>
            </a:lvl1pPr>
          </a:lstStyle>
          <a:p>
            <a:r>
              <a:rPr lang="fr-FR" dirty="0"/>
              <a:t>Titre</a:t>
            </a:r>
          </a:p>
        </p:txBody>
      </p:sp>
      <p:sp>
        <p:nvSpPr>
          <p:cNvPr id="7" name="Espace réservé de la date 1">
            <a:extLst>
              <a:ext uri="{FF2B5EF4-FFF2-40B4-BE49-F238E27FC236}">
                <a16:creationId xmlns:a16="http://schemas.microsoft.com/office/drawing/2014/main" id="{9748505C-3D2A-D74D-9CDB-23720A2BFF18}"/>
              </a:ext>
            </a:extLst>
          </p:cNvPr>
          <p:cNvSpPr>
            <a:spLocks noGrp="1"/>
          </p:cNvSpPr>
          <p:nvPr>
            <p:ph type="dt" sz="half" idx="10"/>
          </p:nvPr>
        </p:nvSpPr>
        <p:spPr bwMode="gray">
          <a:xfrm>
            <a:off x="6419323" y="4783500"/>
            <a:ext cx="1170000" cy="360000"/>
          </a:xfrm>
          <a:prstGeom prst="rect">
            <a:avLst/>
          </a:prstGeom>
        </p:spPr>
        <p:txBody>
          <a:bodyPr/>
          <a:lstStyle/>
          <a:p>
            <a:pPr algn="r"/>
            <a:fld id="{80708A47-EF35-45C3-8BF0-5C29E8226EDF}" type="datetime1">
              <a:rPr lang="fr-FR" cap="all" smtClean="0">
                <a:solidFill>
                  <a:srgbClr val="000000"/>
                </a:solidFill>
              </a:rPr>
              <a:pPr algn="r"/>
              <a:t>07/01/2025</a:t>
            </a:fld>
            <a:endParaRPr lang="fr-FR" cap="all" dirty="0">
              <a:solidFill>
                <a:srgbClr val="000000"/>
              </a:solidFill>
            </a:endParaRPr>
          </a:p>
        </p:txBody>
      </p:sp>
      <p:sp>
        <p:nvSpPr>
          <p:cNvPr id="9" name="Espace réservé du numéro de diapositive 7">
            <a:extLst>
              <a:ext uri="{FF2B5EF4-FFF2-40B4-BE49-F238E27FC236}">
                <a16:creationId xmlns:a16="http://schemas.microsoft.com/office/drawing/2014/main" id="{98F10018-47D8-6540-8D30-5845FE9749F3}"/>
              </a:ext>
            </a:extLst>
          </p:cNvPr>
          <p:cNvSpPr>
            <a:spLocks noGrp="1"/>
          </p:cNvSpPr>
          <p:nvPr>
            <p:ph type="sldNum" sz="quarter" idx="12"/>
          </p:nvPr>
        </p:nvSpPr>
        <p:spPr bwMode="gray">
          <a:xfrm>
            <a:off x="7596336" y="4783500"/>
            <a:ext cx="1170000" cy="360000"/>
          </a:xfrm>
          <a:prstGeom prst="rect">
            <a:avLst/>
          </a:prstGeom>
        </p:spPr>
        <p:txBody>
          <a:bodyPr/>
          <a:lstStyle>
            <a:lvl1pPr algn="r">
              <a:defRPr sz="1600">
                <a:solidFill>
                  <a:srgbClr val="FF0000"/>
                </a:solidFill>
              </a:defRPr>
            </a:lvl1pPr>
          </a:lstStyle>
          <a:p>
            <a:fld id="{733122C9-A0B9-462F-8757-0847AD287B63}" type="slidenum">
              <a:rPr lang="fr-FR" smtClean="0"/>
              <a:pPr/>
              <a:t>‹N°›</a:t>
            </a:fld>
            <a:endParaRPr lang="fr-FR" dirty="0"/>
          </a:p>
        </p:txBody>
      </p:sp>
    </p:spTree>
    <p:extLst>
      <p:ext uri="{BB962C8B-B14F-4D97-AF65-F5344CB8AC3E}">
        <p14:creationId xmlns:p14="http://schemas.microsoft.com/office/powerpoint/2010/main" val="33094094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re et textes 3 colonnes">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a:xfrm>
            <a:off x="359999" y="900000"/>
            <a:ext cx="8424000" cy="720000"/>
          </a:xfrm>
        </p:spPr>
        <p:txBody>
          <a:bodyPr/>
          <a:lstStyle>
            <a:lvl1pPr>
              <a:defRPr/>
            </a:lvl1pPr>
          </a:lstStyle>
          <a:p>
            <a:r>
              <a:rPr lang="fr-FR" dirty="0"/>
              <a:t>Titre</a:t>
            </a:r>
          </a:p>
        </p:txBody>
      </p:sp>
      <p:sp>
        <p:nvSpPr>
          <p:cNvPr id="10" name="Espace réservé du texte 9"/>
          <p:cNvSpPr>
            <a:spLocks noGrp="1"/>
          </p:cNvSpPr>
          <p:nvPr>
            <p:ph type="body" sz="quarter" idx="13" hasCustomPrompt="1"/>
          </p:nvPr>
        </p:nvSpPr>
        <p:spPr bwMode="gray">
          <a:xfrm>
            <a:off x="3312000" y="180000"/>
            <a:ext cx="5472000" cy="360000"/>
          </a:xfrm>
        </p:spPr>
        <p:txBody>
          <a:bodyPr/>
          <a:lstStyle>
            <a:lvl1pPr marL="108000" indent="-108000" algn="r">
              <a:spcAft>
                <a:spcPts val="0"/>
              </a:spcAft>
              <a:buFont typeface="+mj-lt"/>
              <a:buAutoNum type="arabicPeriod"/>
              <a:defRPr sz="750" b="1"/>
            </a:lvl1pPr>
            <a:lvl2pPr marL="108000" indent="-108000" algn="r">
              <a:spcBef>
                <a:spcPts val="0"/>
              </a:spcBef>
              <a:spcAft>
                <a:spcPts val="0"/>
              </a:spcAft>
              <a:buFont typeface="+mj-lt"/>
              <a:buAutoNum type="alphaLcPeriod"/>
              <a:defRPr sz="750"/>
            </a:lvl2pPr>
          </a:lstStyle>
          <a:p>
            <a:pPr lvl="0"/>
            <a:r>
              <a:rPr lang="fr-FR" dirty="0"/>
              <a:t>Titre</a:t>
            </a:r>
          </a:p>
          <a:p>
            <a:pPr lvl="1"/>
            <a:r>
              <a:rPr lang="fr-FR" dirty="0"/>
              <a:t>Sous-titre</a:t>
            </a:r>
          </a:p>
        </p:txBody>
      </p:sp>
      <p:sp>
        <p:nvSpPr>
          <p:cNvPr id="12" name="Espace réservé du texte 11"/>
          <p:cNvSpPr>
            <a:spLocks noGrp="1"/>
          </p:cNvSpPr>
          <p:nvPr>
            <p:ph type="body" sz="quarter" idx="14" hasCustomPrompt="1"/>
          </p:nvPr>
        </p:nvSpPr>
        <p:spPr bwMode="gray">
          <a:xfrm>
            <a:off x="359999" y="1836000"/>
            <a:ext cx="2520000" cy="2574000"/>
          </a:xfrm>
        </p:spPr>
        <p:txBody>
          <a:bodyPr/>
          <a:lstStyle>
            <a:lvl1pPr>
              <a:defRPr/>
            </a:lvl1pPr>
            <a:lvl2pPr>
              <a:defRPr/>
            </a:lvl2pPr>
            <a:lvl3pPr>
              <a:defRPr baseline="0"/>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13" name="Espace réservé du texte 11"/>
          <p:cNvSpPr>
            <a:spLocks noGrp="1"/>
          </p:cNvSpPr>
          <p:nvPr>
            <p:ph type="body" sz="quarter" idx="15" hasCustomPrompt="1"/>
          </p:nvPr>
        </p:nvSpPr>
        <p:spPr bwMode="gray">
          <a:xfrm>
            <a:off x="3312000" y="1836000"/>
            <a:ext cx="2520000" cy="2574000"/>
          </a:xfrm>
        </p:spPr>
        <p:txBody>
          <a:bodyPr/>
          <a:lstStyle>
            <a:lvl1pPr>
              <a:defRPr/>
            </a:lvl1pPr>
            <a:lvl2pPr>
              <a:defRPr/>
            </a:lvl2pPr>
            <a:lvl3pPr>
              <a:defRPr baseline="0"/>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14" name="Espace réservé du texte 11"/>
          <p:cNvSpPr>
            <a:spLocks noGrp="1"/>
          </p:cNvSpPr>
          <p:nvPr>
            <p:ph type="body" sz="quarter" idx="16" hasCustomPrompt="1"/>
          </p:nvPr>
        </p:nvSpPr>
        <p:spPr bwMode="gray">
          <a:xfrm>
            <a:off x="6264000" y="1836000"/>
            <a:ext cx="2520000" cy="2574000"/>
          </a:xfrm>
        </p:spPr>
        <p:txBody>
          <a:bodyPr/>
          <a:lstStyle>
            <a:lvl1pPr>
              <a:defRPr/>
            </a:lvl1pPr>
            <a:lvl2pPr>
              <a:defRPr/>
            </a:lvl2pPr>
            <a:lvl3pPr>
              <a:defRPr baseline="0"/>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11" name="Espace réservé de la date 1">
            <a:extLst>
              <a:ext uri="{FF2B5EF4-FFF2-40B4-BE49-F238E27FC236}">
                <a16:creationId xmlns:a16="http://schemas.microsoft.com/office/drawing/2014/main" id="{9F5F8F36-9414-6946-BDAE-0A76E569CDF2}"/>
              </a:ext>
            </a:extLst>
          </p:cNvPr>
          <p:cNvSpPr>
            <a:spLocks noGrp="1"/>
          </p:cNvSpPr>
          <p:nvPr>
            <p:ph type="dt" sz="half" idx="10"/>
          </p:nvPr>
        </p:nvSpPr>
        <p:spPr bwMode="gray">
          <a:xfrm>
            <a:off x="6426336" y="4783500"/>
            <a:ext cx="1170000" cy="360000"/>
          </a:xfrm>
          <a:prstGeom prst="rect">
            <a:avLst/>
          </a:prstGeom>
        </p:spPr>
        <p:txBody>
          <a:bodyPr/>
          <a:lstStyle/>
          <a:p>
            <a:pPr algn="r"/>
            <a:fld id="{74A03300-A62F-4DF5-966E-3CB9D38AC02B}" type="datetime1">
              <a:rPr lang="fr-FR" cap="all" smtClean="0">
                <a:solidFill>
                  <a:srgbClr val="000000"/>
                </a:solidFill>
              </a:rPr>
              <a:pPr algn="r"/>
              <a:t>07/01/2025</a:t>
            </a:fld>
            <a:endParaRPr lang="fr-FR" cap="all" dirty="0">
              <a:solidFill>
                <a:srgbClr val="000000"/>
              </a:solidFill>
            </a:endParaRPr>
          </a:p>
        </p:txBody>
      </p:sp>
      <p:sp>
        <p:nvSpPr>
          <p:cNvPr id="15" name="Espace réservé du numéro de diapositive 7">
            <a:extLst>
              <a:ext uri="{FF2B5EF4-FFF2-40B4-BE49-F238E27FC236}">
                <a16:creationId xmlns:a16="http://schemas.microsoft.com/office/drawing/2014/main" id="{39B13F4C-6D78-BF47-94DF-EE7823417253}"/>
              </a:ext>
            </a:extLst>
          </p:cNvPr>
          <p:cNvSpPr>
            <a:spLocks noGrp="1"/>
          </p:cNvSpPr>
          <p:nvPr>
            <p:ph type="sldNum" sz="quarter" idx="12"/>
          </p:nvPr>
        </p:nvSpPr>
        <p:spPr bwMode="gray">
          <a:xfrm>
            <a:off x="7596336" y="4783500"/>
            <a:ext cx="1170000" cy="360000"/>
          </a:xfrm>
          <a:prstGeom prst="rect">
            <a:avLst/>
          </a:prstGeom>
        </p:spPr>
        <p:txBody>
          <a:bodyPr/>
          <a:lstStyle>
            <a:lvl1pPr algn="r">
              <a:defRPr sz="1600">
                <a:solidFill>
                  <a:srgbClr val="FF0000"/>
                </a:solidFill>
              </a:defRPr>
            </a:lvl1pPr>
          </a:lstStyle>
          <a:p>
            <a:fld id="{733122C9-A0B9-462F-8757-0847AD287B63}" type="slidenum">
              <a:rPr lang="fr-FR" smtClean="0"/>
              <a:pPr/>
              <a:t>‹N°›</a:t>
            </a:fld>
            <a:endParaRPr lang="fr-FR" dirty="0"/>
          </a:p>
        </p:txBody>
      </p:sp>
    </p:spTree>
    <p:extLst>
      <p:ext uri="{BB962C8B-B14F-4D97-AF65-F5344CB8AC3E}">
        <p14:creationId xmlns:p14="http://schemas.microsoft.com/office/powerpoint/2010/main" val="12457878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re et contenu">
    <p:spTree>
      <p:nvGrpSpPr>
        <p:cNvPr id="1" name=""/>
        <p:cNvGrpSpPr/>
        <p:nvPr/>
      </p:nvGrpSpPr>
      <p:grpSpPr>
        <a:xfrm>
          <a:off x="0" y="0"/>
          <a:ext cx="0" cy="0"/>
          <a:chOff x="0" y="0"/>
          <a:chExt cx="0" cy="0"/>
        </a:xfrm>
      </p:grpSpPr>
      <p:sp>
        <p:nvSpPr>
          <p:cNvPr id="4" name="Titre 3"/>
          <p:cNvSpPr>
            <a:spLocks noGrp="1"/>
          </p:cNvSpPr>
          <p:nvPr>
            <p:ph type="title" hasCustomPrompt="1"/>
          </p:nvPr>
        </p:nvSpPr>
        <p:spPr bwMode="gray">
          <a:xfrm>
            <a:off x="359999" y="900000"/>
            <a:ext cx="8424000" cy="720000"/>
          </a:xfrm>
        </p:spPr>
        <p:txBody>
          <a:bodyPr/>
          <a:lstStyle/>
          <a:p>
            <a:r>
              <a:rPr lang="fr-FR" noProof="0" dirty="0"/>
              <a:t>Titre</a:t>
            </a:r>
            <a:endParaRPr lang="fr-FR" dirty="0"/>
          </a:p>
        </p:txBody>
      </p:sp>
      <p:sp>
        <p:nvSpPr>
          <p:cNvPr id="9" name="Espace réservé du contenu 8"/>
          <p:cNvSpPr>
            <a:spLocks noGrp="1"/>
          </p:cNvSpPr>
          <p:nvPr>
            <p:ph sz="quarter" idx="14" hasCustomPrompt="1"/>
          </p:nvPr>
        </p:nvSpPr>
        <p:spPr bwMode="gray">
          <a:xfrm>
            <a:off x="359998" y="1836000"/>
            <a:ext cx="8424000" cy="2574000"/>
          </a:xfrm>
        </p:spPr>
        <p:txBody>
          <a:bodyPr/>
          <a:lstStyle>
            <a:lvl1pPr>
              <a:defRPr/>
            </a:lvl1pPr>
            <a:lvl2pPr>
              <a:defRPr/>
            </a:lvl2pPr>
            <a:lvl3pPr>
              <a:defRPr/>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15" name="Espace réservé du texte 9"/>
          <p:cNvSpPr>
            <a:spLocks noGrp="1"/>
          </p:cNvSpPr>
          <p:nvPr>
            <p:ph type="body" sz="quarter" idx="13" hasCustomPrompt="1"/>
          </p:nvPr>
        </p:nvSpPr>
        <p:spPr bwMode="gray">
          <a:xfrm>
            <a:off x="3312000" y="180000"/>
            <a:ext cx="5472000" cy="360000"/>
          </a:xfrm>
        </p:spPr>
        <p:txBody>
          <a:bodyPr/>
          <a:lstStyle>
            <a:lvl1pPr marL="108000" indent="-108000" algn="r">
              <a:spcAft>
                <a:spcPts val="0"/>
              </a:spcAft>
              <a:buFont typeface="+mj-lt"/>
              <a:buAutoNum type="arabicPeriod"/>
              <a:defRPr sz="750" b="1"/>
            </a:lvl1pPr>
            <a:lvl2pPr marL="108000" indent="-108000" algn="r">
              <a:spcBef>
                <a:spcPts val="0"/>
              </a:spcBef>
              <a:spcAft>
                <a:spcPts val="0"/>
              </a:spcAft>
              <a:buFont typeface="+mj-lt"/>
              <a:buAutoNum type="alphaLcPeriod"/>
              <a:defRPr sz="750"/>
            </a:lvl2pPr>
          </a:lstStyle>
          <a:p>
            <a:pPr lvl="0"/>
            <a:r>
              <a:rPr lang="fr-FR" dirty="0"/>
              <a:t>Titre</a:t>
            </a:r>
          </a:p>
          <a:p>
            <a:pPr lvl="1"/>
            <a:r>
              <a:rPr lang="fr-FR" dirty="0"/>
              <a:t>Sous-titre</a:t>
            </a:r>
          </a:p>
        </p:txBody>
      </p:sp>
      <p:sp>
        <p:nvSpPr>
          <p:cNvPr id="8" name="Espace réservé de la date 1">
            <a:extLst>
              <a:ext uri="{FF2B5EF4-FFF2-40B4-BE49-F238E27FC236}">
                <a16:creationId xmlns:a16="http://schemas.microsoft.com/office/drawing/2014/main" id="{48DF368D-0C4B-2743-8FE5-01F96D2C1253}"/>
              </a:ext>
            </a:extLst>
          </p:cNvPr>
          <p:cNvSpPr>
            <a:spLocks noGrp="1"/>
          </p:cNvSpPr>
          <p:nvPr>
            <p:ph type="dt" sz="half" idx="10"/>
          </p:nvPr>
        </p:nvSpPr>
        <p:spPr bwMode="gray">
          <a:xfrm>
            <a:off x="6426336" y="4783500"/>
            <a:ext cx="1170000" cy="360000"/>
          </a:xfrm>
          <a:prstGeom prst="rect">
            <a:avLst/>
          </a:prstGeom>
        </p:spPr>
        <p:txBody>
          <a:bodyPr/>
          <a:lstStyle/>
          <a:p>
            <a:pPr algn="r"/>
            <a:fld id="{6F42726C-76A3-45BB-9E3B-0F2EB6320166}" type="datetime1">
              <a:rPr lang="fr-FR" cap="all" smtClean="0">
                <a:solidFill>
                  <a:srgbClr val="000000"/>
                </a:solidFill>
              </a:rPr>
              <a:pPr algn="r"/>
              <a:t>07/01/2025</a:t>
            </a:fld>
            <a:endParaRPr lang="fr-FR" cap="all" dirty="0">
              <a:solidFill>
                <a:srgbClr val="000000"/>
              </a:solidFill>
            </a:endParaRPr>
          </a:p>
        </p:txBody>
      </p:sp>
      <p:sp>
        <p:nvSpPr>
          <p:cNvPr id="10" name="Espace réservé du numéro de diapositive 7">
            <a:extLst>
              <a:ext uri="{FF2B5EF4-FFF2-40B4-BE49-F238E27FC236}">
                <a16:creationId xmlns:a16="http://schemas.microsoft.com/office/drawing/2014/main" id="{18BB1EA6-B51D-8C43-9842-1E89F403ABFA}"/>
              </a:ext>
            </a:extLst>
          </p:cNvPr>
          <p:cNvSpPr>
            <a:spLocks noGrp="1"/>
          </p:cNvSpPr>
          <p:nvPr>
            <p:ph type="sldNum" sz="quarter" idx="12"/>
          </p:nvPr>
        </p:nvSpPr>
        <p:spPr bwMode="gray">
          <a:xfrm>
            <a:off x="7596336" y="4783500"/>
            <a:ext cx="1170000" cy="360000"/>
          </a:xfrm>
          <a:prstGeom prst="rect">
            <a:avLst/>
          </a:prstGeom>
        </p:spPr>
        <p:txBody>
          <a:bodyPr/>
          <a:lstStyle>
            <a:lvl1pPr algn="r">
              <a:defRPr sz="1600">
                <a:solidFill>
                  <a:srgbClr val="FF0000"/>
                </a:solidFill>
              </a:defRPr>
            </a:lvl1pPr>
          </a:lstStyle>
          <a:p>
            <a:fld id="{733122C9-A0B9-462F-8757-0847AD287B63}" type="slidenum">
              <a:rPr lang="fr-FR" smtClean="0"/>
              <a:pPr/>
              <a:t>‹N°›</a:t>
            </a:fld>
            <a:endParaRPr lang="fr-FR" dirty="0"/>
          </a:p>
        </p:txBody>
      </p:sp>
    </p:spTree>
    <p:extLst>
      <p:ext uri="{BB962C8B-B14F-4D97-AF65-F5344CB8AC3E}">
        <p14:creationId xmlns:p14="http://schemas.microsoft.com/office/powerpoint/2010/main" val="23633287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uverture">
    <p:spTree>
      <p:nvGrpSpPr>
        <p:cNvPr id="1" name=""/>
        <p:cNvGrpSpPr/>
        <p:nvPr/>
      </p:nvGrpSpPr>
      <p:grpSpPr>
        <a:xfrm>
          <a:off x="0" y="0"/>
          <a:ext cx="0" cy="0"/>
          <a:chOff x="0" y="0"/>
          <a:chExt cx="0" cy="0"/>
        </a:xfrm>
      </p:grpSpPr>
      <p:sp>
        <p:nvSpPr>
          <p:cNvPr id="4" name="Espace réservé de la date 3"/>
          <p:cNvSpPr>
            <a:spLocks noGrp="1"/>
          </p:cNvSpPr>
          <p:nvPr>
            <p:ph type="dt" sz="half" idx="10"/>
          </p:nvPr>
        </p:nvSpPr>
        <p:spPr bwMode="gray">
          <a:xfrm>
            <a:off x="0" y="4963500"/>
            <a:ext cx="180000" cy="180000"/>
          </a:xfrm>
          <a:prstGeom prst="rect">
            <a:avLst/>
          </a:prstGeom>
          <a:ln>
            <a:solidFill>
              <a:schemeClr val="tx1">
                <a:alpha val="0"/>
              </a:schemeClr>
            </a:solidFill>
          </a:ln>
        </p:spPr>
        <p:txBody>
          <a:bodyPr/>
          <a:lstStyle>
            <a:lvl1pPr>
              <a:defRPr sz="100">
                <a:solidFill>
                  <a:schemeClr val="tx1">
                    <a:alpha val="0"/>
                  </a:schemeClr>
                </a:solidFill>
              </a:defRPr>
            </a:lvl1pPr>
          </a:lstStyle>
          <a:p>
            <a:fld id="{A0D324E6-168B-49CF-88F7-1B95819E3F9B}" type="datetime1">
              <a:rPr lang="fr-FR" smtClean="0">
                <a:solidFill>
                  <a:srgbClr val="000000">
                    <a:alpha val="0"/>
                  </a:srgbClr>
                </a:solidFill>
              </a:rPr>
              <a:pPr/>
              <a:t>07/01/2025</a:t>
            </a:fld>
            <a:endParaRPr lang="fr-FR">
              <a:solidFill>
                <a:srgbClr val="000000">
                  <a:alpha val="0"/>
                </a:srgbClr>
              </a:solidFill>
            </a:endParaRPr>
          </a:p>
        </p:txBody>
      </p:sp>
      <p:sp>
        <p:nvSpPr>
          <p:cNvPr id="5" name="Espace réservé du pied de page 4"/>
          <p:cNvSpPr>
            <a:spLocks noGrp="1"/>
          </p:cNvSpPr>
          <p:nvPr>
            <p:ph type="ftr" sz="quarter" idx="11"/>
          </p:nvPr>
        </p:nvSpPr>
        <p:spPr bwMode="gray">
          <a:xfrm>
            <a:off x="720000" y="3919897"/>
            <a:ext cx="3240000" cy="900000"/>
          </a:xfrm>
          <a:prstGeom prst="rect">
            <a:avLst/>
          </a:prstGeom>
        </p:spPr>
        <p:txBody>
          <a:bodyPr anchor="b" anchorCtr="0"/>
          <a:lstStyle>
            <a:lvl1pPr>
              <a:defRPr sz="1150"/>
            </a:lvl1pPr>
          </a:lstStyle>
          <a:p>
            <a:endParaRPr lang="fr-FR">
              <a:solidFill>
                <a:srgbClr val="000000"/>
              </a:solidFill>
            </a:endParaRPr>
          </a:p>
        </p:txBody>
      </p:sp>
      <p:sp>
        <p:nvSpPr>
          <p:cNvPr id="6" name="Espace réservé du numéro de diapositive 5"/>
          <p:cNvSpPr>
            <a:spLocks noGrp="1"/>
          </p:cNvSpPr>
          <p:nvPr>
            <p:ph type="sldNum" sz="quarter" idx="12"/>
          </p:nvPr>
        </p:nvSpPr>
        <p:spPr bwMode="gray">
          <a:xfrm>
            <a:off x="0" y="4963500"/>
            <a:ext cx="180000" cy="180000"/>
          </a:xfrm>
          <a:prstGeom prst="rect">
            <a:avLst/>
          </a:prstGeom>
          <a:ln>
            <a:solidFill>
              <a:schemeClr val="tx1">
                <a:alpha val="0"/>
              </a:schemeClr>
            </a:solidFill>
          </a:ln>
        </p:spPr>
        <p:txBody>
          <a:bodyPr/>
          <a:lstStyle>
            <a:lvl1pPr>
              <a:defRPr sz="100">
                <a:solidFill>
                  <a:schemeClr val="tx1">
                    <a:alpha val="0"/>
                  </a:schemeClr>
                </a:solidFill>
              </a:defRPr>
            </a:lvl1pPr>
          </a:lstStyle>
          <a:p>
            <a:fld id="{10C140CD-8AED-46FF-A9A2-77308F3F39AE}" type="slidenum">
              <a:rPr lang="fr-FR" smtClean="0">
                <a:solidFill>
                  <a:srgbClr val="000000">
                    <a:alpha val="0"/>
                  </a:srgbClr>
                </a:solidFill>
              </a:rPr>
              <a:pPr/>
              <a:t>‹N°›</a:t>
            </a:fld>
            <a:endParaRPr lang="fr-FR">
              <a:solidFill>
                <a:srgbClr val="000000">
                  <a:alpha val="0"/>
                </a:srgbClr>
              </a:solidFill>
            </a:endParaRPr>
          </a:p>
        </p:txBody>
      </p:sp>
      <p:sp>
        <p:nvSpPr>
          <p:cNvPr id="7" name="Titre 6"/>
          <p:cNvSpPr>
            <a:spLocks noGrp="1"/>
          </p:cNvSpPr>
          <p:nvPr>
            <p:ph type="title" hasCustomPrompt="1"/>
          </p:nvPr>
        </p:nvSpPr>
        <p:spPr bwMode="gray">
          <a:xfrm>
            <a:off x="0" y="0"/>
            <a:ext cx="180000" cy="180000"/>
          </a:xfrm>
          <a:ln>
            <a:solidFill>
              <a:schemeClr val="tx1">
                <a:alpha val="0"/>
              </a:schemeClr>
            </a:solidFill>
          </a:ln>
        </p:spPr>
        <p:txBody>
          <a:bodyPr/>
          <a:lstStyle>
            <a:lvl1pPr>
              <a:defRPr sz="100">
                <a:solidFill>
                  <a:schemeClr val="tx1">
                    <a:alpha val="0"/>
                  </a:schemeClr>
                </a:solidFill>
              </a:defRPr>
            </a:lvl1pPr>
          </a:lstStyle>
          <a:p>
            <a:r>
              <a:rPr lang="fr-FR"/>
              <a:t>Titre</a:t>
            </a:r>
          </a:p>
        </p:txBody>
      </p:sp>
      <p:pic>
        <p:nvPicPr>
          <p:cNvPr id="8" name="Image 7">
            <a:extLst>
              <a:ext uri="{FF2B5EF4-FFF2-40B4-BE49-F238E27FC236}">
                <a16:creationId xmlns:a16="http://schemas.microsoft.com/office/drawing/2014/main" id="{9571B293-EB6B-9149-9E08-668EB7F040F0}"/>
              </a:ext>
            </a:extLst>
          </p:cNvPr>
          <p:cNvPicPr>
            <a:picLocks noChangeAspect="1"/>
          </p:cNvPicPr>
          <p:nvPr userDrawn="1"/>
        </p:nvPicPr>
        <p:blipFill>
          <a:blip r:embed="rId2" cstate="print"/>
          <a:stretch>
            <a:fillRect/>
          </a:stretch>
        </p:blipFill>
        <p:spPr>
          <a:xfrm>
            <a:off x="-16829" y="1"/>
            <a:ext cx="9160828" cy="5152965"/>
          </a:xfrm>
          <a:prstGeom prst="rect">
            <a:avLst/>
          </a:prstGeom>
        </p:spPr>
      </p:pic>
    </p:spTree>
    <p:extLst>
      <p:ext uri="{BB962C8B-B14F-4D97-AF65-F5344CB8AC3E}">
        <p14:creationId xmlns:p14="http://schemas.microsoft.com/office/powerpoint/2010/main" val="27127504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re et sous-titre">
    <p:spTree>
      <p:nvGrpSpPr>
        <p:cNvPr id="1" name=""/>
        <p:cNvGrpSpPr/>
        <p:nvPr/>
      </p:nvGrpSpPr>
      <p:grpSpPr>
        <a:xfrm>
          <a:off x="0" y="0"/>
          <a:ext cx="0" cy="0"/>
          <a:chOff x="0" y="0"/>
          <a:chExt cx="0" cy="0"/>
        </a:xfrm>
      </p:grpSpPr>
      <p:pic>
        <p:nvPicPr>
          <p:cNvPr id="14" name="Image 13">
            <a:extLst>
              <a:ext uri="{FF2B5EF4-FFF2-40B4-BE49-F238E27FC236}">
                <a16:creationId xmlns:a16="http://schemas.microsoft.com/office/drawing/2014/main" id="{0B3ED864-6123-8B40-8783-2DF8831D71C8}"/>
              </a:ext>
            </a:extLst>
          </p:cNvPr>
          <p:cNvPicPr>
            <a:picLocks noChangeAspect="1"/>
          </p:cNvPicPr>
          <p:nvPr userDrawn="1"/>
        </p:nvPicPr>
        <p:blipFill>
          <a:blip r:embed="rId2" cstate="print"/>
          <a:stretch>
            <a:fillRect/>
          </a:stretch>
        </p:blipFill>
        <p:spPr>
          <a:xfrm>
            <a:off x="-16828" y="5359"/>
            <a:ext cx="9160828" cy="5152965"/>
          </a:xfrm>
          <a:prstGeom prst="rect">
            <a:avLst/>
          </a:prstGeom>
        </p:spPr>
      </p:pic>
      <p:sp>
        <p:nvSpPr>
          <p:cNvPr id="7" name="Titre 6"/>
          <p:cNvSpPr>
            <a:spLocks noGrp="1"/>
          </p:cNvSpPr>
          <p:nvPr>
            <p:ph type="title" hasCustomPrompt="1"/>
          </p:nvPr>
        </p:nvSpPr>
        <p:spPr bwMode="gray">
          <a:xfrm>
            <a:off x="0" y="0"/>
            <a:ext cx="180000" cy="180000"/>
          </a:xfrm>
          <a:ln>
            <a:solidFill>
              <a:schemeClr val="tx1">
                <a:alpha val="0"/>
              </a:schemeClr>
            </a:solidFill>
          </a:ln>
        </p:spPr>
        <p:txBody>
          <a:bodyPr/>
          <a:lstStyle>
            <a:lvl1pPr>
              <a:defRPr sz="100">
                <a:solidFill>
                  <a:schemeClr val="tx1">
                    <a:alpha val="0"/>
                  </a:schemeClr>
                </a:solidFill>
              </a:defRPr>
            </a:lvl1pPr>
          </a:lstStyle>
          <a:p>
            <a:r>
              <a:rPr lang="fr-FR"/>
              <a:t>Titre</a:t>
            </a:r>
          </a:p>
        </p:txBody>
      </p:sp>
      <p:sp>
        <p:nvSpPr>
          <p:cNvPr id="2" name="Espace réservé de la date 1"/>
          <p:cNvSpPr>
            <a:spLocks noGrp="1"/>
          </p:cNvSpPr>
          <p:nvPr>
            <p:ph type="dt" sz="half" idx="10"/>
          </p:nvPr>
        </p:nvSpPr>
        <p:spPr bwMode="gray">
          <a:xfrm>
            <a:off x="6426336" y="4783500"/>
            <a:ext cx="1170000" cy="360000"/>
          </a:xfrm>
          <a:prstGeom prst="rect">
            <a:avLst/>
          </a:prstGeom>
        </p:spPr>
        <p:txBody>
          <a:bodyPr/>
          <a:lstStyle/>
          <a:p>
            <a:pPr algn="r"/>
            <a:fld id="{99BD388D-CA1A-43B3-B616-228F45499086}" type="datetime1">
              <a:rPr lang="fr-FR" cap="all" smtClean="0">
                <a:solidFill>
                  <a:srgbClr val="000000"/>
                </a:solidFill>
              </a:rPr>
              <a:pPr algn="r"/>
              <a:t>07/01/2025</a:t>
            </a:fld>
            <a:endParaRPr lang="fr-FR" cap="all">
              <a:solidFill>
                <a:srgbClr val="000000"/>
              </a:solidFill>
            </a:endParaRPr>
          </a:p>
        </p:txBody>
      </p:sp>
      <p:sp>
        <p:nvSpPr>
          <p:cNvPr id="8" name="Espace réservé du numéro de diapositive 7"/>
          <p:cNvSpPr>
            <a:spLocks noGrp="1"/>
          </p:cNvSpPr>
          <p:nvPr>
            <p:ph type="sldNum" sz="quarter" idx="12"/>
          </p:nvPr>
        </p:nvSpPr>
        <p:spPr bwMode="gray">
          <a:xfrm>
            <a:off x="7596336" y="4783500"/>
            <a:ext cx="1170000" cy="360000"/>
          </a:xfrm>
          <a:prstGeom prst="rect">
            <a:avLst/>
          </a:prstGeom>
        </p:spPr>
        <p:txBody>
          <a:bodyPr/>
          <a:lstStyle>
            <a:lvl1pPr algn="r">
              <a:defRPr sz="1600">
                <a:solidFill>
                  <a:srgbClr val="FF0000"/>
                </a:solidFill>
              </a:defRPr>
            </a:lvl1pPr>
          </a:lstStyle>
          <a:p>
            <a:fld id="{733122C9-A0B9-462F-8757-0847AD287B63}" type="slidenum">
              <a:rPr lang="fr-FR" smtClean="0"/>
              <a:pPr/>
              <a:t>‹N°›</a:t>
            </a:fld>
            <a:endParaRPr lang="fr-FR"/>
          </a:p>
        </p:txBody>
      </p:sp>
      <p:sp>
        <p:nvSpPr>
          <p:cNvPr id="11" name="Espace réservé du texte 10"/>
          <p:cNvSpPr>
            <a:spLocks noGrp="1"/>
          </p:cNvSpPr>
          <p:nvPr>
            <p:ph type="body" sz="quarter" idx="13" hasCustomPrompt="1"/>
          </p:nvPr>
        </p:nvSpPr>
        <p:spPr bwMode="gray">
          <a:xfrm>
            <a:off x="360000" y="2346046"/>
            <a:ext cx="8424000" cy="2077200"/>
          </a:xfrm>
        </p:spPr>
        <p:txBody>
          <a:bodyPr/>
          <a:lstStyle>
            <a:lvl1pPr>
              <a:lnSpc>
                <a:spcPct val="90000"/>
              </a:lnSpc>
              <a:spcAft>
                <a:spcPts val="0"/>
              </a:spcAft>
              <a:defRPr sz="3250" b="1" cap="none" baseline="0">
                <a:solidFill>
                  <a:srgbClr val="0C5076"/>
                </a:solidFill>
              </a:defRPr>
            </a:lvl1pPr>
            <a:lvl2pPr marL="0" indent="0">
              <a:spcBef>
                <a:spcPts val="500"/>
              </a:spcBef>
              <a:spcAft>
                <a:spcPts val="0"/>
              </a:spcAft>
              <a:buNone/>
              <a:defRPr sz="1850"/>
            </a:lvl2pPr>
          </a:lstStyle>
          <a:p>
            <a:pPr lvl="0"/>
            <a:r>
              <a:rPr lang="fr-FR"/>
              <a:t>Titre</a:t>
            </a:r>
          </a:p>
          <a:p>
            <a:pPr lvl="1"/>
            <a:r>
              <a:rPr lang="fr-FR"/>
              <a:t>Sous-titre</a:t>
            </a:r>
          </a:p>
        </p:txBody>
      </p:sp>
    </p:spTree>
    <p:extLst>
      <p:ext uri="{BB962C8B-B14F-4D97-AF65-F5344CB8AC3E}">
        <p14:creationId xmlns:p14="http://schemas.microsoft.com/office/powerpoint/2010/main" val="21504039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ommaire">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a:xfrm>
            <a:off x="359999" y="900000"/>
            <a:ext cx="8424000" cy="720000"/>
          </a:xfrm>
        </p:spPr>
        <p:txBody>
          <a:bodyPr/>
          <a:lstStyle>
            <a:lvl1pPr>
              <a:defRPr/>
            </a:lvl1pPr>
          </a:lstStyle>
          <a:p>
            <a:r>
              <a:rPr lang="fr-FR"/>
              <a:t>Titre</a:t>
            </a:r>
          </a:p>
        </p:txBody>
      </p:sp>
      <p:sp>
        <p:nvSpPr>
          <p:cNvPr id="8" name="Espace réservé du texte 7"/>
          <p:cNvSpPr>
            <a:spLocks noGrp="1"/>
          </p:cNvSpPr>
          <p:nvPr>
            <p:ph type="body" sz="quarter" idx="13" hasCustomPrompt="1"/>
          </p:nvPr>
        </p:nvSpPr>
        <p:spPr bwMode="gray">
          <a:xfrm>
            <a:off x="359998" y="1891968"/>
            <a:ext cx="2520000" cy="2530800"/>
          </a:xfrm>
        </p:spPr>
        <p:txBody>
          <a:bodyPr/>
          <a:lstStyle>
            <a:lvl1pPr marL="144000" indent="-144000">
              <a:spcBef>
                <a:spcPts val="400"/>
              </a:spcBef>
              <a:spcAft>
                <a:spcPts val="800"/>
              </a:spcAft>
              <a:buFont typeface="+mj-lt"/>
              <a:buAutoNum type="arabicPeriod"/>
              <a:defRPr b="1"/>
            </a:lvl1pPr>
            <a:lvl2pPr marL="324000" indent="-144000">
              <a:spcBef>
                <a:spcPts val="600"/>
              </a:spcBef>
              <a:spcAft>
                <a:spcPts val="800"/>
              </a:spcAft>
              <a:buFont typeface="+mj-lt"/>
              <a:buAutoNum type="alphaLcPeriod"/>
              <a:defRPr>
                <a:solidFill>
                  <a:srgbClr val="EC130E"/>
                </a:solidFill>
              </a:defRPr>
            </a:lvl2pPr>
          </a:lstStyle>
          <a:p>
            <a:pPr lvl="0"/>
            <a:r>
              <a:rPr lang="fr-FR"/>
              <a:t>Titre de la partie</a:t>
            </a:r>
          </a:p>
          <a:p>
            <a:pPr lvl="1"/>
            <a:r>
              <a:rPr lang="fr-FR"/>
              <a:t>Deuxième niveau</a:t>
            </a:r>
          </a:p>
        </p:txBody>
      </p:sp>
      <p:sp>
        <p:nvSpPr>
          <p:cNvPr id="9" name="Espace réservé du texte 7"/>
          <p:cNvSpPr>
            <a:spLocks noGrp="1"/>
          </p:cNvSpPr>
          <p:nvPr>
            <p:ph type="body" sz="quarter" idx="14" hasCustomPrompt="1"/>
          </p:nvPr>
        </p:nvSpPr>
        <p:spPr bwMode="gray">
          <a:xfrm>
            <a:off x="3312000" y="1893600"/>
            <a:ext cx="2520000" cy="2530800"/>
          </a:xfrm>
        </p:spPr>
        <p:txBody>
          <a:bodyPr/>
          <a:lstStyle>
            <a:lvl1pPr marL="144000" indent="-144000">
              <a:spcBef>
                <a:spcPts val="400"/>
              </a:spcBef>
              <a:spcAft>
                <a:spcPts val="800"/>
              </a:spcAft>
              <a:buFont typeface="+mj-lt"/>
              <a:buAutoNum type="arabicPeriod"/>
              <a:defRPr b="1"/>
            </a:lvl1pPr>
            <a:lvl2pPr marL="324000" indent="-144000">
              <a:spcBef>
                <a:spcPts val="600"/>
              </a:spcBef>
              <a:spcAft>
                <a:spcPts val="800"/>
              </a:spcAft>
              <a:buFont typeface="+mj-lt"/>
              <a:buAutoNum type="alphaLcPeriod"/>
              <a:defRPr>
                <a:solidFill>
                  <a:srgbClr val="EC130E"/>
                </a:solidFill>
              </a:defRPr>
            </a:lvl2pPr>
          </a:lstStyle>
          <a:p>
            <a:pPr lvl="0"/>
            <a:r>
              <a:rPr lang="fr-FR"/>
              <a:t>Titre de la partie</a:t>
            </a:r>
          </a:p>
          <a:p>
            <a:pPr lvl="1"/>
            <a:r>
              <a:rPr lang="fr-FR"/>
              <a:t>Deuxième niveau</a:t>
            </a:r>
          </a:p>
        </p:txBody>
      </p:sp>
      <p:sp>
        <p:nvSpPr>
          <p:cNvPr id="10" name="Espace réservé du texte 7"/>
          <p:cNvSpPr>
            <a:spLocks noGrp="1"/>
          </p:cNvSpPr>
          <p:nvPr>
            <p:ph type="body" sz="quarter" idx="15" hasCustomPrompt="1"/>
          </p:nvPr>
        </p:nvSpPr>
        <p:spPr bwMode="gray">
          <a:xfrm>
            <a:off x="6263999" y="1893600"/>
            <a:ext cx="2520000" cy="2530800"/>
          </a:xfrm>
        </p:spPr>
        <p:txBody>
          <a:bodyPr/>
          <a:lstStyle>
            <a:lvl1pPr marL="144000" indent="-144000">
              <a:spcBef>
                <a:spcPts val="400"/>
              </a:spcBef>
              <a:spcAft>
                <a:spcPts val="800"/>
              </a:spcAft>
              <a:buFont typeface="+mj-lt"/>
              <a:buAutoNum type="arabicPeriod"/>
              <a:defRPr b="1"/>
            </a:lvl1pPr>
            <a:lvl2pPr marL="324000" indent="-144000">
              <a:spcBef>
                <a:spcPts val="600"/>
              </a:spcBef>
              <a:spcAft>
                <a:spcPts val="800"/>
              </a:spcAft>
              <a:buFont typeface="+mj-lt"/>
              <a:buAutoNum type="alphaLcPeriod"/>
              <a:defRPr>
                <a:solidFill>
                  <a:srgbClr val="EC130E"/>
                </a:solidFill>
              </a:defRPr>
            </a:lvl2pPr>
          </a:lstStyle>
          <a:p>
            <a:pPr lvl="0"/>
            <a:r>
              <a:rPr lang="fr-FR"/>
              <a:t>Titre de la partie</a:t>
            </a:r>
          </a:p>
          <a:p>
            <a:pPr lvl="1"/>
            <a:r>
              <a:rPr lang="fr-FR"/>
              <a:t>Deuxième niveau</a:t>
            </a:r>
          </a:p>
        </p:txBody>
      </p:sp>
      <p:sp>
        <p:nvSpPr>
          <p:cNvPr id="11" name="Espace réservé de la date 1">
            <a:extLst>
              <a:ext uri="{FF2B5EF4-FFF2-40B4-BE49-F238E27FC236}">
                <a16:creationId xmlns:a16="http://schemas.microsoft.com/office/drawing/2014/main" id="{FB55AB75-56F3-004E-8A4E-57EB4CAB795F}"/>
              </a:ext>
            </a:extLst>
          </p:cNvPr>
          <p:cNvSpPr>
            <a:spLocks noGrp="1"/>
          </p:cNvSpPr>
          <p:nvPr>
            <p:ph type="dt" sz="half" idx="10"/>
          </p:nvPr>
        </p:nvSpPr>
        <p:spPr bwMode="gray">
          <a:xfrm>
            <a:off x="6426336" y="4783500"/>
            <a:ext cx="1170000" cy="360000"/>
          </a:xfrm>
          <a:prstGeom prst="rect">
            <a:avLst/>
          </a:prstGeom>
        </p:spPr>
        <p:txBody>
          <a:bodyPr/>
          <a:lstStyle/>
          <a:p>
            <a:pPr algn="r"/>
            <a:fld id="{1AC6AEF6-2A43-4047-9D71-A77265B28DC8}" type="datetime1">
              <a:rPr lang="fr-FR" cap="all" smtClean="0">
                <a:solidFill>
                  <a:srgbClr val="000000"/>
                </a:solidFill>
              </a:rPr>
              <a:pPr algn="r"/>
              <a:t>07/01/2025</a:t>
            </a:fld>
            <a:endParaRPr lang="fr-FR" cap="all">
              <a:solidFill>
                <a:srgbClr val="000000"/>
              </a:solidFill>
            </a:endParaRPr>
          </a:p>
        </p:txBody>
      </p:sp>
      <p:sp>
        <p:nvSpPr>
          <p:cNvPr id="12" name="Espace réservé du numéro de diapositive 7">
            <a:extLst>
              <a:ext uri="{FF2B5EF4-FFF2-40B4-BE49-F238E27FC236}">
                <a16:creationId xmlns:a16="http://schemas.microsoft.com/office/drawing/2014/main" id="{4527032A-C74F-2941-8AD5-E7F64BD5B044}"/>
              </a:ext>
            </a:extLst>
          </p:cNvPr>
          <p:cNvSpPr>
            <a:spLocks noGrp="1"/>
          </p:cNvSpPr>
          <p:nvPr>
            <p:ph type="sldNum" sz="quarter" idx="12"/>
          </p:nvPr>
        </p:nvSpPr>
        <p:spPr bwMode="gray">
          <a:xfrm>
            <a:off x="7596336" y="4783500"/>
            <a:ext cx="1170000" cy="360000"/>
          </a:xfrm>
          <a:prstGeom prst="rect">
            <a:avLst/>
          </a:prstGeom>
        </p:spPr>
        <p:txBody>
          <a:bodyPr/>
          <a:lstStyle>
            <a:lvl1pPr algn="r">
              <a:defRPr sz="1600">
                <a:solidFill>
                  <a:srgbClr val="FF0000"/>
                </a:solidFill>
              </a:defRPr>
            </a:lvl1pPr>
          </a:lstStyle>
          <a:p>
            <a:fld id="{733122C9-A0B9-462F-8757-0847AD287B63}" type="slidenum">
              <a:rPr lang="fr-FR" smtClean="0"/>
              <a:pPr/>
              <a:t>‹N°›</a:t>
            </a:fld>
            <a:endParaRPr lang="fr-FR"/>
          </a:p>
        </p:txBody>
      </p:sp>
    </p:spTree>
    <p:extLst>
      <p:ext uri="{BB962C8B-B14F-4D97-AF65-F5344CB8AC3E}">
        <p14:creationId xmlns:p14="http://schemas.microsoft.com/office/powerpoint/2010/main" val="3912895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hapitre">
    <p:spTree>
      <p:nvGrpSpPr>
        <p:cNvPr id="1" name=""/>
        <p:cNvGrpSpPr/>
        <p:nvPr/>
      </p:nvGrpSpPr>
      <p:grpSpPr>
        <a:xfrm>
          <a:off x="0" y="0"/>
          <a:ext cx="0" cy="0"/>
          <a:chOff x="0" y="0"/>
          <a:chExt cx="0" cy="0"/>
        </a:xfrm>
      </p:grpSpPr>
      <p:sp>
        <p:nvSpPr>
          <p:cNvPr id="8" name="Espace réservé pour une image  7"/>
          <p:cNvSpPr>
            <a:spLocks noGrp="1"/>
          </p:cNvSpPr>
          <p:nvPr>
            <p:ph type="pic" sz="quarter" idx="13" hasCustomPrompt="1"/>
          </p:nvPr>
        </p:nvSpPr>
        <p:spPr bwMode="gray">
          <a:xfrm>
            <a:off x="323528" y="915566"/>
            <a:ext cx="8442808" cy="3672408"/>
          </a:xfrm>
          <a:solidFill>
            <a:schemeClr val="bg1">
              <a:lumMod val="85000"/>
            </a:schemeClr>
          </a:solidFill>
        </p:spPr>
        <p:txBody>
          <a:bodyPr tIns="1080000" anchor="ctr" anchorCtr="0"/>
          <a:lstStyle>
            <a:lvl1pPr algn="ctr">
              <a:defRPr cap="all" baseline="0"/>
            </a:lvl1pPr>
          </a:lstStyle>
          <a:p>
            <a:r>
              <a:rPr lang="fr-FR"/>
              <a:t>Sélectionner l’icône pour insérer une image, </a:t>
            </a:r>
            <a:br>
              <a:rPr lang="fr-FR"/>
            </a:br>
            <a:r>
              <a:rPr lang="fr-FR"/>
              <a:t>puis disposer l’image en arrière plan </a:t>
            </a:r>
            <a:br>
              <a:rPr lang="fr-FR"/>
            </a:br>
            <a:r>
              <a:rPr lang="fr-FR"/>
              <a:t>(Sélectionner l’image avec le bouton droit de la souris / </a:t>
            </a:r>
            <a:br>
              <a:rPr lang="fr-FR"/>
            </a:br>
            <a:r>
              <a:rPr lang="fr-FR"/>
              <a:t>Mettre à l’arrière plan)</a:t>
            </a:r>
          </a:p>
        </p:txBody>
      </p:sp>
      <p:sp>
        <p:nvSpPr>
          <p:cNvPr id="2" name="Titre 1"/>
          <p:cNvSpPr>
            <a:spLocks noGrp="1"/>
          </p:cNvSpPr>
          <p:nvPr>
            <p:ph type="title" hasCustomPrompt="1"/>
          </p:nvPr>
        </p:nvSpPr>
        <p:spPr bwMode="gray">
          <a:xfrm>
            <a:off x="827585" y="915566"/>
            <a:ext cx="7560840" cy="3672408"/>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noFill/>
          </a:ln>
        </p:spPr>
        <p:txBody>
          <a:bodyPr lIns="0" bIns="360000" anchor="ctr" anchorCtr="0"/>
          <a:lstStyle>
            <a:lvl1pPr marL="396000" indent="-396000">
              <a:buFont typeface="+mj-lt"/>
              <a:buAutoNum type="arabicPeriod"/>
              <a:defRPr sz="3250"/>
            </a:lvl1pPr>
          </a:lstStyle>
          <a:p>
            <a:r>
              <a:rPr lang="fr-FR"/>
              <a:t>Titre</a:t>
            </a:r>
          </a:p>
        </p:txBody>
      </p:sp>
      <p:sp>
        <p:nvSpPr>
          <p:cNvPr id="7" name="Espace réservé de la date 1">
            <a:extLst>
              <a:ext uri="{FF2B5EF4-FFF2-40B4-BE49-F238E27FC236}">
                <a16:creationId xmlns:a16="http://schemas.microsoft.com/office/drawing/2014/main" id="{9748505C-3D2A-D74D-9CDB-23720A2BFF18}"/>
              </a:ext>
            </a:extLst>
          </p:cNvPr>
          <p:cNvSpPr>
            <a:spLocks noGrp="1"/>
          </p:cNvSpPr>
          <p:nvPr>
            <p:ph type="dt" sz="half" idx="10"/>
          </p:nvPr>
        </p:nvSpPr>
        <p:spPr bwMode="gray">
          <a:xfrm>
            <a:off x="6426336" y="4783500"/>
            <a:ext cx="1170000" cy="360000"/>
          </a:xfrm>
          <a:prstGeom prst="rect">
            <a:avLst/>
          </a:prstGeom>
        </p:spPr>
        <p:txBody>
          <a:bodyPr/>
          <a:lstStyle/>
          <a:p>
            <a:pPr algn="r"/>
            <a:fld id="{B53243DC-22D4-4063-968D-3E7B7EEAF735}" type="datetime1">
              <a:rPr lang="fr-FR" cap="all" smtClean="0">
                <a:solidFill>
                  <a:srgbClr val="000000"/>
                </a:solidFill>
              </a:rPr>
              <a:pPr algn="r"/>
              <a:t>07/01/2025</a:t>
            </a:fld>
            <a:endParaRPr lang="fr-FR" cap="all">
              <a:solidFill>
                <a:srgbClr val="000000"/>
              </a:solidFill>
            </a:endParaRPr>
          </a:p>
        </p:txBody>
      </p:sp>
      <p:sp>
        <p:nvSpPr>
          <p:cNvPr id="9" name="Espace réservé du numéro de diapositive 7">
            <a:extLst>
              <a:ext uri="{FF2B5EF4-FFF2-40B4-BE49-F238E27FC236}">
                <a16:creationId xmlns:a16="http://schemas.microsoft.com/office/drawing/2014/main" id="{98F10018-47D8-6540-8D30-5845FE9749F3}"/>
              </a:ext>
            </a:extLst>
          </p:cNvPr>
          <p:cNvSpPr>
            <a:spLocks noGrp="1"/>
          </p:cNvSpPr>
          <p:nvPr>
            <p:ph type="sldNum" sz="quarter" idx="12"/>
          </p:nvPr>
        </p:nvSpPr>
        <p:spPr bwMode="gray">
          <a:xfrm>
            <a:off x="7596336" y="4783500"/>
            <a:ext cx="1170000" cy="360000"/>
          </a:xfrm>
          <a:prstGeom prst="rect">
            <a:avLst/>
          </a:prstGeom>
        </p:spPr>
        <p:txBody>
          <a:bodyPr/>
          <a:lstStyle>
            <a:lvl1pPr algn="r">
              <a:defRPr sz="1600">
                <a:solidFill>
                  <a:srgbClr val="FF0000"/>
                </a:solidFill>
              </a:defRPr>
            </a:lvl1pPr>
          </a:lstStyle>
          <a:p>
            <a:fld id="{733122C9-A0B9-462F-8757-0847AD287B63}" type="slidenum">
              <a:rPr lang="fr-FR" smtClean="0"/>
              <a:pPr/>
              <a:t>‹N°›</a:t>
            </a:fld>
            <a:endParaRPr lang="fr-FR"/>
          </a:p>
        </p:txBody>
      </p:sp>
    </p:spTree>
    <p:extLst>
      <p:ext uri="{BB962C8B-B14F-4D97-AF65-F5344CB8AC3E}">
        <p14:creationId xmlns:p14="http://schemas.microsoft.com/office/powerpoint/2010/main" val="419234620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re et textes 3 colonnes">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a:xfrm>
            <a:off x="359999" y="900000"/>
            <a:ext cx="8424000" cy="720000"/>
          </a:xfrm>
        </p:spPr>
        <p:txBody>
          <a:bodyPr/>
          <a:lstStyle>
            <a:lvl1pPr>
              <a:defRPr/>
            </a:lvl1pPr>
          </a:lstStyle>
          <a:p>
            <a:r>
              <a:rPr lang="fr-FR"/>
              <a:t>Titre</a:t>
            </a:r>
          </a:p>
        </p:txBody>
      </p:sp>
      <p:sp>
        <p:nvSpPr>
          <p:cNvPr id="10" name="Espace réservé du texte 9"/>
          <p:cNvSpPr>
            <a:spLocks noGrp="1"/>
          </p:cNvSpPr>
          <p:nvPr>
            <p:ph type="body" sz="quarter" idx="13" hasCustomPrompt="1"/>
          </p:nvPr>
        </p:nvSpPr>
        <p:spPr bwMode="gray">
          <a:xfrm>
            <a:off x="3312000" y="180000"/>
            <a:ext cx="5472000" cy="360000"/>
          </a:xfrm>
        </p:spPr>
        <p:txBody>
          <a:bodyPr/>
          <a:lstStyle>
            <a:lvl1pPr marL="108000" indent="-108000" algn="r">
              <a:spcAft>
                <a:spcPts val="0"/>
              </a:spcAft>
              <a:buFont typeface="+mj-lt"/>
              <a:buAutoNum type="arabicPeriod"/>
              <a:defRPr sz="750" b="1"/>
            </a:lvl1pPr>
            <a:lvl2pPr marL="108000" indent="-108000" algn="r">
              <a:spcBef>
                <a:spcPts val="0"/>
              </a:spcBef>
              <a:spcAft>
                <a:spcPts val="0"/>
              </a:spcAft>
              <a:buFont typeface="+mj-lt"/>
              <a:buAutoNum type="alphaLcPeriod"/>
              <a:defRPr sz="750"/>
            </a:lvl2pPr>
          </a:lstStyle>
          <a:p>
            <a:pPr lvl="0"/>
            <a:r>
              <a:rPr lang="fr-FR"/>
              <a:t>Titre</a:t>
            </a:r>
          </a:p>
          <a:p>
            <a:pPr lvl="1"/>
            <a:r>
              <a:rPr lang="fr-FR"/>
              <a:t>Sous-titre</a:t>
            </a:r>
          </a:p>
        </p:txBody>
      </p:sp>
      <p:sp>
        <p:nvSpPr>
          <p:cNvPr id="12" name="Espace réservé du texte 11"/>
          <p:cNvSpPr>
            <a:spLocks noGrp="1"/>
          </p:cNvSpPr>
          <p:nvPr>
            <p:ph type="body" sz="quarter" idx="14" hasCustomPrompt="1"/>
          </p:nvPr>
        </p:nvSpPr>
        <p:spPr bwMode="gray">
          <a:xfrm>
            <a:off x="359999" y="1836000"/>
            <a:ext cx="2520000" cy="2574000"/>
          </a:xfrm>
        </p:spPr>
        <p:txBody>
          <a:bodyPr/>
          <a:lstStyle>
            <a:lvl1pPr>
              <a:defRPr/>
            </a:lvl1pPr>
            <a:lvl2pPr>
              <a:defRPr/>
            </a:lvl2pPr>
            <a:lvl3pPr>
              <a:defRPr baseline="0"/>
            </a:lvl3pPr>
            <a:lvl4pPr>
              <a:defRPr/>
            </a:lvl4pPr>
            <a:lvl5pPr>
              <a:defRPr/>
            </a:lvl5pPr>
          </a:lstStyle>
          <a:p>
            <a:pPr lvl="0"/>
            <a:r>
              <a:rPr lang="fr-FR"/>
              <a:t>Texte de niveau 1</a:t>
            </a:r>
          </a:p>
          <a:p>
            <a:pPr lvl="1"/>
            <a:r>
              <a:rPr lang="fr-FR"/>
              <a:t>Texte de niveau 2</a:t>
            </a:r>
          </a:p>
          <a:p>
            <a:pPr lvl="2"/>
            <a:r>
              <a:rPr lang="fr-FR"/>
              <a:t>Texte de niveau 3</a:t>
            </a:r>
          </a:p>
          <a:p>
            <a:pPr lvl="3"/>
            <a:r>
              <a:rPr lang="fr-FR"/>
              <a:t>Texte de niveau 4</a:t>
            </a:r>
          </a:p>
          <a:p>
            <a:pPr lvl="4"/>
            <a:r>
              <a:rPr lang="fr-FR"/>
              <a:t>Texte de niveau 5</a:t>
            </a:r>
          </a:p>
        </p:txBody>
      </p:sp>
      <p:sp>
        <p:nvSpPr>
          <p:cNvPr id="13" name="Espace réservé du texte 11"/>
          <p:cNvSpPr>
            <a:spLocks noGrp="1"/>
          </p:cNvSpPr>
          <p:nvPr>
            <p:ph type="body" sz="quarter" idx="15" hasCustomPrompt="1"/>
          </p:nvPr>
        </p:nvSpPr>
        <p:spPr bwMode="gray">
          <a:xfrm>
            <a:off x="3312000" y="1836000"/>
            <a:ext cx="2520000" cy="2574000"/>
          </a:xfrm>
        </p:spPr>
        <p:txBody>
          <a:bodyPr/>
          <a:lstStyle>
            <a:lvl1pPr>
              <a:defRPr/>
            </a:lvl1pPr>
            <a:lvl2pPr>
              <a:defRPr/>
            </a:lvl2pPr>
            <a:lvl3pPr>
              <a:defRPr baseline="0"/>
            </a:lvl3pPr>
            <a:lvl4pPr>
              <a:defRPr/>
            </a:lvl4pPr>
            <a:lvl5pPr>
              <a:defRPr/>
            </a:lvl5pPr>
          </a:lstStyle>
          <a:p>
            <a:pPr lvl="0"/>
            <a:r>
              <a:rPr lang="fr-FR"/>
              <a:t>Texte de niveau 1</a:t>
            </a:r>
          </a:p>
          <a:p>
            <a:pPr lvl="1"/>
            <a:r>
              <a:rPr lang="fr-FR"/>
              <a:t>Texte de niveau 2</a:t>
            </a:r>
          </a:p>
          <a:p>
            <a:pPr lvl="2"/>
            <a:r>
              <a:rPr lang="fr-FR"/>
              <a:t>Texte de niveau 3</a:t>
            </a:r>
          </a:p>
          <a:p>
            <a:pPr lvl="3"/>
            <a:r>
              <a:rPr lang="fr-FR"/>
              <a:t>Texte de niveau 4</a:t>
            </a:r>
          </a:p>
          <a:p>
            <a:pPr lvl="4"/>
            <a:r>
              <a:rPr lang="fr-FR"/>
              <a:t>Texte de niveau 5</a:t>
            </a:r>
          </a:p>
        </p:txBody>
      </p:sp>
      <p:sp>
        <p:nvSpPr>
          <p:cNvPr id="14" name="Espace réservé du texte 11"/>
          <p:cNvSpPr>
            <a:spLocks noGrp="1"/>
          </p:cNvSpPr>
          <p:nvPr>
            <p:ph type="body" sz="quarter" idx="16" hasCustomPrompt="1"/>
          </p:nvPr>
        </p:nvSpPr>
        <p:spPr bwMode="gray">
          <a:xfrm>
            <a:off x="6264000" y="1836000"/>
            <a:ext cx="2520000" cy="2574000"/>
          </a:xfrm>
        </p:spPr>
        <p:txBody>
          <a:bodyPr/>
          <a:lstStyle>
            <a:lvl1pPr>
              <a:defRPr/>
            </a:lvl1pPr>
            <a:lvl2pPr>
              <a:defRPr/>
            </a:lvl2pPr>
            <a:lvl3pPr>
              <a:defRPr baseline="0"/>
            </a:lvl3pPr>
            <a:lvl4pPr>
              <a:defRPr/>
            </a:lvl4pPr>
            <a:lvl5pPr>
              <a:defRPr/>
            </a:lvl5pPr>
          </a:lstStyle>
          <a:p>
            <a:pPr lvl="0"/>
            <a:r>
              <a:rPr lang="fr-FR"/>
              <a:t>Texte de niveau 1</a:t>
            </a:r>
          </a:p>
          <a:p>
            <a:pPr lvl="1"/>
            <a:r>
              <a:rPr lang="fr-FR"/>
              <a:t>Texte de niveau 2</a:t>
            </a:r>
          </a:p>
          <a:p>
            <a:pPr lvl="2"/>
            <a:r>
              <a:rPr lang="fr-FR"/>
              <a:t>Texte de niveau 3</a:t>
            </a:r>
          </a:p>
          <a:p>
            <a:pPr lvl="3"/>
            <a:r>
              <a:rPr lang="fr-FR"/>
              <a:t>Texte de niveau 4</a:t>
            </a:r>
          </a:p>
          <a:p>
            <a:pPr lvl="4"/>
            <a:r>
              <a:rPr lang="fr-FR"/>
              <a:t>Texte de niveau 5</a:t>
            </a:r>
          </a:p>
        </p:txBody>
      </p:sp>
      <p:sp>
        <p:nvSpPr>
          <p:cNvPr id="11" name="Espace réservé de la date 1">
            <a:extLst>
              <a:ext uri="{FF2B5EF4-FFF2-40B4-BE49-F238E27FC236}">
                <a16:creationId xmlns:a16="http://schemas.microsoft.com/office/drawing/2014/main" id="{9F5F8F36-9414-6946-BDAE-0A76E569CDF2}"/>
              </a:ext>
            </a:extLst>
          </p:cNvPr>
          <p:cNvSpPr>
            <a:spLocks noGrp="1"/>
          </p:cNvSpPr>
          <p:nvPr>
            <p:ph type="dt" sz="half" idx="10"/>
          </p:nvPr>
        </p:nvSpPr>
        <p:spPr bwMode="gray">
          <a:xfrm>
            <a:off x="6426336" y="4783500"/>
            <a:ext cx="1170000" cy="360000"/>
          </a:xfrm>
          <a:prstGeom prst="rect">
            <a:avLst/>
          </a:prstGeom>
        </p:spPr>
        <p:txBody>
          <a:bodyPr/>
          <a:lstStyle/>
          <a:p>
            <a:pPr algn="r"/>
            <a:fld id="{EFA0773D-3F28-40F9-B9EA-54498D76AC91}" type="datetime1">
              <a:rPr lang="fr-FR" cap="all" smtClean="0">
                <a:solidFill>
                  <a:srgbClr val="000000"/>
                </a:solidFill>
              </a:rPr>
              <a:pPr algn="r"/>
              <a:t>07/01/2025</a:t>
            </a:fld>
            <a:endParaRPr lang="fr-FR" cap="all">
              <a:solidFill>
                <a:srgbClr val="000000"/>
              </a:solidFill>
            </a:endParaRPr>
          </a:p>
        </p:txBody>
      </p:sp>
      <p:sp>
        <p:nvSpPr>
          <p:cNvPr id="15" name="Espace réservé du numéro de diapositive 7">
            <a:extLst>
              <a:ext uri="{FF2B5EF4-FFF2-40B4-BE49-F238E27FC236}">
                <a16:creationId xmlns:a16="http://schemas.microsoft.com/office/drawing/2014/main" id="{39B13F4C-6D78-BF47-94DF-EE7823417253}"/>
              </a:ext>
            </a:extLst>
          </p:cNvPr>
          <p:cNvSpPr>
            <a:spLocks noGrp="1"/>
          </p:cNvSpPr>
          <p:nvPr>
            <p:ph type="sldNum" sz="quarter" idx="12"/>
          </p:nvPr>
        </p:nvSpPr>
        <p:spPr bwMode="gray">
          <a:xfrm>
            <a:off x="7596336" y="4783500"/>
            <a:ext cx="1170000" cy="360000"/>
          </a:xfrm>
          <a:prstGeom prst="rect">
            <a:avLst/>
          </a:prstGeom>
        </p:spPr>
        <p:txBody>
          <a:bodyPr/>
          <a:lstStyle>
            <a:lvl1pPr algn="r">
              <a:defRPr sz="1600">
                <a:solidFill>
                  <a:srgbClr val="FF0000"/>
                </a:solidFill>
              </a:defRPr>
            </a:lvl1pPr>
          </a:lstStyle>
          <a:p>
            <a:fld id="{733122C9-A0B9-462F-8757-0847AD287B63}" type="slidenum">
              <a:rPr lang="fr-FR" smtClean="0"/>
              <a:pPr/>
              <a:t>‹N°›</a:t>
            </a:fld>
            <a:endParaRPr lang="fr-FR"/>
          </a:p>
        </p:txBody>
      </p:sp>
    </p:spTree>
    <p:extLst>
      <p:ext uri="{BB962C8B-B14F-4D97-AF65-F5344CB8AC3E}">
        <p14:creationId xmlns:p14="http://schemas.microsoft.com/office/powerpoint/2010/main" val="191991849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uverture">
    <p:spTree>
      <p:nvGrpSpPr>
        <p:cNvPr id="1" name=""/>
        <p:cNvGrpSpPr/>
        <p:nvPr/>
      </p:nvGrpSpPr>
      <p:grpSpPr>
        <a:xfrm>
          <a:off x="0" y="0"/>
          <a:ext cx="0" cy="0"/>
          <a:chOff x="0" y="0"/>
          <a:chExt cx="0" cy="0"/>
        </a:xfrm>
      </p:grpSpPr>
      <p:sp>
        <p:nvSpPr>
          <p:cNvPr id="4" name="Espace réservé de la date 3"/>
          <p:cNvSpPr>
            <a:spLocks noGrp="1"/>
          </p:cNvSpPr>
          <p:nvPr>
            <p:ph type="dt" sz="half" idx="10"/>
          </p:nvPr>
        </p:nvSpPr>
        <p:spPr bwMode="gray">
          <a:xfrm>
            <a:off x="0" y="4963500"/>
            <a:ext cx="180000" cy="180000"/>
          </a:xfrm>
          <a:prstGeom prst="rect">
            <a:avLst/>
          </a:prstGeom>
          <a:ln>
            <a:solidFill>
              <a:schemeClr val="tx1">
                <a:alpha val="0"/>
              </a:schemeClr>
            </a:solidFill>
          </a:ln>
        </p:spPr>
        <p:txBody>
          <a:bodyPr/>
          <a:lstStyle>
            <a:lvl1pPr>
              <a:defRPr sz="100">
                <a:solidFill>
                  <a:schemeClr val="tx1">
                    <a:alpha val="0"/>
                  </a:schemeClr>
                </a:solidFill>
              </a:defRPr>
            </a:lvl1pPr>
          </a:lstStyle>
          <a:p>
            <a:fld id="{A0D324E6-168B-49CF-88F7-1B95819E3F9B}" type="datetime1">
              <a:rPr lang="fr-FR" smtClean="0">
                <a:solidFill>
                  <a:srgbClr val="000000">
                    <a:alpha val="0"/>
                  </a:srgbClr>
                </a:solidFill>
              </a:rPr>
              <a:pPr/>
              <a:t>07/01/2025</a:t>
            </a:fld>
            <a:endParaRPr lang="fr-FR">
              <a:solidFill>
                <a:srgbClr val="000000">
                  <a:alpha val="0"/>
                </a:srgbClr>
              </a:solidFill>
            </a:endParaRPr>
          </a:p>
        </p:txBody>
      </p:sp>
      <p:sp>
        <p:nvSpPr>
          <p:cNvPr id="5" name="Espace réservé du pied de page 4"/>
          <p:cNvSpPr>
            <a:spLocks noGrp="1"/>
          </p:cNvSpPr>
          <p:nvPr>
            <p:ph type="ftr" sz="quarter" idx="11"/>
          </p:nvPr>
        </p:nvSpPr>
        <p:spPr bwMode="gray">
          <a:xfrm>
            <a:off x="720000" y="3919897"/>
            <a:ext cx="3240000" cy="900000"/>
          </a:xfrm>
          <a:prstGeom prst="rect">
            <a:avLst/>
          </a:prstGeom>
        </p:spPr>
        <p:txBody>
          <a:bodyPr anchor="b" anchorCtr="0"/>
          <a:lstStyle>
            <a:lvl1pPr>
              <a:defRPr sz="1150"/>
            </a:lvl1pPr>
          </a:lstStyle>
          <a:p>
            <a:endParaRPr lang="fr-FR">
              <a:solidFill>
                <a:srgbClr val="000000"/>
              </a:solidFill>
            </a:endParaRPr>
          </a:p>
        </p:txBody>
      </p:sp>
      <p:sp>
        <p:nvSpPr>
          <p:cNvPr id="6" name="Espace réservé du numéro de diapositive 5"/>
          <p:cNvSpPr>
            <a:spLocks noGrp="1"/>
          </p:cNvSpPr>
          <p:nvPr>
            <p:ph type="sldNum" sz="quarter" idx="12"/>
          </p:nvPr>
        </p:nvSpPr>
        <p:spPr bwMode="gray">
          <a:xfrm>
            <a:off x="0" y="4963500"/>
            <a:ext cx="180000" cy="180000"/>
          </a:xfrm>
          <a:prstGeom prst="rect">
            <a:avLst/>
          </a:prstGeom>
          <a:ln>
            <a:solidFill>
              <a:schemeClr val="tx1">
                <a:alpha val="0"/>
              </a:schemeClr>
            </a:solidFill>
          </a:ln>
        </p:spPr>
        <p:txBody>
          <a:bodyPr/>
          <a:lstStyle>
            <a:lvl1pPr>
              <a:defRPr sz="100">
                <a:solidFill>
                  <a:schemeClr val="tx1">
                    <a:alpha val="0"/>
                  </a:schemeClr>
                </a:solidFill>
              </a:defRPr>
            </a:lvl1pPr>
          </a:lstStyle>
          <a:p>
            <a:fld id="{10C140CD-8AED-46FF-A9A2-77308F3F39AE}" type="slidenum">
              <a:rPr lang="fr-FR" smtClean="0">
                <a:solidFill>
                  <a:srgbClr val="000000">
                    <a:alpha val="0"/>
                  </a:srgbClr>
                </a:solidFill>
              </a:rPr>
              <a:pPr/>
              <a:t>‹N°›</a:t>
            </a:fld>
            <a:endParaRPr lang="fr-FR">
              <a:solidFill>
                <a:srgbClr val="000000">
                  <a:alpha val="0"/>
                </a:srgbClr>
              </a:solidFill>
            </a:endParaRPr>
          </a:p>
        </p:txBody>
      </p:sp>
      <p:sp>
        <p:nvSpPr>
          <p:cNvPr id="7" name="Titre 6"/>
          <p:cNvSpPr>
            <a:spLocks noGrp="1"/>
          </p:cNvSpPr>
          <p:nvPr>
            <p:ph type="title" hasCustomPrompt="1"/>
          </p:nvPr>
        </p:nvSpPr>
        <p:spPr bwMode="gray">
          <a:xfrm>
            <a:off x="0" y="0"/>
            <a:ext cx="180000" cy="180000"/>
          </a:xfrm>
          <a:ln>
            <a:solidFill>
              <a:schemeClr val="tx1">
                <a:alpha val="0"/>
              </a:schemeClr>
            </a:solidFill>
          </a:ln>
        </p:spPr>
        <p:txBody>
          <a:bodyPr/>
          <a:lstStyle>
            <a:lvl1pPr>
              <a:defRPr sz="100">
                <a:solidFill>
                  <a:schemeClr val="tx1">
                    <a:alpha val="0"/>
                  </a:schemeClr>
                </a:solidFill>
              </a:defRPr>
            </a:lvl1pPr>
          </a:lstStyle>
          <a:p>
            <a:r>
              <a:rPr lang="fr-FR"/>
              <a:t>Titre</a:t>
            </a:r>
          </a:p>
        </p:txBody>
      </p:sp>
      <p:pic>
        <p:nvPicPr>
          <p:cNvPr id="8" name="Image 7">
            <a:extLst>
              <a:ext uri="{FF2B5EF4-FFF2-40B4-BE49-F238E27FC236}">
                <a16:creationId xmlns:a16="http://schemas.microsoft.com/office/drawing/2014/main" id="{9571B293-EB6B-9149-9E08-668EB7F040F0}"/>
              </a:ext>
            </a:extLst>
          </p:cNvPr>
          <p:cNvPicPr>
            <a:picLocks noChangeAspect="1"/>
          </p:cNvPicPr>
          <p:nvPr userDrawn="1"/>
        </p:nvPicPr>
        <p:blipFill>
          <a:blip r:embed="rId2" cstate="print"/>
          <a:stretch>
            <a:fillRect/>
          </a:stretch>
        </p:blipFill>
        <p:spPr>
          <a:xfrm>
            <a:off x="-16829" y="1"/>
            <a:ext cx="9160828" cy="5152965"/>
          </a:xfrm>
          <a:prstGeom prst="rect">
            <a:avLst/>
          </a:prstGeom>
        </p:spPr>
      </p:pic>
    </p:spTree>
    <p:extLst>
      <p:ext uri="{BB962C8B-B14F-4D97-AF65-F5344CB8AC3E}">
        <p14:creationId xmlns:p14="http://schemas.microsoft.com/office/powerpoint/2010/main" val="312272027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re et sous-titre">
    <p:spTree>
      <p:nvGrpSpPr>
        <p:cNvPr id="1" name=""/>
        <p:cNvGrpSpPr/>
        <p:nvPr/>
      </p:nvGrpSpPr>
      <p:grpSpPr>
        <a:xfrm>
          <a:off x="0" y="0"/>
          <a:ext cx="0" cy="0"/>
          <a:chOff x="0" y="0"/>
          <a:chExt cx="0" cy="0"/>
        </a:xfrm>
      </p:grpSpPr>
      <p:pic>
        <p:nvPicPr>
          <p:cNvPr id="14" name="Image 13">
            <a:extLst>
              <a:ext uri="{FF2B5EF4-FFF2-40B4-BE49-F238E27FC236}">
                <a16:creationId xmlns:a16="http://schemas.microsoft.com/office/drawing/2014/main" id="{0B3ED864-6123-8B40-8783-2DF8831D71C8}"/>
              </a:ext>
            </a:extLst>
          </p:cNvPr>
          <p:cNvPicPr>
            <a:picLocks noChangeAspect="1"/>
          </p:cNvPicPr>
          <p:nvPr userDrawn="1"/>
        </p:nvPicPr>
        <p:blipFill>
          <a:blip r:embed="rId2" cstate="print"/>
          <a:stretch>
            <a:fillRect/>
          </a:stretch>
        </p:blipFill>
        <p:spPr>
          <a:xfrm>
            <a:off x="-16828" y="5359"/>
            <a:ext cx="9160828" cy="5152965"/>
          </a:xfrm>
          <a:prstGeom prst="rect">
            <a:avLst/>
          </a:prstGeom>
        </p:spPr>
      </p:pic>
      <p:sp>
        <p:nvSpPr>
          <p:cNvPr id="7" name="Titre 6"/>
          <p:cNvSpPr>
            <a:spLocks noGrp="1"/>
          </p:cNvSpPr>
          <p:nvPr>
            <p:ph type="title" hasCustomPrompt="1"/>
          </p:nvPr>
        </p:nvSpPr>
        <p:spPr bwMode="gray">
          <a:xfrm>
            <a:off x="0" y="0"/>
            <a:ext cx="180000" cy="180000"/>
          </a:xfrm>
          <a:ln>
            <a:solidFill>
              <a:schemeClr val="tx1">
                <a:alpha val="0"/>
              </a:schemeClr>
            </a:solidFill>
          </a:ln>
        </p:spPr>
        <p:txBody>
          <a:bodyPr/>
          <a:lstStyle>
            <a:lvl1pPr>
              <a:defRPr sz="100">
                <a:solidFill>
                  <a:schemeClr val="tx1">
                    <a:alpha val="0"/>
                  </a:schemeClr>
                </a:solidFill>
              </a:defRPr>
            </a:lvl1pPr>
          </a:lstStyle>
          <a:p>
            <a:r>
              <a:rPr lang="fr-FR"/>
              <a:t>Titre</a:t>
            </a:r>
          </a:p>
        </p:txBody>
      </p:sp>
      <p:sp>
        <p:nvSpPr>
          <p:cNvPr id="2" name="Espace réservé de la date 1"/>
          <p:cNvSpPr>
            <a:spLocks noGrp="1"/>
          </p:cNvSpPr>
          <p:nvPr>
            <p:ph type="dt" sz="half" idx="10"/>
          </p:nvPr>
        </p:nvSpPr>
        <p:spPr bwMode="gray">
          <a:xfrm>
            <a:off x="6426336" y="4783500"/>
            <a:ext cx="1170000" cy="360000"/>
          </a:xfrm>
          <a:prstGeom prst="rect">
            <a:avLst/>
          </a:prstGeom>
        </p:spPr>
        <p:txBody>
          <a:bodyPr/>
          <a:lstStyle/>
          <a:p>
            <a:pPr algn="r"/>
            <a:fld id="{99BD388D-CA1A-43B3-B616-228F45499086}" type="datetime1">
              <a:rPr lang="fr-FR" cap="all" smtClean="0">
                <a:solidFill>
                  <a:srgbClr val="000000"/>
                </a:solidFill>
              </a:rPr>
              <a:pPr algn="r"/>
              <a:t>07/01/2025</a:t>
            </a:fld>
            <a:endParaRPr lang="fr-FR" cap="all">
              <a:solidFill>
                <a:srgbClr val="000000"/>
              </a:solidFill>
            </a:endParaRPr>
          </a:p>
        </p:txBody>
      </p:sp>
      <p:sp>
        <p:nvSpPr>
          <p:cNvPr id="8" name="Espace réservé du numéro de diapositive 7"/>
          <p:cNvSpPr>
            <a:spLocks noGrp="1"/>
          </p:cNvSpPr>
          <p:nvPr>
            <p:ph type="sldNum" sz="quarter" idx="12"/>
          </p:nvPr>
        </p:nvSpPr>
        <p:spPr bwMode="gray">
          <a:xfrm>
            <a:off x="7596336" y="4783500"/>
            <a:ext cx="1170000" cy="360000"/>
          </a:xfrm>
          <a:prstGeom prst="rect">
            <a:avLst/>
          </a:prstGeom>
        </p:spPr>
        <p:txBody>
          <a:bodyPr/>
          <a:lstStyle>
            <a:lvl1pPr algn="r">
              <a:defRPr sz="1600">
                <a:solidFill>
                  <a:srgbClr val="FF0000"/>
                </a:solidFill>
              </a:defRPr>
            </a:lvl1pPr>
          </a:lstStyle>
          <a:p>
            <a:fld id="{733122C9-A0B9-462F-8757-0847AD287B63}" type="slidenum">
              <a:rPr lang="fr-FR" smtClean="0"/>
              <a:pPr/>
              <a:t>‹N°›</a:t>
            </a:fld>
            <a:endParaRPr lang="fr-FR"/>
          </a:p>
        </p:txBody>
      </p:sp>
      <p:sp>
        <p:nvSpPr>
          <p:cNvPr id="11" name="Espace réservé du texte 10"/>
          <p:cNvSpPr>
            <a:spLocks noGrp="1"/>
          </p:cNvSpPr>
          <p:nvPr>
            <p:ph type="body" sz="quarter" idx="13" hasCustomPrompt="1"/>
          </p:nvPr>
        </p:nvSpPr>
        <p:spPr bwMode="gray">
          <a:xfrm>
            <a:off x="360000" y="2346046"/>
            <a:ext cx="8424000" cy="2077200"/>
          </a:xfrm>
        </p:spPr>
        <p:txBody>
          <a:bodyPr/>
          <a:lstStyle>
            <a:lvl1pPr>
              <a:lnSpc>
                <a:spcPct val="90000"/>
              </a:lnSpc>
              <a:spcAft>
                <a:spcPts val="0"/>
              </a:spcAft>
              <a:defRPr sz="3250" b="1" cap="none" baseline="0">
                <a:solidFill>
                  <a:srgbClr val="0C5076"/>
                </a:solidFill>
              </a:defRPr>
            </a:lvl1pPr>
            <a:lvl2pPr marL="0" indent="0">
              <a:spcBef>
                <a:spcPts val="500"/>
              </a:spcBef>
              <a:spcAft>
                <a:spcPts val="0"/>
              </a:spcAft>
              <a:buNone/>
              <a:defRPr sz="1850"/>
            </a:lvl2pPr>
          </a:lstStyle>
          <a:p>
            <a:pPr lvl="0"/>
            <a:r>
              <a:rPr lang="fr-FR"/>
              <a:t>Titre</a:t>
            </a:r>
          </a:p>
          <a:p>
            <a:pPr lvl="1"/>
            <a:r>
              <a:rPr lang="fr-FR"/>
              <a:t>Sous-titre</a:t>
            </a:r>
          </a:p>
        </p:txBody>
      </p:sp>
    </p:spTree>
    <p:extLst>
      <p:ext uri="{BB962C8B-B14F-4D97-AF65-F5344CB8AC3E}">
        <p14:creationId xmlns:p14="http://schemas.microsoft.com/office/powerpoint/2010/main" val="215024448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ommaire">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a:xfrm>
            <a:off x="359999" y="900000"/>
            <a:ext cx="8424000" cy="720000"/>
          </a:xfrm>
        </p:spPr>
        <p:txBody>
          <a:bodyPr/>
          <a:lstStyle>
            <a:lvl1pPr>
              <a:defRPr/>
            </a:lvl1pPr>
          </a:lstStyle>
          <a:p>
            <a:r>
              <a:rPr lang="fr-FR"/>
              <a:t>Titre</a:t>
            </a:r>
          </a:p>
        </p:txBody>
      </p:sp>
      <p:sp>
        <p:nvSpPr>
          <p:cNvPr id="8" name="Espace réservé du texte 7"/>
          <p:cNvSpPr>
            <a:spLocks noGrp="1"/>
          </p:cNvSpPr>
          <p:nvPr>
            <p:ph type="body" sz="quarter" idx="13" hasCustomPrompt="1"/>
          </p:nvPr>
        </p:nvSpPr>
        <p:spPr bwMode="gray">
          <a:xfrm>
            <a:off x="359998" y="1891968"/>
            <a:ext cx="2520000" cy="2530800"/>
          </a:xfrm>
        </p:spPr>
        <p:txBody>
          <a:bodyPr/>
          <a:lstStyle>
            <a:lvl1pPr marL="144000" indent="-144000">
              <a:spcBef>
                <a:spcPts val="400"/>
              </a:spcBef>
              <a:spcAft>
                <a:spcPts val="800"/>
              </a:spcAft>
              <a:buFont typeface="+mj-lt"/>
              <a:buAutoNum type="arabicPeriod"/>
              <a:defRPr b="1"/>
            </a:lvl1pPr>
            <a:lvl2pPr marL="324000" indent="-144000">
              <a:spcBef>
                <a:spcPts val="600"/>
              </a:spcBef>
              <a:spcAft>
                <a:spcPts val="800"/>
              </a:spcAft>
              <a:buFont typeface="+mj-lt"/>
              <a:buAutoNum type="alphaLcPeriod"/>
              <a:defRPr>
                <a:solidFill>
                  <a:srgbClr val="EC130E"/>
                </a:solidFill>
              </a:defRPr>
            </a:lvl2pPr>
          </a:lstStyle>
          <a:p>
            <a:pPr lvl="0"/>
            <a:r>
              <a:rPr lang="fr-FR"/>
              <a:t>Titre de la partie</a:t>
            </a:r>
          </a:p>
          <a:p>
            <a:pPr lvl="1"/>
            <a:r>
              <a:rPr lang="fr-FR"/>
              <a:t>Deuxième niveau</a:t>
            </a:r>
          </a:p>
        </p:txBody>
      </p:sp>
      <p:sp>
        <p:nvSpPr>
          <p:cNvPr id="9" name="Espace réservé du texte 7"/>
          <p:cNvSpPr>
            <a:spLocks noGrp="1"/>
          </p:cNvSpPr>
          <p:nvPr>
            <p:ph type="body" sz="quarter" idx="14" hasCustomPrompt="1"/>
          </p:nvPr>
        </p:nvSpPr>
        <p:spPr bwMode="gray">
          <a:xfrm>
            <a:off x="3312000" y="1893600"/>
            <a:ext cx="2520000" cy="2530800"/>
          </a:xfrm>
        </p:spPr>
        <p:txBody>
          <a:bodyPr/>
          <a:lstStyle>
            <a:lvl1pPr marL="144000" indent="-144000">
              <a:spcBef>
                <a:spcPts val="400"/>
              </a:spcBef>
              <a:spcAft>
                <a:spcPts val="800"/>
              </a:spcAft>
              <a:buFont typeface="+mj-lt"/>
              <a:buAutoNum type="arabicPeriod"/>
              <a:defRPr b="1"/>
            </a:lvl1pPr>
            <a:lvl2pPr marL="324000" indent="-144000">
              <a:spcBef>
                <a:spcPts val="600"/>
              </a:spcBef>
              <a:spcAft>
                <a:spcPts val="800"/>
              </a:spcAft>
              <a:buFont typeface="+mj-lt"/>
              <a:buAutoNum type="alphaLcPeriod"/>
              <a:defRPr>
                <a:solidFill>
                  <a:srgbClr val="EC130E"/>
                </a:solidFill>
              </a:defRPr>
            </a:lvl2pPr>
          </a:lstStyle>
          <a:p>
            <a:pPr lvl="0"/>
            <a:r>
              <a:rPr lang="fr-FR"/>
              <a:t>Titre de la partie</a:t>
            </a:r>
          </a:p>
          <a:p>
            <a:pPr lvl="1"/>
            <a:r>
              <a:rPr lang="fr-FR"/>
              <a:t>Deuxième niveau</a:t>
            </a:r>
          </a:p>
        </p:txBody>
      </p:sp>
      <p:sp>
        <p:nvSpPr>
          <p:cNvPr id="10" name="Espace réservé du texte 7"/>
          <p:cNvSpPr>
            <a:spLocks noGrp="1"/>
          </p:cNvSpPr>
          <p:nvPr>
            <p:ph type="body" sz="quarter" idx="15" hasCustomPrompt="1"/>
          </p:nvPr>
        </p:nvSpPr>
        <p:spPr bwMode="gray">
          <a:xfrm>
            <a:off x="6263999" y="1893600"/>
            <a:ext cx="2520000" cy="2530800"/>
          </a:xfrm>
        </p:spPr>
        <p:txBody>
          <a:bodyPr/>
          <a:lstStyle>
            <a:lvl1pPr marL="144000" indent="-144000">
              <a:spcBef>
                <a:spcPts val="400"/>
              </a:spcBef>
              <a:spcAft>
                <a:spcPts val="800"/>
              </a:spcAft>
              <a:buFont typeface="+mj-lt"/>
              <a:buAutoNum type="arabicPeriod"/>
              <a:defRPr b="1"/>
            </a:lvl1pPr>
            <a:lvl2pPr marL="324000" indent="-144000">
              <a:spcBef>
                <a:spcPts val="600"/>
              </a:spcBef>
              <a:spcAft>
                <a:spcPts val="800"/>
              </a:spcAft>
              <a:buFont typeface="+mj-lt"/>
              <a:buAutoNum type="alphaLcPeriod"/>
              <a:defRPr>
                <a:solidFill>
                  <a:srgbClr val="EC130E"/>
                </a:solidFill>
              </a:defRPr>
            </a:lvl2pPr>
          </a:lstStyle>
          <a:p>
            <a:pPr lvl="0"/>
            <a:r>
              <a:rPr lang="fr-FR"/>
              <a:t>Titre de la partie</a:t>
            </a:r>
          </a:p>
          <a:p>
            <a:pPr lvl="1"/>
            <a:r>
              <a:rPr lang="fr-FR"/>
              <a:t>Deuxième niveau</a:t>
            </a:r>
          </a:p>
        </p:txBody>
      </p:sp>
      <p:sp>
        <p:nvSpPr>
          <p:cNvPr id="11" name="Espace réservé de la date 1">
            <a:extLst>
              <a:ext uri="{FF2B5EF4-FFF2-40B4-BE49-F238E27FC236}">
                <a16:creationId xmlns:a16="http://schemas.microsoft.com/office/drawing/2014/main" id="{FB55AB75-56F3-004E-8A4E-57EB4CAB795F}"/>
              </a:ext>
            </a:extLst>
          </p:cNvPr>
          <p:cNvSpPr>
            <a:spLocks noGrp="1"/>
          </p:cNvSpPr>
          <p:nvPr>
            <p:ph type="dt" sz="half" idx="10"/>
          </p:nvPr>
        </p:nvSpPr>
        <p:spPr bwMode="gray">
          <a:xfrm>
            <a:off x="6426336" y="4783500"/>
            <a:ext cx="1170000" cy="360000"/>
          </a:xfrm>
          <a:prstGeom prst="rect">
            <a:avLst/>
          </a:prstGeom>
        </p:spPr>
        <p:txBody>
          <a:bodyPr/>
          <a:lstStyle/>
          <a:p>
            <a:pPr algn="r"/>
            <a:fld id="{1AC6AEF6-2A43-4047-9D71-A77265B28DC8}" type="datetime1">
              <a:rPr lang="fr-FR" cap="all" smtClean="0">
                <a:solidFill>
                  <a:srgbClr val="000000"/>
                </a:solidFill>
              </a:rPr>
              <a:pPr algn="r"/>
              <a:t>07/01/2025</a:t>
            </a:fld>
            <a:endParaRPr lang="fr-FR" cap="all">
              <a:solidFill>
                <a:srgbClr val="000000"/>
              </a:solidFill>
            </a:endParaRPr>
          </a:p>
        </p:txBody>
      </p:sp>
      <p:sp>
        <p:nvSpPr>
          <p:cNvPr id="12" name="Espace réservé du numéro de diapositive 7">
            <a:extLst>
              <a:ext uri="{FF2B5EF4-FFF2-40B4-BE49-F238E27FC236}">
                <a16:creationId xmlns:a16="http://schemas.microsoft.com/office/drawing/2014/main" id="{4527032A-C74F-2941-8AD5-E7F64BD5B044}"/>
              </a:ext>
            </a:extLst>
          </p:cNvPr>
          <p:cNvSpPr>
            <a:spLocks noGrp="1"/>
          </p:cNvSpPr>
          <p:nvPr>
            <p:ph type="sldNum" sz="quarter" idx="12"/>
          </p:nvPr>
        </p:nvSpPr>
        <p:spPr bwMode="gray">
          <a:xfrm>
            <a:off x="7596336" y="4783500"/>
            <a:ext cx="1170000" cy="360000"/>
          </a:xfrm>
          <a:prstGeom prst="rect">
            <a:avLst/>
          </a:prstGeom>
        </p:spPr>
        <p:txBody>
          <a:bodyPr/>
          <a:lstStyle>
            <a:lvl1pPr algn="r">
              <a:defRPr sz="1600">
                <a:solidFill>
                  <a:srgbClr val="FF0000"/>
                </a:solidFill>
              </a:defRPr>
            </a:lvl1pPr>
          </a:lstStyle>
          <a:p>
            <a:fld id="{733122C9-A0B9-462F-8757-0847AD287B63}" type="slidenum">
              <a:rPr lang="fr-FR" smtClean="0"/>
              <a:pPr/>
              <a:t>‹N°›</a:t>
            </a:fld>
            <a:endParaRPr lang="fr-FR"/>
          </a:p>
        </p:txBody>
      </p:sp>
    </p:spTree>
    <p:extLst>
      <p:ext uri="{BB962C8B-B14F-4D97-AF65-F5344CB8AC3E}">
        <p14:creationId xmlns:p14="http://schemas.microsoft.com/office/powerpoint/2010/main" val="382913376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hapitre">
    <p:spTree>
      <p:nvGrpSpPr>
        <p:cNvPr id="1" name=""/>
        <p:cNvGrpSpPr/>
        <p:nvPr/>
      </p:nvGrpSpPr>
      <p:grpSpPr>
        <a:xfrm>
          <a:off x="0" y="0"/>
          <a:ext cx="0" cy="0"/>
          <a:chOff x="0" y="0"/>
          <a:chExt cx="0" cy="0"/>
        </a:xfrm>
      </p:grpSpPr>
      <p:sp>
        <p:nvSpPr>
          <p:cNvPr id="8" name="Espace réservé pour une image  7"/>
          <p:cNvSpPr>
            <a:spLocks noGrp="1"/>
          </p:cNvSpPr>
          <p:nvPr>
            <p:ph type="pic" sz="quarter" idx="13" hasCustomPrompt="1"/>
          </p:nvPr>
        </p:nvSpPr>
        <p:spPr bwMode="gray">
          <a:xfrm>
            <a:off x="323528" y="915566"/>
            <a:ext cx="8442808" cy="3672408"/>
          </a:xfrm>
          <a:solidFill>
            <a:schemeClr val="bg1">
              <a:lumMod val="85000"/>
            </a:schemeClr>
          </a:solidFill>
        </p:spPr>
        <p:txBody>
          <a:bodyPr tIns="1080000" anchor="ctr" anchorCtr="0"/>
          <a:lstStyle>
            <a:lvl1pPr algn="ctr">
              <a:defRPr cap="all" baseline="0"/>
            </a:lvl1pPr>
          </a:lstStyle>
          <a:p>
            <a:r>
              <a:rPr lang="fr-FR"/>
              <a:t>Sélectionner l’icône pour insérer une image, </a:t>
            </a:r>
            <a:br>
              <a:rPr lang="fr-FR"/>
            </a:br>
            <a:r>
              <a:rPr lang="fr-FR"/>
              <a:t>puis disposer l’image en arrière plan </a:t>
            </a:r>
            <a:br>
              <a:rPr lang="fr-FR"/>
            </a:br>
            <a:r>
              <a:rPr lang="fr-FR"/>
              <a:t>(Sélectionner l’image avec le bouton droit de la souris / </a:t>
            </a:r>
            <a:br>
              <a:rPr lang="fr-FR"/>
            </a:br>
            <a:r>
              <a:rPr lang="fr-FR"/>
              <a:t>Mettre à l’arrière plan)</a:t>
            </a:r>
          </a:p>
        </p:txBody>
      </p:sp>
      <p:sp>
        <p:nvSpPr>
          <p:cNvPr id="2" name="Titre 1"/>
          <p:cNvSpPr>
            <a:spLocks noGrp="1"/>
          </p:cNvSpPr>
          <p:nvPr>
            <p:ph type="title" hasCustomPrompt="1"/>
          </p:nvPr>
        </p:nvSpPr>
        <p:spPr bwMode="gray">
          <a:xfrm>
            <a:off x="827585" y="915566"/>
            <a:ext cx="7560840" cy="3672408"/>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noFill/>
          </a:ln>
        </p:spPr>
        <p:txBody>
          <a:bodyPr lIns="0" bIns="360000" anchor="ctr" anchorCtr="0"/>
          <a:lstStyle>
            <a:lvl1pPr marL="396000" indent="-396000">
              <a:buFont typeface="+mj-lt"/>
              <a:buAutoNum type="arabicPeriod"/>
              <a:defRPr sz="3250"/>
            </a:lvl1pPr>
          </a:lstStyle>
          <a:p>
            <a:r>
              <a:rPr lang="fr-FR"/>
              <a:t>Titre</a:t>
            </a:r>
          </a:p>
        </p:txBody>
      </p:sp>
      <p:sp>
        <p:nvSpPr>
          <p:cNvPr id="7" name="Espace réservé de la date 1">
            <a:extLst>
              <a:ext uri="{FF2B5EF4-FFF2-40B4-BE49-F238E27FC236}">
                <a16:creationId xmlns:a16="http://schemas.microsoft.com/office/drawing/2014/main" id="{9748505C-3D2A-D74D-9CDB-23720A2BFF18}"/>
              </a:ext>
            </a:extLst>
          </p:cNvPr>
          <p:cNvSpPr>
            <a:spLocks noGrp="1"/>
          </p:cNvSpPr>
          <p:nvPr>
            <p:ph type="dt" sz="half" idx="10"/>
          </p:nvPr>
        </p:nvSpPr>
        <p:spPr bwMode="gray">
          <a:xfrm>
            <a:off x="6426336" y="4783500"/>
            <a:ext cx="1170000" cy="360000"/>
          </a:xfrm>
          <a:prstGeom prst="rect">
            <a:avLst/>
          </a:prstGeom>
        </p:spPr>
        <p:txBody>
          <a:bodyPr/>
          <a:lstStyle/>
          <a:p>
            <a:pPr algn="r"/>
            <a:fld id="{B53243DC-22D4-4063-968D-3E7B7EEAF735}" type="datetime1">
              <a:rPr lang="fr-FR" cap="all" smtClean="0">
                <a:solidFill>
                  <a:srgbClr val="000000"/>
                </a:solidFill>
              </a:rPr>
              <a:pPr algn="r"/>
              <a:t>07/01/2025</a:t>
            </a:fld>
            <a:endParaRPr lang="fr-FR" cap="all">
              <a:solidFill>
                <a:srgbClr val="000000"/>
              </a:solidFill>
            </a:endParaRPr>
          </a:p>
        </p:txBody>
      </p:sp>
      <p:sp>
        <p:nvSpPr>
          <p:cNvPr id="9" name="Espace réservé du numéro de diapositive 7">
            <a:extLst>
              <a:ext uri="{FF2B5EF4-FFF2-40B4-BE49-F238E27FC236}">
                <a16:creationId xmlns:a16="http://schemas.microsoft.com/office/drawing/2014/main" id="{98F10018-47D8-6540-8D30-5845FE9749F3}"/>
              </a:ext>
            </a:extLst>
          </p:cNvPr>
          <p:cNvSpPr>
            <a:spLocks noGrp="1"/>
          </p:cNvSpPr>
          <p:nvPr>
            <p:ph type="sldNum" sz="quarter" idx="12"/>
          </p:nvPr>
        </p:nvSpPr>
        <p:spPr bwMode="gray">
          <a:xfrm>
            <a:off x="7596336" y="4783500"/>
            <a:ext cx="1170000" cy="360000"/>
          </a:xfrm>
          <a:prstGeom prst="rect">
            <a:avLst/>
          </a:prstGeom>
        </p:spPr>
        <p:txBody>
          <a:bodyPr/>
          <a:lstStyle>
            <a:lvl1pPr algn="r">
              <a:defRPr sz="1600">
                <a:solidFill>
                  <a:srgbClr val="FF0000"/>
                </a:solidFill>
              </a:defRPr>
            </a:lvl1pPr>
          </a:lstStyle>
          <a:p>
            <a:fld id="{733122C9-A0B9-462F-8757-0847AD287B63}" type="slidenum">
              <a:rPr lang="fr-FR" smtClean="0"/>
              <a:pPr/>
              <a:t>‹N°›</a:t>
            </a:fld>
            <a:endParaRPr lang="fr-FR"/>
          </a:p>
        </p:txBody>
      </p:sp>
    </p:spTree>
    <p:extLst>
      <p:ext uri="{BB962C8B-B14F-4D97-AF65-F5344CB8AC3E}">
        <p14:creationId xmlns:p14="http://schemas.microsoft.com/office/powerpoint/2010/main" val="358471484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re et textes 3 colonnes">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a:xfrm>
            <a:off x="359999" y="900000"/>
            <a:ext cx="8424000" cy="720000"/>
          </a:xfrm>
        </p:spPr>
        <p:txBody>
          <a:bodyPr/>
          <a:lstStyle>
            <a:lvl1pPr>
              <a:defRPr/>
            </a:lvl1pPr>
          </a:lstStyle>
          <a:p>
            <a:r>
              <a:rPr lang="fr-FR"/>
              <a:t>Titre</a:t>
            </a:r>
          </a:p>
        </p:txBody>
      </p:sp>
      <p:sp>
        <p:nvSpPr>
          <p:cNvPr id="10" name="Espace réservé du texte 9"/>
          <p:cNvSpPr>
            <a:spLocks noGrp="1"/>
          </p:cNvSpPr>
          <p:nvPr>
            <p:ph type="body" sz="quarter" idx="13" hasCustomPrompt="1"/>
          </p:nvPr>
        </p:nvSpPr>
        <p:spPr bwMode="gray">
          <a:xfrm>
            <a:off x="3312000" y="180000"/>
            <a:ext cx="5472000" cy="360000"/>
          </a:xfrm>
        </p:spPr>
        <p:txBody>
          <a:bodyPr/>
          <a:lstStyle>
            <a:lvl1pPr marL="108000" indent="-108000" algn="r">
              <a:spcAft>
                <a:spcPts val="0"/>
              </a:spcAft>
              <a:buFont typeface="+mj-lt"/>
              <a:buAutoNum type="arabicPeriod"/>
              <a:defRPr sz="750" b="1"/>
            </a:lvl1pPr>
            <a:lvl2pPr marL="108000" indent="-108000" algn="r">
              <a:spcBef>
                <a:spcPts val="0"/>
              </a:spcBef>
              <a:spcAft>
                <a:spcPts val="0"/>
              </a:spcAft>
              <a:buFont typeface="+mj-lt"/>
              <a:buAutoNum type="alphaLcPeriod"/>
              <a:defRPr sz="750"/>
            </a:lvl2pPr>
          </a:lstStyle>
          <a:p>
            <a:pPr lvl="0"/>
            <a:r>
              <a:rPr lang="fr-FR"/>
              <a:t>Titre</a:t>
            </a:r>
          </a:p>
          <a:p>
            <a:pPr lvl="1"/>
            <a:r>
              <a:rPr lang="fr-FR"/>
              <a:t>Sous-titre</a:t>
            </a:r>
          </a:p>
        </p:txBody>
      </p:sp>
      <p:sp>
        <p:nvSpPr>
          <p:cNvPr id="12" name="Espace réservé du texte 11"/>
          <p:cNvSpPr>
            <a:spLocks noGrp="1"/>
          </p:cNvSpPr>
          <p:nvPr>
            <p:ph type="body" sz="quarter" idx="14" hasCustomPrompt="1"/>
          </p:nvPr>
        </p:nvSpPr>
        <p:spPr bwMode="gray">
          <a:xfrm>
            <a:off x="359999" y="1836000"/>
            <a:ext cx="2520000" cy="2574000"/>
          </a:xfrm>
        </p:spPr>
        <p:txBody>
          <a:bodyPr/>
          <a:lstStyle>
            <a:lvl1pPr>
              <a:defRPr/>
            </a:lvl1pPr>
            <a:lvl2pPr>
              <a:defRPr/>
            </a:lvl2pPr>
            <a:lvl3pPr>
              <a:defRPr baseline="0"/>
            </a:lvl3pPr>
            <a:lvl4pPr>
              <a:defRPr/>
            </a:lvl4pPr>
            <a:lvl5pPr>
              <a:defRPr/>
            </a:lvl5pPr>
          </a:lstStyle>
          <a:p>
            <a:pPr lvl="0"/>
            <a:r>
              <a:rPr lang="fr-FR"/>
              <a:t>Texte de niveau 1</a:t>
            </a:r>
          </a:p>
          <a:p>
            <a:pPr lvl="1"/>
            <a:r>
              <a:rPr lang="fr-FR"/>
              <a:t>Texte de niveau 2</a:t>
            </a:r>
          </a:p>
          <a:p>
            <a:pPr lvl="2"/>
            <a:r>
              <a:rPr lang="fr-FR"/>
              <a:t>Texte de niveau 3</a:t>
            </a:r>
          </a:p>
          <a:p>
            <a:pPr lvl="3"/>
            <a:r>
              <a:rPr lang="fr-FR"/>
              <a:t>Texte de niveau 4</a:t>
            </a:r>
          </a:p>
          <a:p>
            <a:pPr lvl="4"/>
            <a:r>
              <a:rPr lang="fr-FR"/>
              <a:t>Texte de niveau 5</a:t>
            </a:r>
          </a:p>
        </p:txBody>
      </p:sp>
      <p:sp>
        <p:nvSpPr>
          <p:cNvPr id="13" name="Espace réservé du texte 11"/>
          <p:cNvSpPr>
            <a:spLocks noGrp="1"/>
          </p:cNvSpPr>
          <p:nvPr>
            <p:ph type="body" sz="quarter" idx="15" hasCustomPrompt="1"/>
          </p:nvPr>
        </p:nvSpPr>
        <p:spPr bwMode="gray">
          <a:xfrm>
            <a:off x="3312000" y="1836000"/>
            <a:ext cx="2520000" cy="2574000"/>
          </a:xfrm>
        </p:spPr>
        <p:txBody>
          <a:bodyPr/>
          <a:lstStyle>
            <a:lvl1pPr>
              <a:defRPr/>
            </a:lvl1pPr>
            <a:lvl2pPr>
              <a:defRPr/>
            </a:lvl2pPr>
            <a:lvl3pPr>
              <a:defRPr baseline="0"/>
            </a:lvl3pPr>
            <a:lvl4pPr>
              <a:defRPr/>
            </a:lvl4pPr>
            <a:lvl5pPr>
              <a:defRPr/>
            </a:lvl5pPr>
          </a:lstStyle>
          <a:p>
            <a:pPr lvl="0"/>
            <a:r>
              <a:rPr lang="fr-FR"/>
              <a:t>Texte de niveau 1</a:t>
            </a:r>
          </a:p>
          <a:p>
            <a:pPr lvl="1"/>
            <a:r>
              <a:rPr lang="fr-FR"/>
              <a:t>Texte de niveau 2</a:t>
            </a:r>
          </a:p>
          <a:p>
            <a:pPr lvl="2"/>
            <a:r>
              <a:rPr lang="fr-FR"/>
              <a:t>Texte de niveau 3</a:t>
            </a:r>
          </a:p>
          <a:p>
            <a:pPr lvl="3"/>
            <a:r>
              <a:rPr lang="fr-FR"/>
              <a:t>Texte de niveau 4</a:t>
            </a:r>
          </a:p>
          <a:p>
            <a:pPr lvl="4"/>
            <a:r>
              <a:rPr lang="fr-FR"/>
              <a:t>Texte de niveau 5</a:t>
            </a:r>
          </a:p>
        </p:txBody>
      </p:sp>
      <p:sp>
        <p:nvSpPr>
          <p:cNvPr id="14" name="Espace réservé du texte 11"/>
          <p:cNvSpPr>
            <a:spLocks noGrp="1"/>
          </p:cNvSpPr>
          <p:nvPr>
            <p:ph type="body" sz="quarter" idx="16" hasCustomPrompt="1"/>
          </p:nvPr>
        </p:nvSpPr>
        <p:spPr bwMode="gray">
          <a:xfrm>
            <a:off x="6264000" y="1836000"/>
            <a:ext cx="2520000" cy="2574000"/>
          </a:xfrm>
        </p:spPr>
        <p:txBody>
          <a:bodyPr/>
          <a:lstStyle>
            <a:lvl1pPr>
              <a:defRPr/>
            </a:lvl1pPr>
            <a:lvl2pPr>
              <a:defRPr/>
            </a:lvl2pPr>
            <a:lvl3pPr>
              <a:defRPr baseline="0"/>
            </a:lvl3pPr>
            <a:lvl4pPr>
              <a:defRPr/>
            </a:lvl4pPr>
            <a:lvl5pPr>
              <a:defRPr/>
            </a:lvl5pPr>
          </a:lstStyle>
          <a:p>
            <a:pPr lvl="0"/>
            <a:r>
              <a:rPr lang="fr-FR"/>
              <a:t>Texte de niveau 1</a:t>
            </a:r>
          </a:p>
          <a:p>
            <a:pPr lvl="1"/>
            <a:r>
              <a:rPr lang="fr-FR"/>
              <a:t>Texte de niveau 2</a:t>
            </a:r>
          </a:p>
          <a:p>
            <a:pPr lvl="2"/>
            <a:r>
              <a:rPr lang="fr-FR"/>
              <a:t>Texte de niveau 3</a:t>
            </a:r>
          </a:p>
          <a:p>
            <a:pPr lvl="3"/>
            <a:r>
              <a:rPr lang="fr-FR"/>
              <a:t>Texte de niveau 4</a:t>
            </a:r>
          </a:p>
          <a:p>
            <a:pPr lvl="4"/>
            <a:r>
              <a:rPr lang="fr-FR"/>
              <a:t>Texte de niveau 5</a:t>
            </a:r>
          </a:p>
        </p:txBody>
      </p:sp>
      <p:sp>
        <p:nvSpPr>
          <p:cNvPr id="11" name="Espace réservé de la date 1">
            <a:extLst>
              <a:ext uri="{FF2B5EF4-FFF2-40B4-BE49-F238E27FC236}">
                <a16:creationId xmlns:a16="http://schemas.microsoft.com/office/drawing/2014/main" id="{9F5F8F36-9414-6946-BDAE-0A76E569CDF2}"/>
              </a:ext>
            </a:extLst>
          </p:cNvPr>
          <p:cNvSpPr>
            <a:spLocks noGrp="1"/>
          </p:cNvSpPr>
          <p:nvPr>
            <p:ph type="dt" sz="half" idx="10"/>
          </p:nvPr>
        </p:nvSpPr>
        <p:spPr bwMode="gray">
          <a:xfrm>
            <a:off x="6426336" y="4783500"/>
            <a:ext cx="1170000" cy="360000"/>
          </a:xfrm>
          <a:prstGeom prst="rect">
            <a:avLst/>
          </a:prstGeom>
        </p:spPr>
        <p:txBody>
          <a:bodyPr/>
          <a:lstStyle/>
          <a:p>
            <a:pPr algn="r"/>
            <a:fld id="{EFA0773D-3F28-40F9-B9EA-54498D76AC91}" type="datetime1">
              <a:rPr lang="fr-FR" cap="all" smtClean="0">
                <a:solidFill>
                  <a:srgbClr val="000000"/>
                </a:solidFill>
              </a:rPr>
              <a:pPr algn="r"/>
              <a:t>07/01/2025</a:t>
            </a:fld>
            <a:endParaRPr lang="fr-FR" cap="all">
              <a:solidFill>
                <a:srgbClr val="000000"/>
              </a:solidFill>
            </a:endParaRPr>
          </a:p>
        </p:txBody>
      </p:sp>
      <p:sp>
        <p:nvSpPr>
          <p:cNvPr id="15" name="Espace réservé du numéro de diapositive 7">
            <a:extLst>
              <a:ext uri="{FF2B5EF4-FFF2-40B4-BE49-F238E27FC236}">
                <a16:creationId xmlns:a16="http://schemas.microsoft.com/office/drawing/2014/main" id="{39B13F4C-6D78-BF47-94DF-EE7823417253}"/>
              </a:ext>
            </a:extLst>
          </p:cNvPr>
          <p:cNvSpPr>
            <a:spLocks noGrp="1"/>
          </p:cNvSpPr>
          <p:nvPr>
            <p:ph type="sldNum" sz="quarter" idx="12"/>
          </p:nvPr>
        </p:nvSpPr>
        <p:spPr bwMode="gray">
          <a:xfrm>
            <a:off x="7596336" y="4783500"/>
            <a:ext cx="1170000" cy="360000"/>
          </a:xfrm>
          <a:prstGeom prst="rect">
            <a:avLst/>
          </a:prstGeom>
        </p:spPr>
        <p:txBody>
          <a:bodyPr/>
          <a:lstStyle>
            <a:lvl1pPr algn="r">
              <a:defRPr sz="1600">
                <a:solidFill>
                  <a:srgbClr val="FF0000"/>
                </a:solidFill>
              </a:defRPr>
            </a:lvl1pPr>
          </a:lstStyle>
          <a:p>
            <a:fld id="{733122C9-A0B9-462F-8757-0847AD287B63}" type="slidenum">
              <a:rPr lang="fr-FR" smtClean="0"/>
              <a:pPr/>
              <a:t>‹N°›</a:t>
            </a:fld>
            <a:endParaRPr lang="fr-FR"/>
          </a:p>
        </p:txBody>
      </p:sp>
    </p:spTree>
    <p:extLst>
      <p:ext uri="{BB962C8B-B14F-4D97-AF65-F5344CB8AC3E}">
        <p14:creationId xmlns:p14="http://schemas.microsoft.com/office/powerpoint/2010/main" val="21987482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Titre et contenu">
    <p:spTree>
      <p:nvGrpSpPr>
        <p:cNvPr id="1" name=""/>
        <p:cNvGrpSpPr/>
        <p:nvPr/>
      </p:nvGrpSpPr>
      <p:grpSpPr>
        <a:xfrm>
          <a:off x="0" y="0"/>
          <a:ext cx="0" cy="0"/>
          <a:chOff x="0" y="0"/>
          <a:chExt cx="0" cy="0"/>
        </a:xfrm>
      </p:grpSpPr>
      <p:sp>
        <p:nvSpPr>
          <p:cNvPr id="4" name="Titre 3"/>
          <p:cNvSpPr>
            <a:spLocks noGrp="1"/>
          </p:cNvSpPr>
          <p:nvPr>
            <p:ph type="title" hasCustomPrompt="1"/>
          </p:nvPr>
        </p:nvSpPr>
        <p:spPr bwMode="gray">
          <a:xfrm>
            <a:off x="359999" y="900000"/>
            <a:ext cx="8424000" cy="720000"/>
          </a:xfrm>
        </p:spPr>
        <p:txBody>
          <a:bodyPr/>
          <a:lstStyle/>
          <a:p>
            <a:r>
              <a:rPr lang="fr-FR" noProof="0"/>
              <a:t>Titre</a:t>
            </a:r>
            <a:endParaRPr lang="fr-FR"/>
          </a:p>
        </p:txBody>
      </p:sp>
      <p:sp>
        <p:nvSpPr>
          <p:cNvPr id="9" name="Espace réservé du contenu 8"/>
          <p:cNvSpPr>
            <a:spLocks noGrp="1"/>
          </p:cNvSpPr>
          <p:nvPr>
            <p:ph sz="quarter" idx="14" hasCustomPrompt="1"/>
          </p:nvPr>
        </p:nvSpPr>
        <p:spPr bwMode="gray">
          <a:xfrm>
            <a:off x="359998" y="1836000"/>
            <a:ext cx="8424000" cy="2574000"/>
          </a:xfrm>
        </p:spPr>
        <p:txBody>
          <a:bodyPr/>
          <a:lstStyle>
            <a:lvl1pPr>
              <a:defRPr/>
            </a:lvl1pPr>
            <a:lvl2pPr>
              <a:defRPr/>
            </a:lvl2pPr>
            <a:lvl3pPr>
              <a:defRPr/>
            </a:lvl3pPr>
            <a:lvl4pPr>
              <a:defRPr/>
            </a:lvl4pPr>
            <a:lvl5pPr>
              <a:defRPr/>
            </a:lvl5pPr>
          </a:lstStyle>
          <a:p>
            <a:pPr lvl="0"/>
            <a:r>
              <a:rPr lang="fr-FR"/>
              <a:t>Texte de niveau 1</a:t>
            </a:r>
          </a:p>
          <a:p>
            <a:pPr lvl="1"/>
            <a:r>
              <a:rPr lang="fr-FR"/>
              <a:t>Texte de niveau 2</a:t>
            </a:r>
          </a:p>
          <a:p>
            <a:pPr lvl="2"/>
            <a:r>
              <a:rPr lang="fr-FR"/>
              <a:t>Texte de niveau 3</a:t>
            </a:r>
          </a:p>
          <a:p>
            <a:pPr lvl="3"/>
            <a:r>
              <a:rPr lang="fr-FR"/>
              <a:t>Texte de niveau 4</a:t>
            </a:r>
          </a:p>
          <a:p>
            <a:pPr lvl="4"/>
            <a:r>
              <a:rPr lang="fr-FR"/>
              <a:t>Texte de niveau 5</a:t>
            </a:r>
          </a:p>
        </p:txBody>
      </p:sp>
      <p:sp>
        <p:nvSpPr>
          <p:cNvPr id="15" name="Espace réservé du texte 9"/>
          <p:cNvSpPr>
            <a:spLocks noGrp="1"/>
          </p:cNvSpPr>
          <p:nvPr>
            <p:ph type="body" sz="quarter" idx="13" hasCustomPrompt="1"/>
          </p:nvPr>
        </p:nvSpPr>
        <p:spPr bwMode="gray">
          <a:xfrm>
            <a:off x="3312000" y="180000"/>
            <a:ext cx="5472000" cy="360000"/>
          </a:xfrm>
        </p:spPr>
        <p:txBody>
          <a:bodyPr/>
          <a:lstStyle>
            <a:lvl1pPr marL="108000" indent="-108000" algn="r">
              <a:spcAft>
                <a:spcPts val="0"/>
              </a:spcAft>
              <a:buFont typeface="+mj-lt"/>
              <a:buAutoNum type="arabicPeriod"/>
              <a:defRPr sz="750" b="1"/>
            </a:lvl1pPr>
            <a:lvl2pPr marL="108000" indent="-108000" algn="r">
              <a:spcBef>
                <a:spcPts val="0"/>
              </a:spcBef>
              <a:spcAft>
                <a:spcPts val="0"/>
              </a:spcAft>
              <a:buFont typeface="+mj-lt"/>
              <a:buAutoNum type="alphaLcPeriod"/>
              <a:defRPr sz="750"/>
            </a:lvl2pPr>
          </a:lstStyle>
          <a:p>
            <a:pPr lvl="0"/>
            <a:r>
              <a:rPr lang="fr-FR"/>
              <a:t>Titre</a:t>
            </a:r>
          </a:p>
          <a:p>
            <a:pPr lvl="1"/>
            <a:r>
              <a:rPr lang="fr-FR"/>
              <a:t>Sous-titre</a:t>
            </a:r>
          </a:p>
        </p:txBody>
      </p:sp>
      <p:sp>
        <p:nvSpPr>
          <p:cNvPr id="8" name="Espace réservé de la date 1">
            <a:extLst>
              <a:ext uri="{FF2B5EF4-FFF2-40B4-BE49-F238E27FC236}">
                <a16:creationId xmlns:a16="http://schemas.microsoft.com/office/drawing/2014/main" id="{48DF368D-0C4B-2743-8FE5-01F96D2C1253}"/>
              </a:ext>
            </a:extLst>
          </p:cNvPr>
          <p:cNvSpPr>
            <a:spLocks noGrp="1"/>
          </p:cNvSpPr>
          <p:nvPr>
            <p:ph type="dt" sz="half" idx="10"/>
          </p:nvPr>
        </p:nvSpPr>
        <p:spPr bwMode="gray">
          <a:xfrm>
            <a:off x="6426336" y="4783500"/>
            <a:ext cx="1170000" cy="360000"/>
          </a:xfrm>
          <a:prstGeom prst="rect">
            <a:avLst/>
          </a:prstGeom>
        </p:spPr>
        <p:txBody>
          <a:bodyPr/>
          <a:lstStyle/>
          <a:p>
            <a:pPr algn="r"/>
            <a:fld id="{5364400D-1A9E-42A8-8CBD-868B8972336F}" type="datetime1">
              <a:rPr lang="fr-FR" cap="all" smtClean="0">
                <a:solidFill>
                  <a:srgbClr val="000000"/>
                </a:solidFill>
              </a:rPr>
              <a:pPr algn="r"/>
              <a:t>07/01/2025</a:t>
            </a:fld>
            <a:endParaRPr lang="fr-FR" cap="all">
              <a:solidFill>
                <a:srgbClr val="000000"/>
              </a:solidFill>
            </a:endParaRPr>
          </a:p>
        </p:txBody>
      </p:sp>
      <p:sp>
        <p:nvSpPr>
          <p:cNvPr id="10" name="Espace réservé du numéro de diapositive 7">
            <a:extLst>
              <a:ext uri="{FF2B5EF4-FFF2-40B4-BE49-F238E27FC236}">
                <a16:creationId xmlns:a16="http://schemas.microsoft.com/office/drawing/2014/main" id="{18BB1EA6-B51D-8C43-9842-1E89F403ABFA}"/>
              </a:ext>
            </a:extLst>
          </p:cNvPr>
          <p:cNvSpPr>
            <a:spLocks noGrp="1"/>
          </p:cNvSpPr>
          <p:nvPr>
            <p:ph type="sldNum" sz="quarter" idx="12"/>
          </p:nvPr>
        </p:nvSpPr>
        <p:spPr bwMode="gray">
          <a:xfrm>
            <a:off x="7596336" y="4783500"/>
            <a:ext cx="1170000" cy="360000"/>
          </a:xfrm>
          <a:prstGeom prst="rect">
            <a:avLst/>
          </a:prstGeom>
        </p:spPr>
        <p:txBody>
          <a:bodyPr/>
          <a:lstStyle>
            <a:lvl1pPr algn="r">
              <a:defRPr sz="1600">
                <a:solidFill>
                  <a:srgbClr val="FF0000"/>
                </a:solidFill>
              </a:defRPr>
            </a:lvl1pPr>
          </a:lstStyle>
          <a:p>
            <a:fld id="{733122C9-A0B9-462F-8757-0847AD287B63}" type="slidenum">
              <a:rPr lang="fr-FR" smtClean="0"/>
              <a:pPr/>
              <a:t>‹N°›</a:t>
            </a:fld>
            <a:endParaRPr lang="fr-FR"/>
          </a:p>
        </p:txBody>
      </p:sp>
    </p:spTree>
    <p:extLst>
      <p:ext uri="{BB962C8B-B14F-4D97-AF65-F5344CB8AC3E}">
        <p14:creationId xmlns:p14="http://schemas.microsoft.com/office/powerpoint/2010/main" val="131226990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uverture">
    <p:spTree>
      <p:nvGrpSpPr>
        <p:cNvPr id="1" name=""/>
        <p:cNvGrpSpPr/>
        <p:nvPr/>
      </p:nvGrpSpPr>
      <p:grpSpPr>
        <a:xfrm>
          <a:off x="0" y="0"/>
          <a:ext cx="0" cy="0"/>
          <a:chOff x="0" y="0"/>
          <a:chExt cx="0" cy="0"/>
        </a:xfrm>
      </p:grpSpPr>
      <p:sp>
        <p:nvSpPr>
          <p:cNvPr id="4" name="Espace réservé de la date 3"/>
          <p:cNvSpPr>
            <a:spLocks noGrp="1"/>
          </p:cNvSpPr>
          <p:nvPr>
            <p:ph type="dt" sz="half" idx="10"/>
          </p:nvPr>
        </p:nvSpPr>
        <p:spPr bwMode="gray">
          <a:xfrm>
            <a:off x="0" y="4963500"/>
            <a:ext cx="180000" cy="180000"/>
          </a:xfrm>
          <a:prstGeom prst="rect">
            <a:avLst/>
          </a:prstGeom>
          <a:ln>
            <a:solidFill>
              <a:schemeClr val="tx1">
                <a:alpha val="0"/>
              </a:schemeClr>
            </a:solidFill>
          </a:ln>
        </p:spPr>
        <p:txBody>
          <a:bodyPr/>
          <a:lstStyle>
            <a:lvl1pPr>
              <a:defRPr sz="100">
                <a:solidFill>
                  <a:schemeClr val="tx1">
                    <a:alpha val="0"/>
                  </a:schemeClr>
                </a:solidFill>
              </a:defRPr>
            </a:lvl1pPr>
          </a:lstStyle>
          <a:p>
            <a:fld id="{A0D324E6-168B-49CF-88F7-1B95819E3F9B}" type="datetime1">
              <a:rPr lang="fr-FR" smtClean="0">
                <a:solidFill>
                  <a:srgbClr val="000000">
                    <a:alpha val="0"/>
                  </a:srgbClr>
                </a:solidFill>
              </a:rPr>
              <a:pPr/>
              <a:t>07/01/2025</a:t>
            </a:fld>
            <a:endParaRPr lang="fr-FR">
              <a:solidFill>
                <a:srgbClr val="000000">
                  <a:alpha val="0"/>
                </a:srgbClr>
              </a:solidFill>
            </a:endParaRPr>
          </a:p>
        </p:txBody>
      </p:sp>
      <p:sp>
        <p:nvSpPr>
          <p:cNvPr id="5" name="Espace réservé du pied de page 4"/>
          <p:cNvSpPr>
            <a:spLocks noGrp="1"/>
          </p:cNvSpPr>
          <p:nvPr>
            <p:ph type="ftr" sz="quarter" idx="11"/>
          </p:nvPr>
        </p:nvSpPr>
        <p:spPr bwMode="gray">
          <a:xfrm>
            <a:off x="720000" y="3919897"/>
            <a:ext cx="3240000" cy="900000"/>
          </a:xfrm>
          <a:prstGeom prst="rect">
            <a:avLst/>
          </a:prstGeom>
        </p:spPr>
        <p:txBody>
          <a:bodyPr anchor="b" anchorCtr="0"/>
          <a:lstStyle>
            <a:lvl1pPr>
              <a:defRPr sz="1150"/>
            </a:lvl1pPr>
          </a:lstStyle>
          <a:p>
            <a:endParaRPr lang="fr-FR">
              <a:solidFill>
                <a:srgbClr val="000000"/>
              </a:solidFill>
            </a:endParaRPr>
          </a:p>
        </p:txBody>
      </p:sp>
      <p:sp>
        <p:nvSpPr>
          <p:cNvPr id="6" name="Espace réservé du numéro de diapositive 5"/>
          <p:cNvSpPr>
            <a:spLocks noGrp="1"/>
          </p:cNvSpPr>
          <p:nvPr>
            <p:ph type="sldNum" sz="quarter" idx="12"/>
          </p:nvPr>
        </p:nvSpPr>
        <p:spPr bwMode="gray">
          <a:xfrm>
            <a:off x="0" y="4963500"/>
            <a:ext cx="180000" cy="180000"/>
          </a:xfrm>
          <a:prstGeom prst="rect">
            <a:avLst/>
          </a:prstGeom>
          <a:ln>
            <a:solidFill>
              <a:schemeClr val="tx1">
                <a:alpha val="0"/>
              </a:schemeClr>
            </a:solidFill>
          </a:ln>
        </p:spPr>
        <p:txBody>
          <a:bodyPr/>
          <a:lstStyle>
            <a:lvl1pPr>
              <a:defRPr sz="100">
                <a:solidFill>
                  <a:schemeClr val="tx1">
                    <a:alpha val="0"/>
                  </a:schemeClr>
                </a:solidFill>
              </a:defRPr>
            </a:lvl1pPr>
          </a:lstStyle>
          <a:p>
            <a:fld id="{10C140CD-8AED-46FF-A9A2-77308F3F39AE}" type="slidenum">
              <a:rPr lang="fr-FR" smtClean="0">
                <a:solidFill>
                  <a:srgbClr val="000000">
                    <a:alpha val="0"/>
                  </a:srgbClr>
                </a:solidFill>
              </a:rPr>
              <a:pPr/>
              <a:t>‹N°›</a:t>
            </a:fld>
            <a:endParaRPr lang="fr-FR">
              <a:solidFill>
                <a:srgbClr val="000000">
                  <a:alpha val="0"/>
                </a:srgbClr>
              </a:solidFill>
            </a:endParaRPr>
          </a:p>
        </p:txBody>
      </p:sp>
      <p:sp>
        <p:nvSpPr>
          <p:cNvPr id="7" name="Titre 6"/>
          <p:cNvSpPr>
            <a:spLocks noGrp="1"/>
          </p:cNvSpPr>
          <p:nvPr>
            <p:ph type="title" hasCustomPrompt="1"/>
          </p:nvPr>
        </p:nvSpPr>
        <p:spPr bwMode="gray">
          <a:xfrm>
            <a:off x="0" y="0"/>
            <a:ext cx="180000" cy="180000"/>
          </a:xfrm>
          <a:ln>
            <a:solidFill>
              <a:schemeClr val="tx1">
                <a:alpha val="0"/>
              </a:schemeClr>
            </a:solidFill>
          </a:ln>
        </p:spPr>
        <p:txBody>
          <a:bodyPr/>
          <a:lstStyle>
            <a:lvl1pPr>
              <a:defRPr sz="100">
                <a:solidFill>
                  <a:schemeClr val="tx1">
                    <a:alpha val="0"/>
                  </a:schemeClr>
                </a:solidFill>
              </a:defRPr>
            </a:lvl1pPr>
          </a:lstStyle>
          <a:p>
            <a:r>
              <a:rPr lang="fr-FR"/>
              <a:t>Titre</a:t>
            </a:r>
          </a:p>
        </p:txBody>
      </p:sp>
      <p:pic>
        <p:nvPicPr>
          <p:cNvPr id="8" name="Image 7">
            <a:extLst>
              <a:ext uri="{FF2B5EF4-FFF2-40B4-BE49-F238E27FC236}">
                <a16:creationId xmlns:a16="http://schemas.microsoft.com/office/drawing/2014/main" id="{9571B293-EB6B-9149-9E08-668EB7F040F0}"/>
              </a:ext>
            </a:extLst>
          </p:cNvPr>
          <p:cNvPicPr>
            <a:picLocks noChangeAspect="1"/>
          </p:cNvPicPr>
          <p:nvPr userDrawn="1"/>
        </p:nvPicPr>
        <p:blipFill>
          <a:blip r:embed="rId2" cstate="print"/>
          <a:stretch>
            <a:fillRect/>
          </a:stretch>
        </p:blipFill>
        <p:spPr>
          <a:xfrm>
            <a:off x="-16829" y="1"/>
            <a:ext cx="9160828" cy="5152965"/>
          </a:xfrm>
          <a:prstGeom prst="rect">
            <a:avLst/>
          </a:prstGeom>
        </p:spPr>
      </p:pic>
    </p:spTree>
    <p:extLst>
      <p:ext uri="{BB962C8B-B14F-4D97-AF65-F5344CB8AC3E}">
        <p14:creationId xmlns:p14="http://schemas.microsoft.com/office/powerpoint/2010/main" val="164472756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re et sous-titre">
    <p:spTree>
      <p:nvGrpSpPr>
        <p:cNvPr id="1" name=""/>
        <p:cNvGrpSpPr/>
        <p:nvPr/>
      </p:nvGrpSpPr>
      <p:grpSpPr>
        <a:xfrm>
          <a:off x="0" y="0"/>
          <a:ext cx="0" cy="0"/>
          <a:chOff x="0" y="0"/>
          <a:chExt cx="0" cy="0"/>
        </a:xfrm>
      </p:grpSpPr>
      <p:pic>
        <p:nvPicPr>
          <p:cNvPr id="14" name="Image 13">
            <a:extLst>
              <a:ext uri="{FF2B5EF4-FFF2-40B4-BE49-F238E27FC236}">
                <a16:creationId xmlns:a16="http://schemas.microsoft.com/office/drawing/2014/main" id="{0B3ED864-6123-8B40-8783-2DF8831D71C8}"/>
              </a:ext>
            </a:extLst>
          </p:cNvPr>
          <p:cNvPicPr>
            <a:picLocks noChangeAspect="1"/>
          </p:cNvPicPr>
          <p:nvPr userDrawn="1"/>
        </p:nvPicPr>
        <p:blipFill>
          <a:blip r:embed="rId2" cstate="print"/>
          <a:stretch>
            <a:fillRect/>
          </a:stretch>
        </p:blipFill>
        <p:spPr>
          <a:xfrm>
            <a:off x="-16828" y="5359"/>
            <a:ext cx="9160828" cy="5152965"/>
          </a:xfrm>
          <a:prstGeom prst="rect">
            <a:avLst/>
          </a:prstGeom>
        </p:spPr>
      </p:pic>
      <p:sp>
        <p:nvSpPr>
          <p:cNvPr id="7" name="Titre 6"/>
          <p:cNvSpPr>
            <a:spLocks noGrp="1"/>
          </p:cNvSpPr>
          <p:nvPr>
            <p:ph type="title" hasCustomPrompt="1"/>
          </p:nvPr>
        </p:nvSpPr>
        <p:spPr bwMode="gray">
          <a:xfrm>
            <a:off x="0" y="0"/>
            <a:ext cx="180000" cy="180000"/>
          </a:xfrm>
          <a:ln>
            <a:solidFill>
              <a:schemeClr val="tx1">
                <a:alpha val="0"/>
              </a:schemeClr>
            </a:solidFill>
          </a:ln>
        </p:spPr>
        <p:txBody>
          <a:bodyPr/>
          <a:lstStyle>
            <a:lvl1pPr>
              <a:defRPr sz="100">
                <a:solidFill>
                  <a:schemeClr val="tx1">
                    <a:alpha val="0"/>
                  </a:schemeClr>
                </a:solidFill>
              </a:defRPr>
            </a:lvl1pPr>
          </a:lstStyle>
          <a:p>
            <a:r>
              <a:rPr lang="fr-FR"/>
              <a:t>Titre</a:t>
            </a:r>
          </a:p>
        </p:txBody>
      </p:sp>
      <p:sp>
        <p:nvSpPr>
          <p:cNvPr id="2" name="Espace réservé de la date 1"/>
          <p:cNvSpPr>
            <a:spLocks noGrp="1"/>
          </p:cNvSpPr>
          <p:nvPr>
            <p:ph type="dt" sz="half" idx="10"/>
          </p:nvPr>
        </p:nvSpPr>
        <p:spPr bwMode="gray">
          <a:xfrm>
            <a:off x="6426336" y="4783500"/>
            <a:ext cx="1170000" cy="360000"/>
          </a:xfrm>
          <a:prstGeom prst="rect">
            <a:avLst/>
          </a:prstGeom>
        </p:spPr>
        <p:txBody>
          <a:bodyPr/>
          <a:lstStyle/>
          <a:p>
            <a:pPr algn="r"/>
            <a:fld id="{99BD388D-CA1A-43B3-B616-228F45499086}" type="datetime1">
              <a:rPr lang="fr-FR" cap="all" smtClean="0">
                <a:solidFill>
                  <a:srgbClr val="000000"/>
                </a:solidFill>
              </a:rPr>
              <a:pPr algn="r"/>
              <a:t>07/01/2025</a:t>
            </a:fld>
            <a:endParaRPr lang="fr-FR" cap="all">
              <a:solidFill>
                <a:srgbClr val="000000"/>
              </a:solidFill>
            </a:endParaRPr>
          </a:p>
        </p:txBody>
      </p:sp>
      <p:sp>
        <p:nvSpPr>
          <p:cNvPr id="8" name="Espace réservé du numéro de diapositive 7"/>
          <p:cNvSpPr>
            <a:spLocks noGrp="1"/>
          </p:cNvSpPr>
          <p:nvPr>
            <p:ph type="sldNum" sz="quarter" idx="12"/>
          </p:nvPr>
        </p:nvSpPr>
        <p:spPr bwMode="gray">
          <a:xfrm>
            <a:off x="7596336" y="4783500"/>
            <a:ext cx="1170000" cy="360000"/>
          </a:xfrm>
          <a:prstGeom prst="rect">
            <a:avLst/>
          </a:prstGeom>
        </p:spPr>
        <p:txBody>
          <a:bodyPr/>
          <a:lstStyle>
            <a:lvl1pPr algn="r">
              <a:defRPr sz="1600">
                <a:solidFill>
                  <a:srgbClr val="FF0000"/>
                </a:solidFill>
              </a:defRPr>
            </a:lvl1pPr>
          </a:lstStyle>
          <a:p>
            <a:fld id="{733122C9-A0B9-462F-8757-0847AD287B63}" type="slidenum">
              <a:rPr lang="fr-FR" smtClean="0"/>
              <a:pPr/>
              <a:t>‹N°›</a:t>
            </a:fld>
            <a:endParaRPr lang="fr-FR"/>
          </a:p>
        </p:txBody>
      </p:sp>
      <p:sp>
        <p:nvSpPr>
          <p:cNvPr id="11" name="Espace réservé du texte 10"/>
          <p:cNvSpPr>
            <a:spLocks noGrp="1"/>
          </p:cNvSpPr>
          <p:nvPr>
            <p:ph type="body" sz="quarter" idx="13" hasCustomPrompt="1"/>
          </p:nvPr>
        </p:nvSpPr>
        <p:spPr bwMode="gray">
          <a:xfrm>
            <a:off x="360000" y="2346046"/>
            <a:ext cx="8424000" cy="2077200"/>
          </a:xfrm>
        </p:spPr>
        <p:txBody>
          <a:bodyPr/>
          <a:lstStyle>
            <a:lvl1pPr>
              <a:lnSpc>
                <a:spcPct val="90000"/>
              </a:lnSpc>
              <a:spcAft>
                <a:spcPts val="0"/>
              </a:spcAft>
              <a:defRPr sz="3250" b="1" cap="none" baseline="0">
                <a:solidFill>
                  <a:srgbClr val="0C5076"/>
                </a:solidFill>
              </a:defRPr>
            </a:lvl1pPr>
            <a:lvl2pPr marL="0" indent="0">
              <a:spcBef>
                <a:spcPts val="500"/>
              </a:spcBef>
              <a:spcAft>
                <a:spcPts val="0"/>
              </a:spcAft>
              <a:buNone/>
              <a:defRPr sz="1850"/>
            </a:lvl2pPr>
          </a:lstStyle>
          <a:p>
            <a:pPr lvl="0"/>
            <a:r>
              <a:rPr lang="fr-FR"/>
              <a:t>Titre</a:t>
            </a:r>
          </a:p>
          <a:p>
            <a:pPr lvl="1"/>
            <a:r>
              <a:rPr lang="fr-FR"/>
              <a:t>Sous-titre</a:t>
            </a:r>
          </a:p>
        </p:txBody>
      </p:sp>
    </p:spTree>
    <p:extLst>
      <p:ext uri="{BB962C8B-B14F-4D97-AF65-F5344CB8AC3E}">
        <p14:creationId xmlns:p14="http://schemas.microsoft.com/office/powerpoint/2010/main" val="49809049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ommaire">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a:xfrm>
            <a:off x="359999" y="900000"/>
            <a:ext cx="8424000" cy="720000"/>
          </a:xfrm>
        </p:spPr>
        <p:txBody>
          <a:bodyPr/>
          <a:lstStyle>
            <a:lvl1pPr>
              <a:defRPr/>
            </a:lvl1pPr>
          </a:lstStyle>
          <a:p>
            <a:r>
              <a:rPr lang="fr-FR"/>
              <a:t>Titre</a:t>
            </a:r>
          </a:p>
        </p:txBody>
      </p:sp>
      <p:sp>
        <p:nvSpPr>
          <p:cNvPr id="8" name="Espace réservé du texte 7"/>
          <p:cNvSpPr>
            <a:spLocks noGrp="1"/>
          </p:cNvSpPr>
          <p:nvPr>
            <p:ph type="body" sz="quarter" idx="13" hasCustomPrompt="1"/>
          </p:nvPr>
        </p:nvSpPr>
        <p:spPr bwMode="gray">
          <a:xfrm>
            <a:off x="359998" y="1891968"/>
            <a:ext cx="2520000" cy="2530800"/>
          </a:xfrm>
        </p:spPr>
        <p:txBody>
          <a:bodyPr/>
          <a:lstStyle>
            <a:lvl1pPr marL="144000" indent="-144000">
              <a:spcBef>
                <a:spcPts val="400"/>
              </a:spcBef>
              <a:spcAft>
                <a:spcPts val="800"/>
              </a:spcAft>
              <a:buFont typeface="+mj-lt"/>
              <a:buAutoNum type="arabicPeriod"/>
              <a:defRPr b="1"/>
            </a:lvl1pPr>
            <a:lvl2pPr marL="324000" indent="-144000">
              <a:spcBef>
                <a:spcPts val="600"/>
              </a:spcBef>
              <a:spcAft>
                <a:spcPts val="800"/>
              </a:spcAft>
              <a:buFont typeface="+mj-lt"/>
              <a:buAutoNum type="alphaLcPeriod"/>
              <a:defRPr>
                <a:solidFill>
                  <a:srgbClr val="EC130E"/>
                </a:solidFill>
              </a:defRPr>
            </a:lvl2pPr>
          </a:lstStyle>
          <a:p>
            <a:pPr lvl="0"/>
            <a:r>
              <a:rPr lang="fr-FR"/>
              <a:t>Titre de la partie</a:t>
            </a:r>
          </a:p>
          <a:p>
            <a:pPr lvl="1"/>
            <a:r>
              <a:rPr lang="fr-FR"/>
              <a:t>Deuxième niveau</a:t>
            </a:r>
          </a:p>
        </p:txBody>
      </p:sp>
      <p:sp>
        <p:nvSpPr>
          <p:cNvPr id="9" name="Espace réservé du texte 7"/>
          <p:cNvSpPr>
            <a:spLocks noGrp="1"/>
          </p:cNvSpPr>
          <p:nvPr>
            <p:ph type="body" sz="quarter" idx="14" hasCustomPrompt="1"/>
          </p:nvPr>
        </p:nvSpPr>
        <p:spPr bwMode="gray">
          <a:xfrm>
            <a:off x="3312000" y="1893600"/>
            <a:ext cx="2520000" cy="2530800"/>
          </a:xfrm>
        </p:spPr>
        <p:txBody>
          <a:bodyPr/>
          <a:lstStyle>
            <a:lvl1pPr marL="144000" indent="-144000">
              <a:spcBef>
                <a:spcPts val="400"/>
              </a:spcBef>
              <a:spcAft>
                <a:spcPts val="800"/>
              </a:spcAft>
              <a:buFont typeface="+mj-lt"/>
              <a:buAutoNum type="arabicPeriod"/>
              <a:defRPr b="1"/>
            </a:lvl1pPr>
            <a:lvl2pPr marL="324000" indent="-144000">
              <a:spcBef>
                <a:spcPts val="600"/>
              </a:spcBef>
              <a:spcAft>
                <a:spcPts val="800"/>
              </a:spcAft>
              <a:buFont typeface="+mj-lt"/>
              <a:buAutoNum type="alphaLcPeriod"/>
              <a:defRPr>
                <a:solidFill>
                  <a:srgbClr val="EC130E"/>
                </a:solidFill>
              </a:defRPr>
            </a:lvl2pPr>
          </a:lstStyle>
          <a:p>
            <a:pPr lvl="0"/>
            <a:r>
              <a:rPr lang="fr-FR"/>
              <a:t>Titre de la partie</a:t>
            </a:r>
          </a:p>
          <a:p>
            <a:pPr lvl="1"/>
            <a:r>
              <a:rPr lang="fr-FR"/>
              <a:t>Deuxième niveau</a:t>
            </a:r>
          </a:p>
        </p:txBody>
      </p:sp>
      <p:sp>
        <p:nvSpPr>
          <p:cNvPr id="10" name="Espace réservé du texte 7"/>
          <p:cNvSpPr>
            <a:spLocks noGrp="1"/>
          </p:cNvSpPr>
          <p:nvPr>
            <p:ph type="body" sz="quarter" idx="15" hasCustomPrompt="1"/>
          </p:nvPr>
        </p:nvSpPr>
        <p:spPr bwMode="gray">
          <a:xfrm>
            <a:off x="6263999" y="1893600"/>
            <a:ext cx="2520000" cy="2530800"/>
          </a:xfrm>
        </p:spPr>
        <p:txBody>
          <a:bodyPr/>
          <a:lstStyle>
            <a:lvl1pPr marL="144000" indent="-144000">
              <a:spcBef>
                <a:spcPts val="400"/>
              </a:spcBef>
              <a:spcAft>
                <a:spcPts val="800"/>
              </a:spcAft>
              <a:buFont typeface="+mj-lt"/>
              <a:buAutoNum type="arabicPeriod"/>
              <a:defRPr b="1"/>
            </a:lvl1pPr>
            <a:lvl2pPr marL="324000" indent="-144000">
              <a:spcBef>
                <a:spcPts val="600"/>
              </a:spcBef>
              <a:spcAft>
                <a:spcPts val="800"/>
              </a:spcAft>
              <a:buFont typeface="+mj-lt"/>
              <a:buAutoNum type="alphaLcPeriod"/>
              <a:defRPr>
                <a:solidFill>
                  <a:srgbClr val="EC130E"/>
                </a:solidFill>
              </a:defRPr>
            </a:lvl2pPr>
          </a:lstStyle>
          <a:p>
            <a:pPr lvl="0"/>
            <a:r>
              <a:rPr lang="fr-FR"/>
              <a:t>Titre de la partie</a:t>
            </a:r>
          </a:p>
          <a:p>
            <a:pPr lvl="1"/>
            <a:r>
              <a:rPr lang="fr-FR"/>
              <a:t>Deuxième niveau</a:t>
            </a:r>
          </a:p>
        </p:txBody>
      </p:sp>
      <p:sp>
        <p:nvSpPr>
          <p:cNvPr id="11" name="Espace réservé de la date 1">
            <a:extLst>
              <a:ext uri="{FF2B5EF4-FFF2-40B4-BE49-F238E27FC236}">
                <a16:creationId xmlns:a16="http://schemas.microsoft.com/office/drawing/2014/main" id="{FB55AB75-56F3-004E-8A4E-57EB4CAB795F}"/>
              </a:ext>
            </a:extLst>
          </p:cNvPr>
          <p:cNvSpPr>
            <a:spLocks noGrp="1"/>
          </p:cNvSpPr>
          <p:nvPr>
            <p:ph type="dt" sz="half" idx="10"/>
          </p:nvPr>
        </p:nvSpPr>
        <p:spPr bwMode="gray">
          <a:xfrm>
            <a:off x="6426336" y="4783500"/>
            <a:ext cx="1170000" cy="360000"/>
          </a:xfrm>
          <a:prstGeom prst="rect">
            <a:avLst/>
          </a:prstGeom>
        </p:spPr>
        <p:txBody>
          <a:bodyPr/>
          <a:lstStyle/>
          <a:p>
            <a:pPr algn="r"/>
            <a:fld id="{1AC6AEF6-2A43-4047-9D71-A77265B28DC8}" type="datetime1">
              <a:rPr lang="fr-FR" cap="all" smtClean="0">
                <a:solidFill>
                  <a:srgbClr val="000000"/>
                </a:solidFill>
              </a:rPr>
              <a:pPr algn="r"/>
              <a:t>07/01/2025</a:t>
            </a:fld>
            <a:endParaRPr lang="fr-FR" cap="all">
              <a:solidFill>
                <a:srgbClr val="000000"/>
              </a:solidFill>
            </a:endParaRPr>
          </a:p>
        </p:txBody>
      </p:sp>
      <p:sp>
        <p:nvSpPr>
          <p:cNvPr id="12" name="Espace réservé du numéro de diapositive 7">
            <a:extLst>
              <a:ext uri="{FF2B5EF4-FFF2-40B4-BE49-F238E27FC236}">
                <a16:creationId xmlns:a16="http://schemas.microsoft.com/office/drawing/2014/main" id="{4527032A-C74F-2941-8AD5-E7F64BD5B044}"/>
              </a:ext>
            </a:extLst>
          </p:cNvPr>
          <p:cNvSpPr>
            <a:spLocks noGrp="1"/>
          </p:cNvSpPr>
          <p:nvPr>
            <p:ph type="sldNum" sz="quarter" idx="12"/>
          </p:nvPr>
        </p:nvSpPr>
        <p:spPr bwMode="gray">
          <a:xfrm>
            <a:off x="7596336" y="4783500"/>
            <a:ext cx="1170000" cy="360000"/>
          </a:xfrm>
          <a:prstGeom prst="rect">
            <a:avLst/>
          </a:prstGeom>
        </p:spPr>
        <p:txBody>
          <a:bodyPr/>
          <a:lstStyle>
            <a:lvl1pPr algn="r">
              <a:defRPr sz="1600">
                <a:solidFill>
                  <a:srgbClr val="FF0000"/>
                </a:solidFill>
              </a:defRPr>
            </a:lvl1pPr>
          </a:lstStyle>
          <a:p>
            <a:fld id="{733122C9-A0B9-462F-8757-0847AD287B63}" type="slidenum">
              <a:rPr lang="fr-FR" smtClean="0"/>
              <a:pPr/>
              <a:t>‹N°›</a:t>
            </a:fld>
            <a:endParaRPr lang="fr-FR"/>
          </a:p>
        </p:txBody>
      </p:sp>
    </p:spTree>
    <p:extLst>
      <p:ext uri="{BB962C8B-B14F-4D97-AF65-F5344CB8AC3E}">
        <p14:creationId xmlns:p14="http://schemas.microsoft.com/office/powerpoint/2010/main" val="375894379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hapitre">
    <p:spTree>
      <p:nvGrpSpPr>
        <p:cNvPr id="1" name=""/>
        <p:cNvGrpSpPr/>
        <p:nvPr/>
      </p:nvGrpSpPr>
      <p:grpSpPr>
        <a:xfrm>
          <a:off x="0" y="0"/>
          <a:ext cx="0" cy="0"/>
          <a:chOff x="0" y="0"/>
          <a:chExt cx="0" cy="0"/>
        </a:xfrm>
      </p:grpSpPr>
      <p:sp>
        <p:nvSpPr>
          <p:cNvPr id="8" name="Espace réservé pour une image  7"/>
          <p:cNvSpPr>
            <a:spLocks noGrp="1"/>
          </p:cNvSpPr>
          <p:nvPr>
            <p:ph type="pic" sz="quarter" idx="13" hasCustomPrompt="1"/>
          </p:nvPr>
        </p:nvSpPr>
        <p:spPr bwMode="gray">
          <a:xfrm>
            <a:off x="323528" y="915566"/>
            <a:ext cx="8442808" cy="3672408"/>
          </a:xfrm>
          <a:solidFill>
            <a:schemeClr val="bg1">
              <a:lumMod val="85000"/>
            </a:schemeClr>
          </a:solidFill>
        </p:spPr>
        <p:txBody>
          <a:bodyPr tIns="1080000" anchor="ctr" anchorCtr="0"/>
          <a:lstStyle>
            <a:lvl1pPr algn="ctr">
              <a:defRPr cap="all" baseline="0"/>
            </a:lvl1pPr>
          </a:lstStyle>
          <a:p>
            <a:r>
              <a:rPr lang="fr-FR"/>
              <a:t>Sélectionner l’icône pour insérer une image, </a:t>
            </a:r>
            <a:br>
              <a:rPr lang="fr-FR"/>
            </a:br>
            <a:r>
              <a:rPr lang="fr-FR"/>
              <a:t>puis disposer l’image en arrière plan </a:t>
            </a:r>
            <a:br>
              <a:rPr lang="fr-FR"/>
            </a:br>
            <a:r>
              <a:rPr lang="fr-FR"/>
              <a:t>(Sélectionner l’image avec le bouton droit de la souris / </a:t>
            </a:r>
            <a:br>
              <a:rPr lang="fr-FR"/>
            </a:br>
            <a:r>
              <a:rPr lang="fr-FR"/>
              <a:t>Mettre à l’arrière plan)</a:t>
            </a:r>
          </a:p>
        </p:txBody>
      </p:sp>
      <p:sp>
        <p:nvSpPr>
          <p:cNvPr id="2" name="Titre 1"/>
          <p:cNvSpPr>
            <a:spLocks noGrp="1"/>
          </p:cNvSpPr>
          <p:nvPr>
            <p:ph type="title" hasCustomPrompt="1"/>
          </p:nvPr>
        </p:nvSpPr>
        <p:spPr bwMode="gray">
          <a:xfrm>
            <a:off x="827585" y="915566"/>
            <a:ext cx="7560840" cy="3672408"/>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noFill/>
          </a:ln>
        </p:spPr>
        <p:txBody>
          <a:bodyPr lIns="0" bIns="360000" anchor="ctr" anchorCtr="0"/>
          <a:lstStyle>
            <a:lvl1pPr marL="396000" indent="-396000">
              <a:buFont typeface="+mj-lt"/>
              <a:buAutoNum type="arabicPeriod"/>
              <a:defRPr sz="3250"/>
            </a:lvl1pPr>
          </a:lstStyle>
          <a:p>
            <a:r>
              <a:rPr lang="fr-FR"/>
              <a:t>Titre</a:t>
            </a:r>
          </a:p>
        </p:txBody>
      </p:sp>
      <p:sp>
        <p:nvSpPr>
          <p:cNvPr id="7" name="Espace réservé de la date 1">
            <a:extLst>
              <a:ext uri="{FF2B5EF4-FFF2-40B4-BE49-F238E27FC236}">
                <a16:creationId xmlns:a16="http://schemas.microsoft.com/office/drawing/2014/main" id="{9748505C-3D2A-D74D-9CDB-23720A2BFF18}"/>
              </a:ext>
            </a:extLst>
          </p:cNvPr>
          <p:cNvSpPr>
            <a:spLocks noGrp="1"/>
          </p:cNvSpPr>
          <p:nvPr>
            <p:ph type="dt" sz="half" idx="10"/>
          </p:nvPr>
        </p:nvSpPr>
        <p:spPr bwMode="gray">
          <a:xfrm>
            <a:off x="6426336" y="4783500"/>
            <a:ext cx="1170000" cy="360000"/>
          </a:xfrm>
          <a:prstGeom prst="rect">
            <a:avLst/>
          </a:prstGeom>
        </p:spPr>
        <p:txBody>
          <a:bodyPr/>
          <a:lstStyle/>
          <a:p>
            <a:pPr algn="r"/>
            <a:fld id="{B53243DC-22D4-4063-968D-3E7B7EEAF735}" type="datetime1">
              <a:rPr lang="fr-FR" cap="all" smtClean="0">
                <a:solidFill>
                  <a:srgbClr val="000000"/>
                </a:solidFill>
              </a:rPr>
              <a:pPr algn="r"/>
              <a:t>07/01/2025</a:t>
            </a:fld>
            <a:endParaRPr lang="fr-FR" cap="all">
              <a:solidFill>
                <a:srgbClr val="000000"/>
              </a:solidFill>
            </a:endParaRPr>
          </a:p>
        </p:txBody>
      </p:sp>
      <p:sp>
        <p:nvSpPr>
          <p:cNvPr id="9" name="Espace réservé du numéro de diapositive 7">
            <a:extLst>
              <a:ext uri="{FF2B5EF4-FFF2-40B4-BE49-F238E27FC236}">
                <a16:creationId xmlns:a16="http://schemas.microsoft.com/office/drawing/2014/main" id="{98F10018-47D8-6540-8D30-5845FE9749F3}"/>
              </a:ext>
            </a:extLst>
          </p:cNvPr>
          <p:cNvSpPr>
            <a:spLocks noGrp="1"/>
          </p:cNvSpPr>
          <p:nvPr>
            <p:ph type="sldNum" sz="quarter" idx="12"/>
          </p:nvPr>
        </p:nvSpPr>
        <p:spPr bwMode="gray">
          <a:xfrm>
            <a:off x="7596336" y="4783500"/>
            <a:ext cx="1170000" cy="360000"/>
          </a:xfrm>
          <a:prstGeom prst="rect">
            <a:avLst/>
          </a:prstGeom>
        </p:spPr>
        <p:txBody>
          <a:bodyPr/>
          <a:lstStyle>
            <a:lvl1pPr algn="r">
              <a:defRPr sz="1600">
                <a:solidFill>
                  <a:srgbClr val="FF0000"/>
                </a:solidFill>
              </a:defRPr>
            </a:lvl1pPr>
          </a:lstStyle>
          <a:p>
            <a:fld id="{733122C9-A0B9-462F-8757-0847AD287B63}" type="slidenum">
              <a:rPr lang="fr-FR" smtClean="0"/>
              <a:pPr/>
              <a:t>‹N°›</a:t>
            </a:fld>
            <a:endParaRPr lang="fr-FR"/>
          </a:p>
        </p:txBody>
      </p:sp>
    </p:spTree>
    <p:extLst>
      <p:ext uri="{BB962C8B-B14F-4D97-AF65-F5344CB8AC3E}">
        <p14:creationId xmlns:p14="http://schemas.microsoft.com/office/powerpoint/2010/main" val="104170635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re et textes 3 colonnes">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a:xfrm>
            <a:off x="359999" y="900000"/>
            <a:ext cx="8424000" cy="720000"/>
          </a:xfrm>
        </p:spPr>
        <p:txBody>
          <a:bodyPr/>
          <a:lstStyle>
            <a:lvl1pPr>
              <a:defRPr/>
            </a:lvl1pPr>
          </a:lstStyle>
          <a:p>
            <a:r>
              <a:rPr lang="fr-FR"/>
              <a:t>Titre</a:t>
            </a:r>
          </a:p>
        </p:txBody>
      </p:sp>
      <p:sp>
        <p:nvSpPr>
          <p:cNvPr id="10" name="Espace réservé du texte 9"/>
          <p:cNvSpPr>
            <a:spLocks noGrp="1"/>
          </p:cNvSpPr>
          <p:nvPr>
            <p:ph type="body" sz="quarter" idx="13" hasCustomPrompt="1"/>
          </p:nvPr>
        </p:nvSpPr>
        <p:spPr bwMode="gray">
          <a:xfrm>
            <a:off x="3312000" y="180000"/>
            <a:ext cx="5472000" cy="360000"/>
          </a:xfrm>
        </p:spPr>
        <p:txBody>
          <a:bodyPr/>
          <a:lstStyle>
            <a:lvl1pPr marL="108000" indent="-108000" algn="r">
              <a:spcAft>
                <a:spcPts val="0"/>
              </a:spcAft>
              <a:buFont typeface="+mj-lt"/>
              <a:buAutoNum type="arabicPeriod"/>
              <a:defRPr sz="750" b="1"/>
            </a:lvl1pPr>
            <a:lvl2pPr marL="108000" indent="-108000" algn="r">
              <a:spcBef>
                <a:spcPts val="0"/>
              </a:spcBef>
              <a:spcAft>
                <a:spcPts val="0"/>
              </a:spcAft>
              <a:buFont typeface="+mj-lt"/>
              <a:buAutoNum type="alphaLcPeriod"/>
              <a:defRPr sz="750"/>
            </a:lvl2pPr>
          </a:lstStyle>
          <a:p>
            <a:pPr lvl="0"/>
            <a:r>
              <a:rPr lang="fr-FR"/>
              <a:t>Titre</a:t>
            </a:r>
          </a:p>
          <a:p>
            <a:pPr lvl="1"/>
            <a:r>
              <a:rPr lang="fr-FR"/>
              <a:t>Sous-titre</a:t>
            </a:r>
          </a:p>
        </p:txBody>
      </p:sp>
      <p:sp>
        <p:nvSpPr>
          <p:cNvPr id="12" name="Espace réservé du texte 11"/>
          <p:cNvSpPr>
            <a:spLocks noGrp="1"/>
          </p:cNvSpPr>
          <p:nvPr>
            <p:ph type="body" sz="quarter" idx="14" hasCustomPrompt="1"/>
          </p:nvPr>
        </p:nvSpPr>
        <p:spPr bwMode="gray">
          <a:xfrm>
            <a:off x="359999" y="1836000"/>
            <a:ext cx="2520000" cy="2574000"/>
          </a:xfrm>
        </p:spPr>
        <p:txBody>
          <a:bodyPr/>
          <a:lstStyle>
            <a:lvl1pPr>
              <a:defRPr/>
            </a:lvl1pPr>
            <a:lvl2pPr>
              <a:defRPr/>
            </a:lvl2pPr>
            <a:lvl3pPr>
              <a:defRPr baseline="0"/>
            </a:lvl3pPr>
            <a:lvl4pPr>
              <a:defRPr/>
            </a:lvl4pPr>
            <a:lvl5pPr>
              <a:defRPr/>
            </a:lvl5pPr>
          </a:lstStyle>
          <a:p>
            <a:pPr lvl="0"/>
            <a:r>
              <a:rPr lang="fr-FR"/>
              <a:t>Texte de niveau 1</a:t>
            </a:r>
          </a:p>
          <a:p>
            <a:pPr lvl="1"/>
            <a:r>
              <a:rPr lang="fr-FR"/>
              <a:t>Texte de niveau 2</a:t>
            </a:r>
          </a:p>
          <a:p>
            <a:pPr lvl="2"/>
            <a:r>
              <a:rPr lang="fr-FR"/>
              <a:t>Texte de niveau 3</a:t>
            </a:r>
          </a:p>
          <a:p>
            <a:pPr lvl="3"/>
            <a:r>
              <a:rPr lang="fr-FR"/>
              <a:t>Texte de niveau 4</a:t>
            </a:r>
          </a:p>
          <a:p>
            <a:pPr lvl="4"/>
            <a:r>
              <a:rPr lang="fr-FR"/>
              <a:t>Texte de niveau 5</a:t>
            </a:r>
          </a:p>
        </p:txBody>
      </p:sp>
      <p:sp>
        <p:nvSpPr>
          <p:cNvPr id="13" name="Espace réservé du texte 11"/>
          <p:cNvSpPr>
            <a:spLocks noGrp="1"/>
          </p:cNvSpPr>
          <p:nvPr>
            <p:ph type="body" sz="quarter" idx="15" hasCustomPrompt="1"/>
          </p:nvPr>
        </p:nvSpPr>
        <p:spPr bwMode="gray">
          <a:xfrm>
            <a:off x="3312000" y="1836000"/>
            <a:ext cx="2520000" cy="2574000"/>
          </a:xfrm>
        </p:spPr>
        <p:txBody>
          <a:bodyPr/>
          <a:lstStyle>
            <a:lvl1pPr>
              <a:defRPr/>
            </a:lvl1pPr>
            <a:lvl2pPr>
              <a:defRPr/>
            </a:lvl2pPr>
            <a:lvl3pPr>
              <a:defRPr baseline="0"/>
            </a:lvl3pPr>
            <a:lvl4pPr>
              <a:defRPr/>
            </a:lvl4pPr>
            <a:lvl5pPr>
              <a:defRPr/>
            </a:lvl5pPr>
          </a:lstStyle>
          <a:p>
            <a:pPr lvl="0"/>
            <a:r>
              <a:rPr lang="fr-FR"/>
              <a:t>Texte de niveau 1</a:t>
            </a:r>
          </a:p>
          <a:p>
            <a:pPr lvl="1"/>
            <a:r>
              <a:rPr lang="fr-FR"/>
              <a:t>Texte de niveau 2</a:t>
            </a:r>
          </a:p>
          <a:p>
            <a:pPr lvl="2"/>
            <a:r>
              <a:rPr lang="fr-FR"/>
              <a:t>Texte de niveau 3</a:t>
            </a:r>
          </a:p>
          <a:p>
            <a:pPr lvl="3"/>
            <a:r>
              <a:rPr lang="fr-FR"/>
              <a:t>Texte de niveau 4</a:t>
            </a:r>
          </a:p>
          <a:p>
            <a:pPr lvl="4"/>
            <a:r>
              <a:rPr lang="fr-FR"/>
              <a:t>Texte de niveau 5</a:t>
            </a:r>
          </a:p>
        </p:txBody>
      </p:sp>
      <p:sp>
        <p:nvSpPr>
          <p:cNvPr id="14" name="Espace réservé du texte 11"/>
          <p:cNvSpPr>
            <a:spLocks noGrp="1"/>
          </p:cNvSpPr>
          <p:nvPr>
            <p:ph type="body" sz="quarter" idx="16" hasCustomPrompt="1"/>
          </p:nvPr>
        </p:nvSpPr>
        <p:spPr bwMode="gray">
          <a:xfrm>
            <a:off x="6264000" y="1836000"/>
            <a:ext cx="2520000" cy="2574000"/>
          </a:xfrm>
        </p:spPr>
        <p:txBody>
          <a:bodyPr/>
          <a:lstStyle>
            <a:lvl1pPr>
              <a:defRPr/>
            </a:lvl1pPr>
            <a:lvl2pPr>
              <a:defRPr/>
            </a:lvl2pPr>
            <a:lvl3pPr>
              <a:defRPr baseline="0"/>
            </a:lvl3pPr>
            <a:lvl4pPr>
              <a:defRPr/>
            </a:lvl4pPr>
            <a:lvl5pPr>
              <a:defRPr/>
            </a:lvl5pPr>
          </a:lstStyle>
          <a:p>
            <a:pPr lvl="0"/>
            <a:r>
              <a:rPr lang="fr-FR"/>
              <a:t>Texte de niveau 1</a:t>
            </a:r>
          </a:p>
          <a:p>
            <a:pPr lvl="1"/>
            <a:r>
              <a:rPr lang="fr-FR"/>
              <a:t>Texte de niveau 2</a:t>
            </a:r>
          </a:p>
          <a:p>
            <a:pPr lvl="2"/>
            <a:r>
              <a:rPr lang="fr-FR"/>
              <a:t>Texte de niveau 3</a:t>
            </a:r>
          </a:p>
          <a:p>
            <a:pPr lvl="3"/>
            <a:r>
              <a:rPr lang="fr-FR"/>
              <a:t>Texte de niveau 4</a:t>
            </a:r>
          </a:p>
          <a:p>
            <a:pPr lvl="4"/>
            <a:r>
              <a:rPr lang="fr-FR"/>
              <a:t>Texte de niveau 5</a:t>
            </a:r>
          </a:p>
        </p:txBody>
      </p:sp>
      <p:sp>
        <p:nvSpPr>
          <p:cNvPr id="11" name="Espace réservé de la date 1">
            <a:extLst>
              <a:ext uri="{FF2B5EF4-FFF2-40B4-BE49-F238E27FC236}">
                <a16:creationId xmlns:a16="http://schemas.microsoft.com/office/drawing/2014/main" id="{9F5F8F36-9414-6946-BDAE-0A76E569CDF2}"/>
              </a:ext>
            </a:extLst>
          </p:cNvPr>
          <p:cNvSpPr>
            <a:spLocks noGrp="1"/>
          </p:cNvSpPr>
          <p:nvPr>
            <p:ph type="dt" sz="half" idx="10"/>
          </p:nvPr>
        </p:nvSpPr>
        <p:spPr bwMode="gray">
          <a:xfrm>
            <a:off x="6426336" y="4783500"/>
            <a:ext cx="1170000" cy="360000"/>
          </a:xfrm>
          <a:prstGeom prst="rect">
            <a:avLst/>
          </a:prstGeom>
        </p:spPr>
        <p:txBody>
          <a:bodyPr/>
          <a:lstStyle/>
          <a:p>
            <a:pPr algn="r"/>
            <a:fld id="{EFA0773D-3F28-40F9-B9EA-54498D76AC91}" type="datetime1">
              <a:rPr lang="fr-FR" cap="all" smtClean="0">
                <a:solidFill>
                  <a:srgbClr val="000000"/>
                </a:solidFill>
              </a:rPr>
              <a:pPr algn="r"/>
              <a:t>07/01/2025</a:t>
            </a:fld>
            <a:endParaRPr lang="fr-FR" cap="all">
              <a:solidFill>
                <a:srgbClr val="000000"/>
              </a:solidFill>
            </a:endParaRPr>
          </a:p>
        </p:txBody>
      </p:sp>
      <p:sp>
        <p:nvSpPr>
          <p:cNvPr id="15" name="Espace réservé du numéro de diapositive 7">
            <a:extLst>
              <a:ext uri="{FF2B5EF4-FFF2-40B4-BE49-F238E27FC236}">
                <a16:creationId xmlns:a16="http://schemas.microsoft.com/office/drawing/2014/main" id="{39B13F4C-6D78-BF47-94DF-EE7823417253}"/>
              </a:ext>
            </a:extLst>
          </p:cNvPr>
          <p:cNvSpPr>
            <a:spLocks noGrp="1"/>
          </p:cNvSpPr>
          <p:nvPr>
            <p:ph type="sldNum" sz="quarter" idx="12"/>
          </p:nvPr>
        </p:nvSpPr>
        <p:spPr bwMode="gray">
          <a:xfrm>
            <a:off x="7596336" y="4783500"/>
            <a:ext cx="1170000" cy="360000"/>
          </a:xfrm>
          <a:prstGeom prst="rect">
            <a:avLst/>
          </a:prstGeom>
        </p:spPr>
        <p:txBody>
          <a:bodyPr/>
          <a:lstStyle>
            <a:lvl1pPr algn="r">
              <a:defRPr sz="1600">
                <a:solidFill>
                  <a:srgbClr val="FF0000"/>
                </a:solidFill>
              </a:defRPr>
            </a:lvl1pPr>
          </a:lstStyle>
          <a:p>
            <a:fld id="{733122C9-A0B9-462F-8757-0847AD287B63}" type="slidenum">
              <a:rPr lang="fr-FR" smtClean="0"/>
              <a:pPr/>
              <a:t>‹N°›</a:t>
            </a:fld>
            <a:endParaRPr lang="fr-FR"/>
          </a:p>
        </p:txBody>
      </p:sp>
    </p:spTree>
    <p:extLst>
      <p:ext uri="{BB962C8B-B14F-4D97-AF65-F5344CB8AC3E}">
        <p14:creationId xmlns:p14="http://schemas.microsoft.com/office/powerpoint/2010/main" val="425222972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uverture">
    <p:spTree>
      <p:nvGrpSpPr>
        <p:cNvPr id="1" name=""/>
        <p:cNvGrpSpPr/>
        <p:nvPr/>
      </p:nvGrpSpPr>
      <p:grpSpPr>
        <a:xfrm>
          <a:off x="0" y="0"/>
          <a:ext cx="0" cy="0"/>
          <a:chOff x="0" y="0"/>
          <a:chExt cx="0" cy="0"/>
        </a:xfrm>
      </p:grpSpPr>
      <p:sp>
        <p:nvSpPr>
          <p:cNvPr id="4" name="Espace réservé de la date 3"/>
          <p:cNvSpPr>
            <a:spLocks noGrp="1"/>
          </p:cNvSpPr>
          <p:nvPr>
            <p:ph type="dt" sz="half" idx="10"/>
          </p:nvPr>
        </p:nvSpPr>
        <p:spPr bwMode="gray">
          <a:xfrm>
            <a:off x="0" y="4963500"/>
            <a:ext cx="180000" cy="180000"/>
          </a:xfrm>
          <a:prstGeom prst="rect">
            <a:avLst/>
          </a:prstGeom>
          <a:ln>
            <a:solidFill>
              <a:schemeClr val="tx1">
                <a:alpha val="0"/>
              </a:schemeClr>
            </a:solidFill>
          </a:ln>
        </p:spPr>
        <p:txBody>
          <a:bodyPr/>
          <a:lstStyle>
            <a:lvl1pPr>
              <a:defRPr sz="100">
                <a:solidFill>
                  <a:schemeClr val="tx1">
                    <a:alpha val="0"/>
                  </a:schemeClr>
                </a:solidFill>
              </a:defRPr>
            </a:lvl1pPr>
          </a:lstStyle>
          <a:p>
            <a:fld id="{A0D324E6-168B-49CF-88F7-1B95819E3F9B}" type="datetime1">
              <a:rPr lang="fr-FR" smtClean="0">
                <a:solidFill>
                  <a:srgbClr val="000000">
                    <a:alpha val="0"/>
                  </a:srgbClr>
                </a:solidFill>
              </a:rPr>
              <a:pPr/>
              <a:t>07/01/2025</a:t>
            </a:fld>
            <a:endParaRPr lang="fr-FR">
              <a:solidFill>
                <a:srgbClr val="000000">
                  <a:alpha val="0"/>
                </a:srgbClr>
              </a:solidFill>
            </a:endParaRPr>
          </a:p>
        </p:txBody>
      </p:sp>
      <p:sp>
        <p:nvSpPr>
          <p:cNvPr id="5" name="Espace réservé du pied de page 4"/>
          <p:cNvSpPr>
            <a:spLocks noGrp="1"/>
          </p:cNvSpPr>
          <p:nvPr>
            <p:ph type="ftr" sz="quarter" idx="11"/>
          </p:nvPr>
        </p:nvSpPr>
        <p:spPr bwMode="gray">
          <a:xfrm>
            <a:off x="720000" y="3919897"/>
            <a:ext cx="3240000" cy="900000"/>
          </a:xfrm>
          <a:prstGeom prst="rect">
            <a:avLst/>
          </a:prstGeom>
        </p:spPr>
        <p:txBody>
          <a:bodyPr anchor="b" anchorCtr="0"/>
          <a:lstStyle>
            <a:lvl1pPr>
              <a:defRPr sz="1150"/>
            </a:lvl1pPr>
          </a:lstStyle>
          <a:p>
            <a:endParaRPr lang="fr-FR">
              <a:solidFill>
                <a:srgbClr val="000000"/>
              </a:solidFill>
            </a:endParaRPr>
          </a:p>
        </p:txBody>
      </p:sp>
      <p:sp>
        <p:nvSpPr>
          <p:cNvPr id="6" name="Espace réservé du numéro de diapositive 5"/>
          <p:cNvSpPr>
            <a:spLocks noGrp="1"/>
          </p:cNvSpPr>
          <p:nvPr>
            <p:ph type="sldNum" sz="quarter" idx="12"/>
          </p:nvPr>
        </p:nvSpPr>
        <p:spPr bwMode="gray">
          <a:xfrm>
            <a:off x="0" y="4963500"/>
            <a:ext cx="180000" cy="180000"/>
          </a:xfrm>
          <a:prstGeom prst="rect">
            <a:avLst/>
          </a:prstGeom>
          <a:ln>
            <a:solidFill>
              <a:schemeClr val="tx1">
                <a:alpha val="0"/>
              </a:schemeClr>
            </a:solidFill>
          </a:ln>
        </p:spPr>
        <p:txBody>
          <a:bodyPr/>
          <a:lstStyle>
            <a:lvl1pPr>
              <a:defRPr sz="100">
                <a:solidFill>
                  <a:schemeClr val="tx1">
                    <a:alpha val="0"/>
                  </a:schemeClr>
                </a:solidFill>
              </a:defRPr>
            </a:lvl1pPr>
          </a:lstStyle>
          <a:p>
            <a:fld id="{10C140CD-8AED-46FF-A9A2-77308F3F39AE}" type="slidenum">
              <a:rPr lang="fr-FR" smtClean="0">
                <a:solidFill>
                  <a:srgbClr val="000000">
                    <a:alpha val="0"/>
                  </a:srgbClr>
                </a:solidFill>
              </a:rPr>
              <a:pPr/>
              <a:t>‹N°›</a:t>
            </a:fld>
            <a:endParaRPr lang="fr-FR">
              <a:solidFill>
                <a:srgbClr val="000000">
                  <a:alpha val="0"/>
                </a:srgbClr>
              </a:solidFill>
            </a:endParaRPr>
          </a:p>
        </p:txBody>
      </p:sp>
      <p:sp>
        <p:nvSpPr>
          <p:cNvPr id="7" name="Titre 6"/>
          <p:cNvSpPr>
            <a:spLocks noGrp="1"/>
          </p:cNvSpPr>
          <p:nvPr>
            <p:ph type="title" hasCustomPrompt="1"/>
          </p:nvPr>
        </p:nvSpPr>
        <p:spPr bwMode="gray">
          <a:xfrm>
            <a:off x="0" y="0"/>
            <a:ext cx="180000" cy="180000"/>
          </a:xfrm>
          <a:ln>
            <a:solidFill>
              <a:schemeClr val="tx1">
                <a:alpha val="0"/>
              </a:schemeClr>
            </a:solidFill>
          </a:ln>
        </p:spPr>
        <p:txBody>
          <a:bodyPr/>
          <a:lstStyle>
            <a:lvl1pPr>
              <a:defRPr sz="100">
                <a:solidFill>
                  <a:schemeClr val="tx1">
                    <a:alpha val="0"/>
                  </a:schemeClr>
                </a:solidFill>
              </a:defRPr>
            </a:lvl1pPr>
          </a:lstStyle>
          <a:p>
            <a:r>
              <a:rPr lang="fr-FR"/>
              <a:t>Titre</a:t>
            </a:r>
          </a:p>
        </p:txBody>
      </p:sp>
      <p:pic>
        <p:nvPicPr>
          <p:cNvPr id="8" name="Image 7">
            <a:extLst>
              <a:ext uri="{FF2B5EF4-FFF2-40B4-BE49-F238E27FC236}">
                <a16:creationId xmlns:a16="http://schemas.microsoft.com/office/drawing/2014/main" id="{9571B293-EB6B-9149-9E08-668EB7F040F0}"/>
              </a:ext>
            </a:extLst>
          </p:cNvPr>
          <p:cNvPicPr>
            <a:picLocks noChangeAspect="1"/>
          </p:cNvPicPr>
          <p:nvPr userDrawn="1"/>
        </p:nvPicPr>
        <p:blipFill>
          <a:blip r:embed="rId2" cstate="print"/>
          <a:stretch>
            <a:fillRect/>
          </a:stretch>
        </p:blipFill>
        <p:spPr>
          <a:xfrm>
            <a:off x="-16829" y="1"/>
            <a:ext cx="9160828" cy="5152965"/>
          </a:xfrm>
          <a:prstGeom prst="rect">
            <a:avLst/>
          </a:prstGeom>
        </p:spPr>
      </p:pic>
    </p:spTree>
    <p:extLst>
      <p:ext uri="{BB962C8B-B14F-4D97-AF65-F5344CB8AC3E}">
        <p14:creationId xmlns:p14="http://schemas.microsoft.com/office/powerpoint/2010/main" val="47869858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re et sous-titre">
    <p:spTree>
      <p:nvGrpSpPr>
        <p:cNvPr id="1" name=""/>
        <p:cNvGrpSpPr/>
        <p:nvPr/>
      </p:nvGrpSpPr>
      <p:grpSpPr>
        <a:xfrm>
          <a:off x="0" y="0"/>
          <a:ext cx="0" cy="0"/>
          <a:chOff x="0" y="0"/>
          <a:chExt cx="0" cy="0"/>
        </a:xfrm>
      </p:grpSpPr>
      <p:pic>
        <p:nvPicPr>
          <p:cNvPr id="14" name="Image 13">
            <a:extLst>
              <a:ext uri="{FF2B5EF4-FFF2-40B4-BE49-F238E27FC236}">
                <a16:creationId xmlns:a16="http://schemas.microsoft.com/office/drawing/2014/main" id="{0B3ED864-6123-8B40-8783-2DF8831D71C8}"/>
              </a:ext>
            </a:extLst>
          </p:cNvPr>
          <p:cNvPicPr>
            <a:picLocks noChangeAspect="1"/>
          </p:cNvPicPr>
          <p:nvPr userDrawn="1"/>
        </p:nvPicPr>
        <p:blipFill>
          <a:blip r:embed="rId2" cstate="print"/>
          <a:stretch>
            <a:fillRect/>
          </a:stretch>
        </p:blipFill>
        <p:spPr>
          <a:xfrm>
            <a:off x="-16828" y="5359"/>
            <a:ext cx="9160828" cy="5152965"/>
          </a:xfrm>
          <a:prstGeom prst="rect">
            <a:avLst/>
          </a:prstGeom>
        </p:spPr>
      </p:pic>
      <p:sp>
        <p:nvSpPr>
          <p:cNvPr id="7" name="Titre 6"/>
          <p:cNvSpPr>
            <a:spLocks noGrp="1"/>
          </p:cNvSpPr>
          <p:nvPr>
            <p:ph type="title" hasCustomPrompt="1"/>
          </p:nvPr>
        </p:nvSpPr>
        <p:spPr bwMode="gray">
          <a:xfrm>
            <a:off x="0" y="0"/>
            <a:ext cx="180000" cy="180000"/>
          </a:xfrm>
          <a:ln>
            <a:solidFill>
              <a:schemeClr val="tx1">
                <a:alpha val="0"/>
              </a:schemeClr>
            </a:solidFill>
          </a:ln>
        </p:spPr>
        <p:txBody>
          <a:bodyPr/>
          <a:lstStyle>
            <a:lvl1pPr>
              <a:defRPr sz="100">
                <a:solidFill>
                  <a:schemeClr val="tx1">
                    <a:alpha val="0"/>
                  </a:schemeClr>
                </a:solidFill>
              </a:defRPr>
            </a:lvl1pPr>
          </a:lstStyle>
          <a:p>
            <a:r>
              <a:rPr lang="fr-FR"/>
              <a:t>Titre</a:t>
            </a:r>
          </a:p>
        </p:txBody>
      </p:sp>
      <p:sp>
        <p:nvSpPr>
          <p:cNvPr id="2" name="Espace réservé de la date 1"/>
          <p:cNvSpPr>
            <a:spLocks noGrp="1"/>
          </p:cNvSpPr>
          <p:nvPr>
            <p:ph type="dt" sz="half" idx="10"/>
          </p:nvPr>
        </p:nvSpPr>
        <p:spPr bwMode="gray">
          <a:xfrm>
            <a:off x="6426336" y="4783500"/>
            <a:ext cx="1170000" cy="360000"/>
          </a:xfrm>
          <a:prstGeom prst="rect">
            <a:avLst/>
          </a:prstGeom>
        </p:spPr>
        <p:txBody>
          <a:bodyPr/>
          <a:lstStyle/>
          <a:p>
            <a:pPr algn="r"/>
            <a:fld id="{99BD388D-CA1A-43B3-B616-228F45499086}" type="datetime1">
              <a:rPr lang="fr-FR" cap="all" smtClean="0">
                <a:solidFill>
                  <a:srgbClr val="000000"/>
                </a:solidFill>
              </a:rPr>
              <a:pPr algn="r"/>
              <a:t>07/01/2025</a:t>
            </a:fld>
            <a:endParaRPr lang="fr-FR" cap="all">
              <a:solidFill>
                <a:srgbClr val="000000"/>
              </a:solidFill>
            </a:endParaRPr>
          </a:p>
        </p:txBody>
      </p:sp>
      <p:sp>
        <p:nvSpPr>
          <p:cNvPr id="8" name="Espace réservé du numéro de diapositive 7"/>
          <p:cNvSpPr>
            <a:spLocks noGrp="1"/>
          </p:cNvSpPr>
          <p:nvPr>
            <p:ph type="sldNum" sz="quarter" idx="12"/>
          </p:nvPr>
        </p:nvSpPr>
        <p:spPr bwMode="gray">
          <a:xfrm>
            <a:off x="7596336" y="4783500"/>
            <a:ext cx="1170000" cy="360000"/>
          </a:xfrm>
          <a:prstGeom prst="rect">
            <a:avLst/>
          </a:prstGeom>
        </p:spPr>
        <p:txBody>
          <a:bodyPr/>
          <a:lstStyle>
            <a:lvl1pPr algn="r">
              <a:defRPr sz="1600">
                <a:solidFill>
                  <a:srgbClr val="FF0000"/>
                </a:solidFill>
              </a:defRPr>
            </a:lvl1pPr>
          </a:lstStyle>
          <a:p>
            <a:fld id="{733122C9-A0B9-462F-8757-0847AD287B63}" type="slidenum">
              <a:rPr lang="fr-FR" smtClean="0"/>
              <a:pPr/>
              <a:t>‹N°›</a:t>
            </a:fld>
            <a:endParaRPr lang="fr-FR"/>
          </a:p>
        </p:txBody>
      </p:sp>
      <p:sp>
        <p:nvSpPr>
          <p:cNvPr id="11" name="Espace réservé du texte 10"/>
          <p:cNvSpPr>
            <a:spLocks noGrp="1"/>
          </p:cNvSpPr>
          <p:nvPr>
            <p:ph type="body" sz="quarter" idx="13" hasCustomPrompt="1"/>
          </p:nvPr>
        </p:nvSpPr>
        <p:spPr bwMode="gray">
          <a:xfrm>
            <a:off x="360000" y="2346046"/>
            <a:ext cx="8424000" cy="2077200"/>
          </a:xfrm>
        </p:spPr>
        <p:txBody>
          <a:bodyPr/>
          <a:lstStyle>
            <a:lvl1pPr>
              <a:lnSpc>
                <a:spcPct val="90000"/>
              </a:lnSpc>
              <a:spcAft>
                <a:spcPts val="0"/>
              </a:spcAft>
              <a:defRPr sz="3250" b="1" cap="none" baseline="0">
                <a:solidFill>
                  <a:srgbClr val="0C5076"/>
                </a:solidFill>
              </a:defRPr>
            </a:lvl1pPr>
            <a:lvl2pPr marL="0" indent="0">
              <a:spcBef>
                <a:spcPts val="500"/>
              </a:spcBef>
              <a:spcAft>
                <a:spcPts val="0"/>
              </a:spcAft>
              <a:buNone/>
              <a:defRPr sz="1850"/>
            </a:lvl2pPr>
          </a:lstStyle>
          <a:p>
            <a:pPr lvl="0"/>
            <a:r>
              <a:rPr lang="fr-FR"/>
              <a:t>Titre</a:t>
            </a:r>
          </a:p>
          <a:p>
            <a:pPr lvl="1"/>
            <a:r>
              <a:rPr lang="fr-FR"/>
              <a:t>Sous-titre</a:t>
            </a:r>
          </a:p>
        </p:txBody>
      </p:sp>
    </p:spTree>
    <p:extLst>
      <p:ext uri="{BB962C8B-B14F-4D97-AF65-F5344CB8AC3E}">
        <p14:creationId xmlns:p14="http://schemas.microsoft.com/office/powerpoint/2010/main" val="415407963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ommaire">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a:xfrm>
            <a:off x="359999" y="900000"/>
            <a:ext cx="8424000" cy="720000"/>
          </a:xfrm>
        </p:spPr>
        <p:txBody>
          <a:bodyPr/>
          <a:lstStyle>
            <a:lvl1pPr>
              <a:defRPr/>
            </a:lvl1pPr>
          </a:lstStyle>
          <a:p>
            <a:r>
              <a:rPr lang="fr-FR"/>
              <a:t>Titre</a:t>
            </a:r>
          </a:p>
        </p:txBody>
      </p:sp>
      <p:sp>
        <p:nvSpPr>
          <p:cNvPr id="8" name="Espace réservé du texte 7"/>
          <p:cNvSpPr>
            <a:spLocks noGrp="1"/>
          </p:cNvSpPr>
          <p:nvPr>
            <p:ph type="body" sz="quarter" idx="13" hasCustomPrompt="1"/>
          </p:nvPr>
        </p:nvSpPr>
        <p:spPr bwMode="gray">
          <a:xfrm>
            <a:off x="359998" y="1891968"/>
            <a:ext cx="2520000" cy="2530800"/>
          </a:xfrm>
        </p:spPr>
        <p:txBody>
          <a:bodyPr/>
          <a:lstStyle>
            <a:lvl1pPr marL="144000" indent="-144000">
              <a:spcBef>
                <a:spcPts val="400"/>
              </a:spcBef>
              <a:spcAft>
                <a:spcPts val="800"/>
              </a:spcAft>
              <a:buFont typeface="+mj-lt"/>
              <a:buAutoNum type="arabicPeriod"/>
              <a:defRPr b="1"/>
            </a:lvl1pPr>
            <a:lvl2pPr marL="324000" indent="-144000">
              <a:spcBef>
                <a:spcPts val="600"/>
              </a:spcBef>
              <a:spcAft>
                <a:spcPts val="800"/>
              </a:spcAft>
              <a:buFont typeface="+mj-lt"/>
              <a:buAutoNum type="alphaLcPeriod"/>
              <a:defRPr>
                <a:solidFill>
                  <a:srgbClr val="EC130E"/>
                </a:solidFill>
              </a:defRPr>
            </a:lvl2pPr>
          </a:lstStyle>
          <a:p>
            <a:pPr lvl="0"/>
            <a:r>
              <a:rPr lang="fr-FR"/>
              <a:t>Titre de la partie</a:t>
            </a:r>
          </a:p>
          <a:p>
            <a:pPr lvl="1"/>
            <a:r>
              <a:rPr lang="fr-FR"/>
              <a:t>Deuxième niveau</a:t>
            </a:r>
          </a:p>
        </p:txBody>
      </p:sp>
      <p:sp>
        <p:nvSpPr>
          <p:cNvPr id="9" name="Espace réservé du texte 7"/>
          <p:cNvSpPr>
            <a:spLocks noGrp="1"/>
          </p:cNvSpPr>
          <p:nvPr>
            <p:ph type="body" sz="quarter" idx="14" hasCustomPrompt="1"/>
          </p:nvPr>
        </p:nvSpPr>
        <p:spPr bwMode="gray">
          <a:xfrm>
            <a:off x="3312000" y="1893600"/>
            <a:ext cx="2520000" cy="2530800"/>
          </a:xfrm>
        </p:spPr>
        <p:txBody>
          <a:bodyPr/>
          <a:lstStyle>
            <a:lvl1pPr marL="144000" indent="-144000">
              <a:spcBef>
                <a:spcPts val="400"/>
              </a:spcBef>
              <a:spcAft>
                <a:spcPts val="800"/>
              </a:spcAft>
              <a:buFont typeface="+mj-lt"/>
              <a:buAutoNum type="arabicPeriod"/>
              <a:defRPr b="1"/>
            </a:lvl1pPr>
            <a:lvl2pPr marL="324000" indent="-144000">
              <a:spcBef>
                <a:spcPts val="600"/>
              </a:spcBef>
              <a:spcAft>
                <a:spcPts val="800"/>
              </a:spcAft>
              <a:buFont typeface="+mj-lt"/>
              <a:buAutoNum type="alphaLcPeriod"/>
              <a:defRPr>
                <a:solidFill>
                  <a:srgbClr val="EC130E"/>
                </a:solidFill>
              </a:defRPr>
            </a:lvl2pPr>
          </a:lstStyle>
          <a:p>
            <a:pPr lvl="0"/>
            <a:r>
              <a:rPr lang="fr-FR"/>
              <a:t>Titre de la partie</a:t>
            </a:r>
          </a:p>
          <a:p>
            <a:pPr lvl="1"/>
            <a:r>
              <a:rPr lang="fr-FR"/>
              <a:t>Deuxième niveau</a:t>
            </a:r>
          </a:p>
        </p:txBody>
      </p:sp>
      <p:sp>
        <p:nvSpPr>
          <p:cNvPr id="10" name="Espace réservé du texte 7"/>
          <p:cNvSpPr>
            <a:spLocks noGrp="1"/>
          </p:cNvSpPr>
          <p:nvPr>
            <p:ph type="body" sz="quarter" idx="15" hasCustomPrompt="1"/>
          </p:nvPr>
        </p:nvSpPr>
        <p:spPr bwMode="gray">
          <a:xfrm>
            <a:off x="6263999" y="1893600"/>
            <a:ext cx="2520000" cy="2530800"/>
          </a:xfrm>
        </p:spPr>
        <p:txBody>
          <a:bodyPr/>
          <a:lstStyle>
            <a:lvl1pPr marL="144000" indent="-144000">
              <a:spcBef>
                <a:spcPts val="400"/>
              </a:spcBef>
              <a:spcAft>
                <a:spcPts val="800"/>
              </a:spcAft>
              <a:buFont typeface="+mj-lt"/>
              <a:buAutoNum type="arabicPeriod"/>
              <a:defRPr b="1"/>
            </a:lvl1pPr>
            <a:lvl2pPr marL="324000" indent="-144000">
              <a:spcBef>
                <a:spcPts val="600"/>
              </a:spcBef>
              <a:spcAft>
                <a:spcPts val="800"/>
              </a:spcAft>
              <a:buFont typeface="+mj-lt"/>
              <a:buAutoNum type="alphaLcPeriod"/>
              <a:defRPr>
                <a:solidFill>
                  <a:srgbClr val="EC130E"/>
                </a:solidFill>
              </a:defRPr>
            </a:lvl2pPr>
          </a:lstStyle>
          <a:p>
            <a:pPr lvl="0"/>
            <a:r>
              <a:rPr lang="fr-FR"/>
              <a:t>Titre de la partie</a:t>
            </a:r>
          </a:p>
          <a:p>
            <a:pPr lvl="1"/>
            <a:r>
              <a:rPr lang="fr-FR"/>
              <a:t>Deuxième niveau</a:t>
            </a:r>
          </a:p>
        </p:txBody>
      </p:sp>
      <p:sp>
        <p:nvSpPr>
          <p:cNvPr id="11" name="Espace réservé de la date 1">
            <a:extLst>
              <a:ext uri="{FF2B5EF4-FFF2-40B4-BE49-F238E27FC236}">
                <a16:creationId xmlns:a16="http://schemas.microsoft.com/office/drawing/2014/main" id="{FB55AB75-56F3-004E-8A4E-57EB4CAB795F}"/>
              </a:ext>
            </a:extLst>
          </p:cNvPr>
          <p:cNvSpPr>
            <a:spLocks noGrp="1"/>
          </p:cNvSpPr>
          <p:nvPr>
            <p:ph type="dt" sz="half" idx="10"/>
          </p:nvPr>
        </p:nvSpPr>
        <p:spPr bwMode="gray">
          <a:xfrm>
            <a:off x="6426336" y="4783500"/>
            <a:ext cx="1170000" cy="360000"/>
          </a:xfrm>
          <a:prstGeom prst="rect">
            <a:avLst/>
          </a:prstGeom>
        </p:spPr>
        <p:txBody>
          <a:bodyPr/>
          <a:lstStyle/>
          <a:p>
            <a:pPr algn="r"/>
            <a:fld id="{1AC6AEF6-2A43-4047-9D71-A77265B28DC8}" type="datetime1">
              <a:rPr lang="fr-FR" cap="all" smtClean="0">
                <a:solidFill>
                  <a:srgbClr val="000000"/>
                </a:solidFill>
              </a:rPr>
              <a:pPr algn="r"/>
              <a:t>07/01/2025</a:t>
            </a:fld>
            <a:endParaRPr lang="fr-FR" cap="all">
              <a:solidFill>
                <a:srgbClr val="000000"/>
              </a:solidFill>
            </a:endParaRPr>
          </a:p>
        </p:txBody>
      </p:sp>
      <p:sp>
        <p:nvSpPr>
          <p:cNvPr id="12" name="Espace réservé du numéro de diapositive 7">
            <a:extLst>
              <a:ext uri="{FF2B5EF4-FFF2-40B4-BE49-F238E27FC236}">
                <a16:creationId xmlns:a16="http://schemas.microsoft.com/office/drawing/2014/main" id="{4527032A-C74F-2941-8AD5-E7F64BD5B044}"/>
              </a:ext>
            </a:extLst>
          </p:cNvPr>
          <p:cNvSpPr>
            <a:spLocks noGrp="1"/>
          </p:cNvSpPr>
          <p:nvPr>
            <p:ph type="sldNum" sz="quarter" idx="12"/>
          </p:nvPr>
        </p:nvSpPr>
        <p:spPr bwMode="gray">
          <a:xfrm>
            <a:off x="7596336" y="4783500"/>
            <a:ext cx="1170000" cy="360000"/>
          </a:xfrm>
          <a:prstGeom prst="rect">
            <a:avLst/>
          </a:prstGeom>
        </p:spPr>
        <p:txBody>
          <a:bodyPr/>
          <a:lstStyle>
            <a:lvl1pPr algn="r">
              <a:defRPr sz="1600">
                <a:solidFill>
                  <a:srgbClr val="FF0000"/>
                </a:solidFill>
              </a:defRPr>
            </a:lvl1pPr>
          </a:lstStyle>
          <a:p>
            <a:fld id="{733122C9-A0B9-462F-8757-0847AD287B63}" type="slidenum">
              <a:rPr lang="fr-FR" smtClean="0"/>
              <a:pPr/>
              <a:t>‹N°›</a:t>
            </a:fld>
            <a:endParaRPr lang="fr-FR"/>
          </a:p>
        </p:txBody>
      </p:sp>
    </p:spTree>
    <p:extLst>
      <p:ext uri="{BB962C8B-B14F-4D97-AF65-F5344CB8AC3E}">
        <p14:creationId xmlns:p14="http://schemas.microsoft.com/office/powerpoint/2010/main" val="152483898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hapitre">
    <p:spTree>
      <p:nvGrpSpPr>
        <p:cNvPr id="1" name=""/>
        <p:cNvGrpSpPr/>
        <p:nvPr/>
      </p:nvGrpSpPr>
      <p:grpSpPr>
        <a:xfrm>
          <a:off x="0" y="0"/>
          <a:ext cx="0" cy="0"/>
          <a:chOff x="0" y="0"/>
          <a:chExt cx="0" cy="0"/>
        </a:xfrm>
      </p:grpSpPr>
      <p:sp>
        <p:nvSpPr>
          <p:cNvPr id="8" name="Espace réservé pour une image  7"/>
          <p:cNvSpPr>
            <a:spLocks noGrp="1"/>
          </p:cNvSpPr>
          <p:nvPr>
            <p:ph type="pic" sz="quarter" idx="13" hasCustomPrompt="1"/>
          </p:nvPr>
        </p:nvSpPr>
        <p:spPr bwMode="gray">
          <a:xfrm>
            <a:off x="323528" y="915566"/>
            <a:ext cx="8442808" cy="3672408"/>
          </a:xfrm>
          <a:solidFill>
            <a:schemeClr val="bg1">
              <a:lumMod val="85000"/>
            </a:schemeClr>
          </a:solidFill>
        </p:spPr>
        <p:txBody>
          <a:bodyPr tIns="1080000" anchor="ctr" anchorCtr="0"/>
          <a:lstStyle>
            <a:lvl1pPr algn="ctr">
              <a:defRPr cap="all" baseline="0"/>
            </a:lvl1pPr>
          </a:lstStyle>
          <a:p>
            <a:r>
              <a:rPr lang="fr-FR"/>
              <a:t>Sélectionner l’icône pour insérer une image, </a:t>
            </a:r>
            <a:br>
              <a:rPr lang="fr-FR"/>
            </a:br>
            <a:r>
              <a:rPr lang="fr-FR"/>
              <a:t>puis disposer l’image en arrière plan </a:t>
            </a:r>
            <a:br>
              <a:rPr lang="fr-FR"/>
            </a:br>
            <a:r>
              <a:rPr lang="fr-FR"/>
              <a:t>(Sélectionner l’image avec le bouton droit de la souris / </a:t>
            </a:r>
            <a:br>
              <a:rPr lang="fr-FR"/>
            </a:br>
            <a:r>
              <a:rPr lang="fr-FR"/>
              <a:t>Mettre à l’arrière plan)</a:t>
            </a:r>
          </a:p>
        </p:txBody>
      </p:sp>
      <p:sp>
        <p:nvSpPr>
          <p:cNvPr id="2" name="Titre 1"/>
          <p:cNvSpPr>
            <a:spLocks noGrp="1"/>
          </p:cNvSpPr>
          <p:nvPr>
            <p:ph type="title" hasCustomPrompt="1"/>
          </p:nvPr>
        </p:nvSpPr>
        <p:spPr bwMode="gray">
          <a:xfrm>
            <a:off x="827585" y="915566"/>
            <a:ext cx="7560840" cy="3672408"/>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noFill/>
          </a:ln>
        </p:spPr>
        <p:txBody>
          <a:bodyPr lIns="0" bIns="360000" anchor="ctr" anchorCtr="0"/>
          <a:lstStyle>
            <a:lvl1pPr marL="396000" indent="-396000">
              <a:buFont typeface="+mj-lt"/>
              <a:buAutoNum type="arabicPeriod"/>
              <a:defRPr sz="3250"/>
            </a:lvl1pPr>
          </a:lstStyle>
          <a:p>
            <a:r>
              <a:rPr lang="fr-FR"/>
              <a:t>Titre</a:t>
            </a:r>
          </a:p>
        </p:txBody>
      </p:sp>
      <p:sp>
        <p:nvSpPr>
          <p:cNvPr id="7" name="Espace réservé de la date 1">
            <a:extLst>
              <a:ext uri="{FF2B5EF4-FFF2-40B4-BE49-F238E27FC236}">
                <a16:creationId xmlns:a16="http://schemas.microsoft.com/office/drawing/2014/main" id="{9748505C-3D2A-D74D-9CDB-23720A2BFF18}"/>
              </a:ext>
            </a:extLst>
          </p:cNvPr>
          <p:cNvSpPr>
            <a:spLocks noGrp="1"/>
          </p:cNvSpPr>
          <p:nvPr>
            <p:ph type="dt" sz="half" idx="10"/>
          </p:nvPr>
        </p:nvSpPr>
        <p:spPr bwMode="gray">
          <a:xfrm>
            <a:off x="6426336" y="4783500"/>
            <a:ext cx="1170000" cy="360000"/>
          </a:xfrm>
          <a:prstGeom prst="rect">
            <a:avLst/>
          </a:prstGeom>
        </p:spPr>
        <p:txBody>
          <a:bodyPr/>
          <a:lstStyle/>
          <a:p>
            <a:pPr algn="r"/>
            <a:fld id="{B53243DC-22D4-4063-968D-3E7B7EEAF735}" type="datetime1">
              <a:rPr lang="fr-FR" cap="all" smtClean="0">
                <a:solidFill>
                  <a:srgbClr val="000000"/>
                </a:solidFill>
              </a:rPr>
              <a:pPr algn="r"/>
              <a:t>07/01/2025</a:t>
            </a:fld>
            <a:endParaRPr lang="fr-FR" cap="all">
              <a:solidFill>
                <a:srgbClr val="000000"/>
              </a:solidFill>
            </a:endParaRPr>
          </a:p>
        </p:txBody>
      </p:sp>
      <p:sp>
        <p:nvSpPr>
          <p:cNvPr id="9" name="Espace réservé du numéro de diapositive 7">
            <a:extLst>
              <a:ext uri="{FF2B5EF4-FFF2-40B4-BE49-F238E27FC236}">
                <a16:creationId xmlns:a16="http://schemas.microsoft.com/office/drawing/2014/main" id="{98F10018-47D8-6540-8D30-5845FE9749F3}"/>
              </a:ext>
            </a:extLst>
          </p:cNvPr>
          <p:cNvSpPr>
            <a:spLocks noGrp="1"/>
          </p:cNvSpPr>
          <p:nvPr>
            <p:ph type="sldNum" sz="quarter" idx="12"/>
          </p:nvPr>
        </p:nvSpPr>
        <p:spPr bwMode="gray">
          <a:xfrm>
            <a:off x="7596336" y="4783500"/>
            <a:ext cx="1170000" cy="360000"/>
          </a:xfrm>
          <a:prstGeom prst="rect">
            <a:avLst/>
          </a:prstGeom>
        </p:spPr>
        <p:txBody>
          <a:bodyPr/>
          <a:lstStyle>
            <a:lvl1pPr algn="r">
              <a:defRPr sz="1600">
                <a:solidFill>
                  <a:srgbClr val="FF0000"/>
                </a:solidFill>
              </a:defRPr>
            </a:lvl1pPr>
          </a:lstStyle>
          <a:p>
            <a:fld id="{733122C9-A0B9-462F-8757-0847AD287B63}" type="slidenum">
              <a:rPr lang="fr-FR" smtClean="0"/>
              <a:pPr/>
              <a:t>‹N°›</a:t>
            </a:fld>
            <a:endParaRPr lang="fr-FR"/>
          </a:p>
        </p:txBody>
      </p:sp>
    </p:spTree>
    <p:extLst>
      <p:ext uri="{BB962C8B-B14F-4D97-AF65-F5344CB8AC3E}">
        <p14:creationId xmlns:p14="http://schemas.microsoft.com/office/powerpoint/2010/main" val="385670805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re et textes 3 colonnes">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a:xfrm>
            <a:off x="359999" y="900000"/>
            <a:ext cx="8424000" cy="720000"/>
          </a:xfrm>
        </p:spPr>
        <p:txBody>
          <a:bodyPr/>
          <a:lstStyle>
            <a:lvl1pPr>
              <a:defRPr/>
            </a:lvl1pPr>
          </a:lstStyle>
          <a:p>
            <a:r>
              <a:rPr lang="fr-FR"/>
              <a:t>Titre</a:t>
            </a:r>
          </a:p>
        </p:txBody>
      </p:sp>
      <p:sp>
        <p:nvSpPr>
          <p:cNvPr id="10" name="Espace réservé du texte 9"/>
          <p:cNvSpPr>
            <a:spLocks noGrp="1"/>
          </p:cNvSpPr>
          <p:nvPr>
            <p:ph type="body" sz="quarter" idx="13" hasCustomPrompt="1"/>
          </p:nvPr>
        </p:nvSpPr>
        <p:spPr bwMode="gray">
          <a:xfrm>
            <a:off x="3312000" y="180000"/>
            <a:ext cx="5472000" cy="360000"/>
          </a:xfrm>
        </p:spPr>
        <p:txBody>
          <a:bodyPr/>
          <a:lstStyle>
            <a:lvl1pPr marL="108000" indent="-108000" algn="r">
              <a:spcAft>
                <a:spcPts val="0"/>
              </a:spcAft>
              <a:buFont typeface="+mj-lt"/>
              <a:buAutoNum type="arabicPeriod"/>
              <a:defRPr sz="750" b="1"/>
            </a:lvl1pPr>
            <a:lvl2pPr marL="108000" indent="-108000" algn="r">
              <a:spcBef>
                <a:spcPts val="0"/>
              </a:spcBef>
              <a:spcAft>
                <a:spcPts val="0"/>
              </a:spcAft>
              <a:buFont typeface="+mj-lt"/>
              <a:buAutoNum type="alphaLcPeriod"/>
              <a:defRPr sz="750"/>
            </a:lvl2pPr>
          </a:lstStyle>
          <a:p>
            <a:pPr lvl="0"/>
            <a:r>
              <a:rPr lang="fr-FR"/>
              <a:t>Titre</a:t>
            </a:r>
          </a:p>
          <a:p>
            <a:pPr lvl="1"/>
            <a:r>
              <a:rPr lang="fr-FR"/>
              <a:t>Sous-titre</a:t>
            </a:r>
          </a:p>
        </p:txBody>
      </p:sp>
      <p:sp>
        <p:nvSpPr>
          <p:cNvPr id="12" name="Espace réservé du texte 11"/>
          <p:cNvSpPr>
            <a:spLocks noGrp="1"/>
          </p:cNvSpPr>
          <p:nvPr>
            <p:ph type="body" sz="quarter" idx="14" hasCustomPrompt="1"/>
          </p:nvPr>
        </p:nvSpPr>
        <p:spPr bwMode="gray">
          <a:xfrm>
            <a:off x="359999" y="1836000"/>
            <a:ext cx="2520000" cy="2574000"/>
          </a:xfrm>
        </p:spPr>
        <p:txBody>
          <a:bodyPr/>
          <a:lstStyle>
            <a:lvl1pPr>
              <a:defRPr/>
            </a:lvl1pPr>
            <a:lvl2pPr>
              <a:defRPr/>
            </a:lvl2pPr>
            <a:lvl3pPr>
              <a:defRPr baseline="0"/>
            </a:lvl3pPr>
            <a:lvl4pPr>
              <a:defRPr/>
            </a:lvl4pPr>
            <a:lvl5pPr>
              <a:defRPr/>
            </a:lvl5pPr>
          </a:lstStyle>
          <a:p>
            <a:pPr lvl="0"/>
            <a:r>
              <a:rPr lang="fr-FR"/>
              <a:t>Texte de niveau 1</a:t>
            </a:r>
          </a:p>
          <a:p>
            <a:pPr lvl="1"/>
            <a:r>
              <a:rPr lang="fr-FR"/>
              <a:t>Texte de niveau 2</a:t>
            </a:r>
          </a:p>
          <a:p>
            <a:pPr lvl="2"/>
            <a:r>
              <a:rPr lang="fr-FR"/>
              <a:t>Texte de niveau 3</a:t>
            </a:r>
          </a:p>
          <a:p>
            <a:pPr lvl="3"/>
            <a:r>
              <a:rPr lang="fr-FR"/>
              <a:t>Texte de niveau 4</a:t>
            </a:r>
          </a:p>
          <a:p>
            <a:pPr lvl="4"/>
            <a:r>
              <a:rPr lang="fr-FR"/>
              <a:t>Texte de niveau 5</a:t>
            </a:r>
          </a:p>
        </p:txBody>
      </p:sp>
      <p:sp>
        <p:nvSpPr>
          <p:cNvPr id="13" name="Espace réservé du texte 11"/>
          <p:cNvSpPr>
            <a:spLocks noGrp="1"/>
          </p:cNvSpPr>
          <p:nvPr>
            <p:ph type="body" sz="quarter" idx="15" hasCustomPrompt="1"/>
          </p:nvPr>
        </p:nvSpPr>
        <p:spPr bwMode="gray">
          <a:xfrm>
            <a:off x="3312000" y="1836000"/>
            <a:ext cx="2520000" cy="2574000"/>
          </a:xfrm>
        </p:spPr>
        <p:txBody>
          <a:bodyPr/>
          <a:lstStyle>
            <a:lvl1pPr>
              <a:defRPr/>
            </a:lvl1pPr>
            <a:lvl2pPr>
              <a:defRPr/>
            </a:lvl2pPr>
            <a:lvl3pPr>
              <a:defRPr baseline="0"/>
            </a:lvl3pPr>
            <a:lvl4pPr>
              <a:defRPr/>
            </a:lvl4pPr>
            <a:lvl5pPr>
              <a:defRPr/>
            </a:lvl5pPr>
          </a:lstStyle>
          <a:p>
            <a:pPr lvl="0"/>
            <a:r>
              <a:rPr lang="fr-FR"/>
              <a:t>Texte de niveau 1</a:t>
            </a:r>
          </a:p>
          <a:p>
            <a:pPr lvl="1"/>
            <a:r>
              <a:rPr lang="fr-FR"/>
              <a:t>Texte de niveau 2</a:t>
            </a:r>
          </a:p>
          <a:p>
            <a:pPr lvl="2"/>
            <a:r>
              <a:rPr lang="fr-FR"/>
              <a:t>Texte de niveau 3</a:t>
            </a:r>
          </a:p>
          <a:p>
            <a:pPr lvl="3"/>
            <a:r>
              <a:rPr lang="fr-FR"/>
              <a:t>Texte de niveau 4</a:t>
            </a:r>
          </a:p>
          <a:p>
            <a:pPr lvl="4"/>
            <a:r>
              <a:rPr lang="fr-FR"/>
              <a:t>Texte de niveau 5</a:t>
            </a:r>
          </a:p>
        </p:txBody>
      </p:sp>
      <p:sp>
        <p:nvSpPr>
          <p:cNvPr id="14" name="Espace réservé du texte 11"/>
          <p:cNvSpPr>
            <a:spLocks noGrp="1"/>
          </p:cNvSpPr>
          <p:nvPr>
            <p:ph type="body" sz="quarter" idx="16" hasCustomPrompt="1"/>
          </p:nvPr>
        </p:nvSpPr>
        <p:spPr bwMode="gray">
          <a:xfrm>
            <a:off x="6264000" y="1836000"/>
            <a:ext cx="2520000" cy="2574000"/>
          </a:xfrm>
        </p:spPr>
        <p:txBody>
          <a:bodyPr/>
          <a:lstStyle>
            <a:lvl1pPr>
              <a:defRPr/>
            </a:lvl1pPr>
            <a:lvl2pPr>
              <a:defRPr/>
            </a:lvl2pPr>
            <a:lvl3pPr>
              <a:defRPr baseline="0"/>
            </a:lvl3pPr>
            <a:lvl4pPr>
              <a:defRPr/>
            </a:lvl4pPr>
            <a:lvl5pPr>
              <a:defRPr/>
            </a:lvl5pPr>
          </a:lstStyle>
          <a:p>
            <a:pPr lvl="0"/>
            <a:r>
              <a:rPr lang="fr-FR"/>
              <a:t>Texte de niveau 1</a:t>
            </a:r>
          </a:p>
          <a:p>
            <a:pPr lvl="1"/>
            <a:r>
              <a:rPr lang="fr-FR"/>
              <a:t>Texte de niveau 2</a:t>
            </a:r>
          </a:p>
          <a:p>
            <a:pPr lvl="2"/>
            <a:r>
              <a:rPr lang="fr-FR"/>
              <a:t>Texte de niveau 3</a:t>
            </a:r>
          </a:p>
          <a:p>
            <a:pPr lvl="3"/>
            <a:r>
              <a:rPr lang="fr-FR"/>
              <a:t>Texte de niveau 4</a:t>
            </a:r>
          </a:p>
          <a:p>
            <a:pPr lvl="4"/>
            <a:r>
              <a:rPr lang="fr-FR"/>
              <a:t>Texte de niveau 5</a:t>
            </a:r>
          </a:p>
        </p:txBody>
      </p:sp>
      <p:sp>
        <p:nvSpPr>
          <p:cNvPr id="11" name="Espace réservé de la date 1">
            <a:extLst>
              <a:ext uri="{FF2B5EF4-FFF2-40B4-BE49-F238E27FC236}">
                <a16:creationId xmlns:a16="http://schemas.microsoft.com/office/drawing/2014/main" id="{9F5F8F36-9414-6946-BDAE-0A76E569CDF2}"/>
              </a:ext>
            </a:extLst>
          </p:cNvPr>
          <p:cNvSpPr>
            <a:spLocks noGrp="1"/>
          </p:cNvSpPr>
          <p:nvPr>
            <p:ph type="dt" sz="half" idx="10"/>
          </p:nvPr>
        </p:nvSpPr>
        <p:spPr bwMode="gray">
          <a:xfrm>
            <a:off x="6426336" y="4783500"/>
            <a:ext cx="1170000" cy="360000"/>
          </a:xfrm>
          <a:prstGeom prst="rect">
            <a:avLst/>
          </a:prstGeom>
        </p:spPr>
        <p:txBody>
          <a:bodyPr/>
          <a:lstStyle/>
          <a:p>
            <a:pPr algn="r"/>
            <a:fld id="{EFA0773D-3F28-40F9-B9EA-54498D76AC91}" type="datetime1">
              <a:rPr lang="fr-FR" cap="all" smtClean="0">
                <a:solidFill>
                  <a:srgbClr val="000000"/>
                </a:solidFill>
              </a:rPr>
              <a:pPr algn="r"/>
              <a:t>07/01/2025</a:t>
            </a:fld>
            <a:endParaRPr lang="fr-FR" cap="all">
              <a:solidFill>
                <a:srgbClr val="000000"/>
              </a:solidFill>
            </a:endParaRPr>
          </a:p>
        </p:txBody>
      </p:sp>
      <p:sp>
        <p:nvSpPr>
          <p:cNvPr id="15" name="Espace réservé du numéro de diapositive 7">
            <a:extLst>
              <a:ext uri="{FF2B5EF4-FFF2-40B4-BE49-F238E27FC236}">
                <a16:creationId xmlns:a16="http://schemas.microsoft.com/office/drawing/2014/main" id="{39B13F4C-6D78-BF47-94DF-EE7823417253}"/>
              </a:ext>
            </a:extLst>
          </p:cNvPr>
          <p:cNvSpPr>
            <a:spLocks noGrp="1"/>
          </p:cNvSpPr>
          <p:nvPr>
            <p:ph type="sldNum" sz="quarter" idx="12"/>
          </p:nvPr>
        </p:nvSpPr>
        <p:spPr bwMode="gray">
          <a:xfrm>
            <a:off x="7596336" y="4783500"/>
            <a:ext cx="1170000" cy="360000"/>
          </a:xfrm>
          <a:prstGeom prst="rect">
            <a:avLst/>
          </a:prstGeom>
        </p:spPr>
        <p:txBody>
          <a:bodyPr/>
          <a:lstStyle>
            <a:lvl1pPr algn="r">
              <a:defRPr sz="1600">
                <a:solidFill>
                  <a:srgbClr val="FF0000"/>
                </a:solidFill>
              </a:defRPr>
            </a:lvl1pPr>
          </a:lstStyle>
          <a:p>
            <a:fld id="{733122C9-A0B9-462F-8757-0847AD287B63}" type="slidenum">
              <a:rPr lang="fr-FR" smtClean="0"/>
              <a:pPr/>
              <a:t>‹N°›</a:t>
            </a:fld>
            <a:endParaRPr lang="fr-FR"/>
          </a:p>
        </p:txBody>
      </p:sp>
    </p:spTree>
    <p:extLst>
      <p:ext uri="{BB962C8B-B14F-4D97-AF65-F5344CB8AC3E}">
        <p14:creationId xmlns:p14="http://schemas.microsoft.com/office/powerpoint/2010/main" val="136114658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uverture">
    <p:spTree>
      <p:nvGrpSpPr>
        <p:cNvPr id="1" name=""/>
        <p:cNvGrpSpPr/>
        <p:nvPr/>
      </p:nvGrpSpPr>
      <p:grpSpPr>
        <a:xfrm>
          <a:off x="0" y="0"/>
          <a:ext cx="0" cy="0"/>
          <a:chOff x="0" y="0"/>
          <a:chExt cx="0" cy="0"/>
        </a:xfrm>
      </p:grpSpPr>
      <p:sp>
        <p:nvSpPr>
          <p:cNvPr id="4" name="Espace réservé de la date 3"/>
          <p:cNvSpPr>
            <a:spLocks noGrp="1"/>
          </p:cNvSpPr>
          <p:nvPr>
            <p:ph type="dt" sz="half" idx="10"/>
          </p:nvPr>
        </p:nvSpPr>
        <p:spPr bwMode="gray">
          <a:xfrm>
            <a:off x="0" y="4963500"/>
            <a:ext cx="180000" cy="180000"/>
          </a:xfrm>
          <a:prstGeom prst="rect">
            <a:avLst/>
          </a:prstGeom>
          <a:ln>
            <a:solidFill>
              <a:schemeClr val="tx1">
                <a:alpha val="0"/>
              </a:schemeClr>
            </a:solidFill>
          </a:ln>
        </p:spPr>
        <p:txBody>
          <a:bodyPr/>
          <a:lstStyle>
            <a:lvl1pPr>
              <a:defRPr sz="100">
                <a:solidFill>
                  <a:schemeClr val="tx1">
                    <a:alpha val="0"/>
                  </a:schemeClr>
                </a:solidFill>
              </a:defRPr>
            </a:lvl1pPr>
          </a:lstStyle>
          <a:p>
            <a:fld id="{A0D324E6-168B-49CF-88F7-1B95819E3F9B}" type="datetime1">
              <a:rPr lang="fr-FR" smtClean="0">
                <a:solidFill>
                  <a:srgbClr val="000000">
                    <a:alpha val="0"/>
                  </a:srgbClr>
                </a:solidFill>
              </a:rPr>
              <a:pPr/>
              <a:t>07/01/2025</a:t>
            </a:fld>
            <a:endParaRPr lang="fr-FR">
              <a:solidFill>
                <a:srgbClr val="000000">
                  <a:alpha val="0"/>
                </a:srgbClr>
              </a:solidFill>
            </a:endParaRPr>
          </a:p>
        </p:txBody>
      </p:sp>
      <p:sp>
        <p:nvSpPr>
          <p:cNvPr id="5" name="Espace réservé du pied de page 4"/>
          <p:cNvSpPr>
            <a:spLocks noGrp="1"/>
          </p:cNvSpPr>
          <p:nvPr>
            <p:ph type="ftr" sz="quarter" idx="11"/>
          </p:nvPr>
        </p:nvSpPr>
        <p:spPr bwMode="gray">
          <a:xfrm>
            <a:off x="720000" y="3919897"/>
            <a:ext cx="3240000" cy="900000"/>
          </a:xfrm>
          <a:prstGeom prst="rect">
            <a:avLst/>
          </a:prstGeom>
        </p:spPr>
        <p:txBody>
          <a:bodyPr anchor="b" anchorCtr="0"/>
          <a:lstStyle>
            <a:lvl1pPr>
              <a:defRPr sz="1150"/>
            </a:lvl1pPr>
          </a:lstStyle>
          <a:p>
            <a:endParaRPr lang="fr-FR">
              <a:solidFill>
                <a:srgbClr val="000000"/>
              </a:solidFill>
            </a:endParaRPr>
          </a:p>
        </p:txBody>
      </p:sp>
      <p:sp>
        <p:nvSpPr>
          <p:cNvPr id="6" name="Espace réservé du numéro de diapositive 5"/>
          <p:cNvSpPr>
            <a:spLocks noGrp="1"/>
          </p:cNvSpPr>
          <p:nvPr>
            <p:ph type="sldNum" sz="quarter" idx="12"/>
          </p:nvPr>
        </p:nvSpPr>
        <p:spPr bwMode="gray">
          <a:xfrm>
            <a:off x="0" y="4963500"/>
            <a:ext cx="180000" cy="180000"/>
          </a:xfrm>
          <a:prstGeom prst="rect">
            <a:avLst/>
          </a:prstGeom>
          <a:ln>
            <a:solidFill>
              <a:schemeClr val="tx1">
                <a:alpha val="0"/>
              </a:schemeClr>
            </a:solidFill>
          </a:ln>
        </p:spPr>
        <p:txBody>
          <a:bodyPr/>
          <a:lstStyle>
            <a:lvl1pPr>
              <a:defRPr sz="100">
                <a:solidFill>
                  <a:schemeClr val="tx1">
                    <a:alpha val="0"/>
                  </a:schemeClr>
                </a:solidFill>
              </a:defRPr>
            </a:lvl1pPr>
          </a:lstStyle>
          <a:p>
            <a:fld id="{10C140CD-8AED-46FF-A9A2-77308F3F39AE}" type="slidenum">
              <a:rPr lang="fr-FR" smtClean="0">
                <a:solidFill>
                  <a:srgbClr val="000000">
                    <a:alpha val="0"/>
                  </a:srgbClr>
                </a:solidFill>
              </a:rPr>
              <a:pPr/>
              <a:t>‹N°›</a:t>
            </a:fld>
            <a:endParaRPr lang="fr-FR">
              <a:solidFill>
                <a:srgbClr val="000000">
                  <a:alpha val="0"/>
                </a:srgbClr>
              </a:solidFill>
            </a:endParaRPr>
          </a:p>
        </p:txBody>
      </p:sp>
      <p:sp>
        <p:nvSpPr>
          <p:cNvPr id="7" name="Titre 6"/>
          <p:cNvSpPr>
            <a:spLocks noGrp="1"/>
          </p:cNvSpPr>
          <p:nvPr>
            <p:ph type="title" hasCustomPrompt="1"/>
          </p:nvPr>
        </p:nvSpPr>
        <p:spPr bwMode="gray">
          <a:xfrm>
            <a:off x="0" y="0"/>
            <a:ext cx="180000" cy="180000"/>
          </a:xfrm>
          <a:ln>
            <a:solidFill>
              <a:schemeClr val="tx1">
                <a:alpha val="0"/>
              </a:schemeClr>
            </a:solidFill>
          </a:ln>
        </p:spPr>
        <p:txBody>
          <a:bodyPr/>
          <a:lstStyle>
            <a:lvl1pPr>
              <a:defRPr sz="100">
                <a:solidFill>
                  <a:schemeClr val="tx1">
                    <a:alpha val="0"/>
                  </a:schemeClr>
                </a:solidFill>
              </a:defRPr>
            </a:lvl1pPr>
          </a:lstStyle>
          <a:p>
            <a:r>
              <a:rPr lang="fr-FR"/>
              <a:t>Titre</a:t>
            </a:r>
          </a:p>
        </p:txBody>
      </p:sp>
      <p:pic>
        <p:nvPicPr>
          <p:cNvPr id="8" name="Image 7">
            <a:extLst>
              <a:ext uri="{FF2B5EF4-FFF2-40B4-BE49-F238E27FC236}">
                <a16:creationId xmlns:a16="http://schemas.microsoft.com/office/drawing/2014/main" id="{9571B293-EB6B-9149-9E08-668EB7F040F0}"/>
              </a:ext>
            </a:extLst>
          </p:cNvPr>
          <p:cNvPicPr>
            <a:picLocks noChangeAspect="1"/>
          </p:cNvPicPr>
          <p:nvPr userDrawn="1"/>
        </p:nvPicPr>
        <p:blipFill>
          <a:blip r:embed="rId2" cstate="print"/>
          <a:stretch>
            <a:fillRect/>
          </a:stretch>
        </p:blipFill>
        <p:spPr>
          <a:xfrm>
            <a:off x="-16829" y="1"/>
            <a:ext cx="9160828" cy="5152965"/>
          </a:xfrm>
          <a:prstGeom prst="rect">
            <a:avLst/>
          </a:prstGeom>
        </p:spPr>
      </p:pic>
    </p:spTree>
    <p:extLst>
      <p:ext uri="{BB962C8B-B14F-4D97-AF65-F5344CB8AC3E}">
        <p14:creationId xmlns:p14="http://schemas.microsoft.com/office/powerpoint/2010/main" val="60767786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re et sous-titre">
    <p:spTree>
      <p:nvGrpSpPr>
        <p:cNvPr id="1" name=""/>
        <p:cNvGrpSpPr/>
        <p:nvPr/>
      </p:nvGrpSpPr>
      <p:grpSpPr>
        <a:xfrm>
          <a:off x="0" y="0"/>
          <a:ext cx="0" cy="0"/>
          <a:chOff x="0" y="0"/>
          <a:chExt cx="0" cy="0"/>
        </a:xfrm>
      </p:grpSpPr>
      <p:pic>
        <p:nvPicPr>
          <p:cNvPr id="14" name="Image 13">
            <a:extLst>
              <a:ext uri="{FF2B5EF4-FFF2-40B4-BE49-F238E27FC236}">
                <a16:creationId xmlns:a16="http://schemas.microsoft.com/office/drawing/2014/main" id="{0B3ED864-6123-8B40-8783-2DF8831D71C8}"/>
              </a:ext>
            </a:extLst>
          </p:cNvPr>
          <p:cNvPicPr>
            <a:picLocks noChangeAspect="1"/>
          </p:cNvPicPr>
          <p:nvPr userDrawn="1"/>
        </p:nvPicPr>
        <p:blipFill>
          <a:blip r:embed="rId2" cstate="print"/>
          <a:stretch>
            <a:fillRect/>
          </a:stretch>
        </p:blipFill>
        <p:spPr>
          <a:xfrm>
            <a:off x="-16828" y="5359"/>
            <a:ext cx="9160828" cy="5152965"/>
          </a:xfrm>
          <a:prstGeom prst="rect">
            <a:avLst/>
          </a:prstGeom>
        </p:spPr>
      </p:pic>
      <p:sp>
        <p:nvSpPr>
          <p:cNvPr id="7" name="Titre 6"/>
          <p:cNvSpPr>
            <a:spLocks noGrp="1"/>
          </p:cNvSpPr>
          <p:nvPr>
            <p:ph type="title" hasCustomPrompt="1"/>
          </p:nvPr>
        </p:nvSpPr>
        <p:spPr bwMode="gray">
          <a:xfrm>
            <a:off x="0" y="0"/>
            <a:ext cx="180000" cy="180000"/>
          </a:xfrm>
          <a:ln>
            <a:solidFill>
              <a:schemeClr val="tx1">
                <a:alpha val="0"/>
              </a:schemeClr>
            </a:solidFill>
          </a:ln>
        </p:spPr>
        <p:txBody>
          <a:bodyPr/>
          <a:lstStyle>
            <a:lvl1pPr>
              <a:defRPr sz="100">
                <a:solidFill>
                  <a:schemeClr val="tx1">
                    <a:alpha val="0"/>
                  </a:schemeClr>
                </a:solidFill>
              </a:defRPr>
            </a:lvl1pPr>
          </a:lstStyle>
          <a:p>
            <a:r>
              <a:rPr lang="fr-FR"/>
              <a:t>Titre</a:t>
            </a:r>
          </a:p>
        </p:txBody>
      </p:sp>
      <p:sp>
        <p:nvSpPr>
          <p:cNvPr id="2" name="Espace réservé de la date 1"/>
          <p:cNvSpPr>
            <a:spLocks noGrp="1"/>
          </p:cNvSpPr>
          <p:nvPr>
            <p:ph type="dt" sz="half" idx="10"/>
          </p:nvPr>
        </p:nvSpPr>
        <p:spPr bwMode="gray">
          <a:xfrm>
            <a:off x="6426336" y="4783500"/>
            <a:ext cx="1170000" cy="360000"/>
          </a:xfrm>
          <a:prstGeom prst="rect">
            <a:avLst/>
          </a:prstGeom>
        </p:spPr>
        <p:txBody>
          <a:bodyPr/>
          <a:lstStyle/>
          <a:p>
            <a:pPr algn="r"/>
            <a:fld id="{99BD388D-CA1A-43B3-B616-228F45499086}" type="datetime1">
              <a:rPr lang="fr-FR" cap="all" smtClean="0">
                <a:solidFill>
                  <a:srgbClr val="000000"/>
                </a:solidFill>
              </a:rPr>
              <a:pPr algn="r"/>
              <a:t>07/01/2025</a:t>
            </a:fld>
            <a:endParaRPr lang="fr-FR" cap="all">
              <a:solidFill>
                <a:srgbClr val="000000"/>
              </a:solidFill>
            </a:endParaRPr>
          </a:p>
        </p:txBody>
      </p:sp>
      <p:sp>
        <p:nvSpPr>
          <p:cNvPr id="8" name="Espace réservé du numéro de diapositive 7"/>
          <p:cNvSpPr>
            <a:spLocks noGrp="1"/>
          </p:cNvSpPr>
          <p:nvPr>
            <p:ph type="sldNum" sz="quarter" idx="12"/>
          </p:nvPr>
        </p:nvSpPr>
        <p:spPr bwMode="gray">
          <a:xfrm>
            <a:off x="7596336" y="4783500"/>
            <a:ext cx="1170000" cy="360000"/>
          </a:xfrm>
          <a:prstGeom prst="rect">
            <a:avLst/>
          </a:prstGeom>
        </p:spPr>
        <p:txBody>
          <a:bodyPr/>
          <a:lstStyle>
            <a:lvl1pPr algn="r">
              <a:defRPr sz="1600">
                <a:solidFill>
                  <a:srgbClr val="FF0000"/>
                </a:solidFill>
              </a:defRPr>
            </a:lvl1pPr>
          </a:lstStyle>
          <a:p>
            <a:fld id="{733122C9-A0B9-462F-8757-0847AD287B63}" type="slidenum">
              <a:rPr lang="fr-FR" smtClean="0"/>
              <a:pPr/>
              <a:t>‹N°›</a:t>
            </a:fld>
            <a:endParaRPr lang="fr-FR"/>
          </a:p>
        </p:txBody>
      </p:sp>
      <p:sp>
        <p:nvSpPr>
          <p:cNvPr id="11" name="Espace réservé du texte 10"/>
          <p:cNvSpPr>
            <a:spLocks noGrp="1"/>
          </p:cNvSpPr>
          <p:nvPr>
            <p:ph type="body" sz="quarter" idx="13" hasCustomPrompt="1"/>
          </p:nvPr>
        </p:nvSpPr>
        <p:spPr bwMode="gray">
          <a:xfrm>
            <a:off x="360000" y="2346046"/>
            <a:ext cx="8424000" cy="2077200"/>
          </a:xfrm>
        </p:spPr>
        <p:txBody>
          <a:bodyPr/>
          <a:lstStyle>
            <a:lvl1pPr>
              <a:lnSpc>
                <a:spcPct val="90000"/>
              </a:lnSpc>
              <a:spcAft>
                <a:spcPts val="0"/>
              </a:spcAft>
              <a:defRPr sz="3250" b="1" cap="none" baseline="0">
                <a:solidFill>
                  <a:srgbClr val="0C5076"/>
                </a:solidFill>
              </a:defRPr>
            </a:lvl1pPr>
            <a:lvl2pPr marL="0" indent="0">
              <a:spcBef>
                <a:spcPts val="500"/>
              </a:spcBef>
              <a:spcAft>
                <a:spcPts val="0"/>
              </a:spcAft>
              <a:buNone/>
              <a:defRPr sz="1850"/>
            </a:lvl2pPr>
          </a:lstStyle>
          <a:p>
            <a:pPr lvl="0"/>
            <a:r>
              <a:rPr lang="fr-FR"/>
              <a:t>Titre</a:t>
            </a:r>
          </a:p>
          <a:p>
            <a:pPr lvl="1"/>
            <a:r>
              <a:rPr lang="fr-FR"/>
              <a:t>Sous-titre</a:t>
            </a:r>
          </a:p>
        </p:txBody>
      </p:sp>
    </p:spTree>
    <p:extLst>
      <p:ext uri="{BB962C8B-B14F-4D97-AF65-F5344CB8AC3E}">
        <p14:creationId xmlns:p14="http://schemas.microsoft.com/office/powerpoint/2010/main" val="251093514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ommaire">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a:xfrm>
            <a:off x="359999" y="900000"/>
            <a:ext cx="8424000" cy="720000"/>
          </a:xfrm>
        </p:spPr>
        <p:txBody>
          <a:bodyPr/>
          <a:lstStyle>
            <a:lvl1pPr>
              <a:defRPr/>
            </a:lvl1pPr>
          </a:lstStyle>
          <a:p>
            <a:r>
              <a:rPr lang="fr-FR"/>
              <a:t>Titre</a:t>
            </a:r>
          </a:p>
        </p:txBody>
      </p:sp>
      <p:sp>
        <p:nvSpPr>
          <p:cNvPr id="8" name="Espace réservé du texte 7"/>
          <p:cNvSpPr>
            <a:spLocks noGrp="1"/>
          </p:cNvSpPr>
          <p:nvPr>
            <p:ph type="body" sz="quarter" idx="13" hasCustomPrompt="1"/>
          </p:nvPr>
        </p:nvSpPr>
        <p:spPr bwMode="gray">
          <a:xfrm>
            <a:off x="359998" y="1891968"/>
            <a:ext cx="2520000" cy="2530800"/>
          </a:xfrm>
        </p:spPr>
        <p:txBody>
          <a:bodyPr/>
          <a:lstStyle>
            <a:lvl1pPr marL="144000" indent="-144000">
              <a:spcBef>
                <a:spcPts val="400"/>
              </a:spcBef>
              <a:spcAft>
                <a:spcPts val="800"/>
              </a:spcAft>
              <a:buFont typeface="+mj-lt"/>
              <a:buAutoNum type="arabicPeriod"/>
              <a:defRPr b="1"/>
            </a:lvl1pPr>
            <a:lvl2pPr marL="324000" indent="-144000">
              <a:spcBef>
                <a:spcPts val="600"/>
              </a:spcBef>
              <a:spcAft>
                <a:spcPts val="800"/>
              </a:spcAft>
              <a:buFont typeface="+mj-lt"/>
              <a:buAutoNum type="alphaLcPeriod"/>
              <a:defRPr>
                <a:solidFill>
                  <a:srgbClr val="EC130E"/>
                </a:solidFill>
              </a:defRPr>
            </a:lvl2pPr>
          </a:lstStyle>
          <a:p>
            <a:pPr lvl="0"/>
            <a:r>
              <a:rPr lang="fr-FR"/>
              <a:t>Titre de la partie</a:t>
            </a:r>
          </a:p>
          <a:p>
            <a:pPr lvl="1"/>
            <a:r>
              <a:rPr lang="fr-FR"/>
              <a:t>Deuxième niveau</a:t>
            </a:r>
          </a:p>
        </p:txBody>
      </p:sp>
      <p:sp>
        <p:nvSpPr>
          <p:cNvPr id="9" name="Espace réservé du texte 7"/>
          <p:cNvSpPr>
            <a:spLocks noGrp="1"/>
          </p:cNvSpPr>
          <p:nvPr>
            <p:ph type="body" sz="quarter" idx="14" hasCustomPrompt="1"/>
          </p:nvPr>
        </p:nvSpPr>
        <p:spPr bwMode="gray">
          <a:xfrm>
            <a:off x="3312000" y="1893600"/>
            <a:ext cx="2520000" cy="2530800"/>
          </a:xfrm>
        </p:spPr>
        <p:txBody>
          <a:bodyPr/>
          <a:lstStyle>
            <a:lvl1pPr marL="144000" indent="-144000">
              <a:spcBef>
                <a:spcPts val="400"/>
              </a:spcBef>
              <a:spcAft>
                <a:spcPts val="800"/>
              </a:spcAft>
              <a:buFont typeface="+mj-lt"/>
              <a:buAutoNum type="arabicPeriod"/>
              <a:defRPr b="1"/>
            </a:lvl1pPr>
            <a:lvl2pPr marL="324000" indent="-144000">
              <a:spcBef>
                <a:spcPts val="600"/>
              </a:spcBef>
              <a:spcAft>
                <a:spcPts val="800"/>
              </a:spcAft>
              <a:buFont typeface="+mj-lt"/>
              <a:buAutoNum type="alphaLcPeriod"/>
              <a:defRPr>
                <a:solidFill>
                  <a:srgbClr val="EC130E"/>
                </a:solidFill>
              </a:defRPr>
            </a:lvl2pPr>
          </a:lstStyle>
          <a:p>
            <a:pPr lvl="0"/>
            <a:r>
              <a:rPr lang="fr-FR"/>
              <a:t>Titre de la partie</a:t>
            </a:r>
          </a:p>
          <a:p>
            <a:pPr lvl="1"/>
            <a:r>
              <a:rPr lang="fr-FR"/>
              <a:t>Deuxième niveau</a:t>
            </a:r>
          </a:p>
        </p:txBody>
      </p:sp>
      <p:sp>
        <p:nvSpPr>
          <p:cNvPr id="10" name="Espace réservé du texte 7"/>
          <p:cNvSpPr>
            <a:spLocks noGrp="1"/>
          </p:cNvSpPr>
          <p:nvPr>
            <p:ph type="body" sz="quarter" idx="15" hasCustomPrompt="1"/>
          </p:nvPr>
        </p:nvSpPr>
        <p:spPr bwMode="gray">
          <a:xfrm>
            <a:off x="6263999" y="1893600"/>
            <a:ext cx="2520000" cy="2530800"/>
          </a:xfrm>
        </p:spPr>
        <p:txBody>
          <a:bodyPr/>
          <a:lstStyle>
            <a:lvl1pPr marL="144000" indent="-144000">
              <a:spcBef>
                <a:spcPts val="400"/>
              </a:spcBef>
              <a:spcAft>
                <a:spcPts val="800"/>
              </a:spcAft>
              <a:buFont typeface="+mj-lt"/>
              <a:buAutoNum type="arabicPeriod"/>
              <a:defRPr b="1"/>
            </a:lvl1pPr>
            <a:lvl2pPr marL="324000" indent="-144000">
              <a:spcBef>
                <a:spcPts val="600"/>
              </a:spcBef>
              <a:spcAft>
                <a:spcPts val="800"/>
              </a:spcAft>
              <a:buFont typeface="+mj-lt"/>
              <a:buAutoNum type="alphaLcPeriod"/>
              <a:defRPr>
                <a:solidFill>
                  <a:srgbClr val="EC130E"/>
                </a:solidFill>
              </a:defRPr>
            </a:lvl2pPr>
          </a:lstStyle>
          <a:p>
            <a:pPr lvl="0"/>
            <a:r>
              <a:rPr lang="fr-FR"/>
              <a:t>Titre de la partie</a:t>
            </a:r>
          </a:p>
          <a:p>
            <a:pPr lvl="1"/>
            <a:r>
              <a:rPr lang="fr-FR"/>
              <a:t>Deuxième niveau</a:t>
            </a:r>
          </a:p>
        </p:txBody>
      </p:sp>
      <p:sp>
        <p:nvSpPr>
          <p:cNvPr id="11" name="Espace réservé de la date 1">
            <a:extLst>
              <a:ext uri="{FF2B5EF4-FFF2-40B4-BE49-F238E27FC236}">
                <a16:creationId xmlns:a16="http://schemas.microsoft.com/office/drawing/2014/main" id="{FB55AB75-56F3-004E-8A4E-57EB4CAB795F}"/>
              </a:ext>
            </a:extLst>
          </p:cNvPr>
          <p:cNvSpPr>
            <a:spLocks noGrp="1"/>
          </p:cNvSpPr>
          <p:nvPr>
            <p:ph type="dt" sz="half" idx="10"/>
          </p:nvPr>
        </p:nvSpPr>
        <p:spPr bwMode="gray">
          <a:xfrm>
            <a:off x="6426336" y="4783500"/>
            <a:ext cx="1170000" cy="360000"/>
          </a:xfrm>
          <a:prstGeom prst="rect">
            <a:avLst/>
          </a:prstGeom>
        </p:spPr>
        <p:txBody>
          <a:bodyPr/>
          <a:lstStyle/>
          <a:p>
            <a:pPr algn="r"/>
            <a:fld id="{1AC6AEF6-2A43-4047-9D71-A77265B28DC8}" type="datetime1">
              <a:rPr lang="fr-FR" cap="all" smtClean="0">
                <a:solidFill>
                  <a:srgbClr val="000000"/>
                </a:solidFill>
              </a:rPr>
              <a:pPr algn="r"/>
              <a:t>07/01/2025</a:t>
            </a:fld>
            <a:endParaRPr lang="fr-FR" cap="all">
              <a:solidFill>
                <a:srgbClr val="000000"/>
              </a:solidFill>
            </a:endParaRPr>
          </a:p>
        </p:txBody>
      </p:sp>
      <p:sp>
        <p:nvSpPr>
          <p:cNvPr id="12" name="Espace réservé du numéro de diapositive 7">
            <a:extLst>
              <a:ext uri="{FF2B5EF4-FFF2-40B4-BE49-F238E27FC236}">
                <a16:creationId xmlns:a16="http://schemas.microsoft.com/office/drawing/2014/main" id="{4527032A-C74F-2941-8AD5-E7F64BD5B044}"/>
              </a:ext>
            </a:extLst>
          </p:cNvPr>
          <p:cNvSpPr>
            <a:spLocks noGrp="1"/>
          </p:cNvSpPr>
          <p:nvPr>
            <p:ph type="sldNum" sz="quarter" idx="12"/>
          </p:nvPr>
        </p:nvSpPr>
        <p:spPr bwMode="gray">
          <a:xfrm>
            <a:off x="7596336" y="4783500"/>
            <a:ext cx="1170000" cy="360000"/>
          </a:xfrm>
          <a:prstGeom prst="rect">
            <a:avLst/>
          </a:prstGeom>
        </p:spPr>
        <p:txBody>
          <a:bodyPr/>
          <a:lstStyle>
            <a:lvl1pPr algn="r">
              <a:defRPr sz="1600">
                <a:solidFill>
                  <a:srgbClr val="FF0000"/>
                </a:solidFill>
              </a:defRPr>
            </a:lvl1pPr>
          </a:lstStyle>
          <a:p>
            <a:fld id="{733122C9-A0B9-462F-8757-0847AD287B63}" type="slidenum">
              <a:rPr lang="fr-FR" smtClean="0"/>
              <a:pPr/>
              <a:t>‹N°›</a:t>
            </a:fld>
            <a:endParaRPr lang="fr-FR"/>
          </a:p>
        </p:txBody>
      </p:sp>
    </p:spTree>
    <p:extLst>
      <p:ext uri="{BB962C8B-B14F-4D97-AF65-F5344CB8AC3E}">
        <p14:creationId xmlns:p14="http://schemas.microsoft.com/office/powerpoint/2010/main" val="297183126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hapitre">
    <p:spTree>
      <p:nvGrpSpPr>
        <p:cNvPr id="1" name=""/>
        <p:cNvGrpSpPr/>
        <p:nvPr/>
      </p:nvGrpSpPr>
      <p:grpSpPr>
        <a:xfrm>
          <a:off x="0" y="0"/>
          <a:ext cx="0" cy="0"/>
          <a:chOff x="0" y="0"/>
          <a:chExt cx="0" cy="0"/>
        </a:xfrm>
      </p:grpSpPr>
      <p:sp>
        <p:nvSpPr>
          <p:cNvPr id="8" name="Espace réservé pour une image  7"/>
          <p:cNvSpPr>
            <a:spLocks noGrp="1"/>
          </p:cNvSpPr>
          <p:nvPr>
            <p:ph type="pic" sz="quarter" idx="13" hasCustomPrompt="1"/>
          </p:nvPr>
        </p:nvSpPr>
        <p:spPr bwMode="gray">
          <a:xfrm>
            <a:off x="323528" y="915566"/>
            <a:ext cx="8442808" cy="3672408"/>
          </a:xfrm>
          <a:solidFill>
            <a:schemeClr val="bg1">
              <a:lumMod val="85000"/>
            </a:schemeClr>
          </a:solidFill>
        </p:spPr>
        <p:txBody>
          <a:bodyPr tIns="1080000" anchor="ctr" anchorCtr="0"/>
          <a:lstStyle>
            <a:lvl1pPr algn="ctr">
              <a:defRPr cap="all" baseline="0"/>
            </a:lvl1pPr>
          </a:lstStyle>
          <a:p>
            <a:r>
              <a:rPr lang="fr-FR"/>
              <a:t>Sélectionner l’icône pour insérer une image, </a:t>
            </a:r>
            <a:br>
              <a:rPr lang="fr-FR"/>
            </a:br>
            <a:r>
              <a:rPr lang="fr-FR"/>
              <a:t>puis disposer l’image en arrière plan </a:t>
            </a:r>
            <a:br>
              <a:rPr lang="fr-FR"/>
            </a:br>
            <a:r>
              <a:rPr lang="fr-FR"/>
              <a:t>(Sélectionner l’image avec le bouton droit de la souris / </a:t>
            </a:r>
            <a:br>
              <a:rPr lang="fr-FR"/>
            </a:br>
            <a:r>
              <a:rPr lang="fr-FR"/>
              <a:t>Mettre à l’arrière plan)</a:t>
            </a:r>
          </a:p>
        </p:txBody>
      </p:sp>
      <p:sp>
        <p:nvSpPr>
          <p:cNvPr id="2" name="Titre 1"/>
          <p:cNvSpPr>
            <a:spLocks noGrp="1"/>
          </p:cNvSpPr>
          <p:nvPr>
            <p:ph type="title" hasCustomPrompt="1"/>
          </p:nvPr>
        </p:nvSpPr>
        <p:spPr bwMode="gray">
          <a:xfrm>
            <a:off x="827585" y="915566"/>
            <a:ext cx="7560840" cy="3672408"/>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noFill/>
          </a:ln>
        </p:spPr>
        <p:txBody>
          <a:bodyPr lIns="0" bIns="360000" anchor="ctr" anchorCtr="0"/>
          <a:lstStyle>
            <a:lvl1pPr marL="396000" indent="-396000">
              <a:buFont typeface="+mj-lt"/>
              <a:buAutoNum type="arabicPeriod"/>
              <a:defRPr sz="3250"/>
            </a:lvl1pPr>
          </a:lstStyle>
          <a:p>
            <a:r>
              <a:rPr lang="fr-FR"/>
              <a:t>Titre</a:t>
            </a:r>
          </a:p>
        </p:txBody>
      </p:sp>
      <p:sp>
        <p:nvSpPr>
          <p:cNvPr id="7" name="Espace réservé de la date 1">
            <a:extLst>
              <a:ext uri="{FF2B5EF4-FFF2-40B4-BE49-F238E27FC236}">
                <a16:creationId xmlns:a16="http://schemas.microsoft.com/office/drawing/2014/main" id="{9748505C-3D2A-D74D-9CDB-23720A2BFF18}"/>
              </a:ext>
            </a:extLst>
          </p:cNvPr>
          <p:cNvSpPr>
            <a:spLocks noGrp="1"/>
          </p:cNvSpPr>
          <p:nvPr>
            <p:ph type="dt" sz="half" idx="10"/>
          </p:nvPr>
        </p:nvSpPr>
        <p:spPr bwMode="gray">
          <a:xfrm>
            <a:off x="6426336" y="4783500"/>
            <a:ext cx="1170000" cy="360000"/>
          </a:xfrm>
          <a:prstGeom prst="rect">
            <a:avLst/>
          </a:prstGeom>
        </p:spPr>
        <p:txBody>
          <a:bodyPr/>
          <a:lstStyle/>
          <a:p>
            <a:pPr algn="r"/>
            <a:fld id="{B53243DC-22D4-4063-968D-3E7B7EEAF735}" type="datetime1">
              <a:rPr lang="fr-FR" cap="all" smtClean="0">
                <a:solidFill>
                  <a:srgbClr val="000000"/>
                </a:solidFill>
              </a:rPr>
              <a:pPr algn="r"/>
              <a:t>07/01/2025</a:t>
            </a:fld>
            <a:endParaRPr lang="fr-FR" cap="all">
              <a:solidFill>
                <a:srgbClr val="000000"/>
              </a:solidFill>
            </a:endParaRPr>
          </a:p>
        </p:txBody>
      </p:sp>
      <p:sp>
        <p:nvSpPr>
          <p:cNvPr id="9" name="Espace réservé du numéro de diapositive 7">
            <a:extLst>
              <a:ext uri="{FF2B5EF4-FFF2-40B4-BE49-F238E27FC236}">
                <a16:creationId xmlns:a16="http://schemas.microsoft.com/office/drawing/2014/main" id="{98F10018-47D8-6540-8D30-5845FE9749F3}"/>
              </a:ext>
            </a:extLst>
          </p:cNvPr>
          <p:cNvSpPr>
            <a:spLocks noGrp="1"/>
          </p:cNvSpPr>
          <p:nvPr>
            <p:ph type="sldNum" sz="quarter" idx="12"/>
          </p:nvPr>
        </p:nvSpPr>
        <p:spPr bwMode="gray">
          <a:xfrm>
            <a:off x="7596336" y="4783500"/>
            <a:ext cx="1170000" cy="360000"/>
          </a:xfrm>
          <a:prstGeom prst="rect">
            <a:avLst/>
          </a:prstGeom>
        </p:spPr>
        <p:txBody>
          <a:bodyPr/>
          <a:lstStyle>
            <a:lvl1pPr algn="r">
              <a:defRPr sz="1600">
                <a:solidFill>
                  <a:srgbClr val="FF0000"/>
                </a:solidFill>
              </a:defRPr>
            </a:lvl1pPr>
          </a:lstStyle>
          <a:p>
            <a:fld id="{733122C9-A0B9-462F-8757-0847AD287B63}" type="slidenum">
              <a:rPr lang="fr-FR" smtClean="0"/>
              <a:pPr/>
              <a:t>‹N°›</a:t>
            </a:fld>
            <a:endParaRPr lang="fr-FR"/>
          </a:p>
        </p:txBody>
      </p:sp>
    </p:spTree>
    <p:extLst>
      <p:ext uri="{BB962C8B-B14F-4D97-AF65-F5344CB8AC3E}">
        <p14:creationId xmlns:p14="http://schemas.microsoft.com/office/powerpoint/2010/main" val="184780788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re et textes 3 colonnes">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a:xfrm>
            <a:off x="359999" y="900000"/>
            <a:ext cx="8424000" cy="720000"/>
          </a:xfrm>
        </p:spPr>
        <p:txBody>
          <a:bodyPr/>
          <a:lstStyle>
            <a:lvl1pPr>
              <a:defRPr/>
            </a:lvl1pPr>
          </a:lstStyle>
          <a:p>
            <a:r>
              <a:rPr lang="fr-FR"/>
              <a:t>Titre</a:t>
            </a:r>
          </a:p>
        </p:txBody>
      </p:sp>
      <p:sp>
        <p:nvSpPr>
          <p:cNvPr id="10" name="Espace réservé du texte 9"/>
          <p:cNvSpPr>
            <a:spLocks noGrp="1"/>
          </p:cNvSpPr>
          <p:nvPr>
            <p:ph type="body" sz="quarter" idx="13" hasCustomPrompt="1"/>
          </p:nvPr>
        </p:nvSpPr>
        <p:spPr bwMode="gray">
          <a:xfrm>
            <a:off x="3312000" y="180000"/>
            <a:ext cx="5472000" cy="360000"/>
          </a:xfrm>
        </p:spPr>
        <p:txBody>
          <a:bodyPr/>
          <a:lstStyle>
            <a:lvl1pPr marL="108000" indent="-108000" algn="r">
              <a:spcAft>
                <a:spcPts val="0"/>
              </a:spcAft>
              <a:buFont typeface="+mj-lt"/>
              <a:buAutoNum type="arabicPeriod"/>
              <a:defRPr sz="750" b="1"/>
            </a:lvl1pPr>
            <a:lvl2pPr marL="108000" indent="-108000" algn="r">
              <a:spcBef>
                <a:spcPts val="0"/>
              </a:spcBef>
              <a:spcAft>
                <a:spcPts val="0"/>
              </a:spcAft>
              <a:buFont typeface="+mj-lt"/>
              <a:buAutoNum type="alphaLcPeriod"/>
              <a:defRPr sz="750"/>
            </a:lvl2pPr>
          </a:lstStyle>
          <a:p>
            <a:pPr lvl="0"/>
            <a:r>
              <a:rPr lang="fr-FR"/>
              <a:t>Titre</a:t>
            </a:r>
          </a:p>
          <a:p>
            <a:pPr lvl="1"/>
            <a:r>
              <a:rPr lang="fr-FR"/>
              <a:t>Sous-titre</a:t>
            </a:r>
          </a:p>
        </p:txBody>
      </p:sp>
      <p:sp>
        <p:nvSpPr>
          <p:cNvPr id="12" name="Espace réservé du texte 11"/>
          <p:cNvSpPr>
            <a:spLocks noGrp="1"/>
          </p:cNvSpPr>
          <p:nvPr>
            <p:ph type="body" sz="quarter" idx="14" hasCustomPrompt="1"/>
          </p:nvPr>
        </p:nvSpPr>
        <p:spPr bwMode="gray">
          <a:xfrm>
            <a:off x="359999" y="1836000"/>
            <a:ext cx="2520000" cy="2574000"/>
          </a:xfrm>
        </p:spPr>
        <p:txBody>
          <a:bodyPr/>
          <a:lstStyle>
            <a:lvl1pPr>
              <a:defRPr/>
            </a:lvl1pPr>
            <a:lvl2pPr>
              <a:defRPr/>
            </a:lvl2pPr>
            <a:lvl3pPr>
              <a:defRPr baseline="0"/>
            </a:lvl3pPr>
            <a:lvl4pPr>
              <a:defRPr/>
            </a:lvl4pPr>
            <a:lvl5pPr>
              <a:defRPr/>
            </a:lvl5pPr>
          </a:lstStyle>
          <a:p>
            <a:pPr lvl="0"/>
            <a:r>
              <a:rPr lang="fr-FR"/>
              <a:t>Texte de niveau 1</a:t>
            </a:r>
          </a:p>
          <a:p>
            <a:pPr lvl="1"/>
            <a:r>
              <a:rPr lang="fr-FR"/>
              <a:t>Texte de niveau 2</a:t>
            </a:r>
          </a:p>
          <a:p>
            <a:pPr lvl="2"/>
            <a:r>
              <a:rPr lang="fr-FR"/>
              <a:t>Texte de niveau 3</a:t>
            </a:r>
          </a:p>
          <a:p>
            <a:pPr lvl="3"/>
            <a:r>
              <a:rPr lang="fr-FR"/>
              <a:t>Texte de niveau 4</a:t>
            </a:r>
          </a:p>
          <a:p>
            <a:pPr lvl="4"/>
            <a:r>
              <a:rPr lang="fr-FR"/>
              <a:t>Texte de niveau 5</a:t>
            </a:r>
          </a:p>
        </p:txBody>
      </p:sp>
      <p:sp>
        <p:nvSpPr>
          <p:cNvPr id="13" name="Espace réservé du texte 11"/>
          <p:cNvSpPr>
            <a:spLocks noGrp="1"/>
          </p:cNvSpPr>
          <p:nvPr>
            <p:ph type="body" sz="quarter" idx="15" hasCustomPrompt="1"/>
          </p:nvPr>
        </p:nvSpPr>
        <p:spPr bwMode="gray">
          <a:xfrm>
            <a:off x="3312000" y="1836000"/>
            <a:ext cx="2520000" cy="2574000"/>
          </a:xfrm>
        </p:spPr>
        <p:txBody>
          <a:bodyPr/>
          <a:lstStyle>
            <a:lvl1pPr>
              <a:defRPr/>
            </a:lvl1pPr>
            <a:lvl2pPr>
              <a:defRPr/>
            </a:lvl2pPr>
            <a:lvl3pPr>
              <a:defRPr baseline="0"/>
            </a:lvl3pPr>
            <a:lvl4pPr>
              <a:defRPr/>
            </a:lvl4pPr>
            <a:lvl5pPr>
              <a:defRPr/>
            </a:lvl5pPr>
          </a:lstStyle>
          <a:p>
            <a:pPr lvl="0"/>
            <a:r>
              <a:rPr lang="fr-FR"/>
              <a:t>Texte de niveau 1</a:t>
            </a:r>
          </a:p>
          <a:p>
            <a:pPr lvl="1"/>
            <a:r>
              <a:rPr lang="fr-FR"/>
              <a:t>Texte de niveau 2</a:t>
            </a:r>
          </a:p>
          <a:p>
            <a:pPr lvl="2"/>
            <a:r>
              <a:rPr lang="fr-FR"/>
              <a:t>Texte de niveau 3</a:t>
            </a:r>
          </a:p>
          <a:p>
            <a:pPr lvl="3"/>
            <a:r>
              <a:rPr lang="fr-FR"/>
              <a:t>Texte de niveau 4</a:t>
            </a:r>
          </a:p>
          <a:p>
            <a:pPr lvl="4"/>
            <a:r>
              <a:rPr lang="fr-FR"/>
              <a:t>Texte de niveau 5</a:t>
            </a:r>
          </a:p>
        </p:txBody>
      </p:sp>
      <p:sp>
        <p:nvSpPr>
          <p:cNvPr id="14" name="Espace réservé du texte 11"/>
          <p:cNvSpPr>
            <a:spLocks noGrp="1"/>
          </p:cNvSpPr>
          <p:nvPr>
            <p:ph type="body" sz="quarter" idx="16" hasCustomPrompt="1"/>
          </p:nvPr>
        </p:nvSpPr>
        <p:spPr bwMode="gray">
          <a:xfrm>
            <a:off x="6264000" y="1836000"/>
            <a:ext cx="2520000" cy="2574000"/>
          </a:xfrm>
        </p:spPr>
        <p:txBody>
          <a:bodyPr/>
          <a:lstStyle>
            <a:lvl1pPr>
              <a:defRPr/>
            </a:lvl1pPr>
            <a:lvl2pPr>
              <a:defRPr/>
            </a:lvl2pPr>
            <a:lvl3pPr>
              <a:defRPr baseline="0"/>
            </a:lvl3pPr>
            <a:lvl4pPr>
              <a:defRPr/>
            </a:lvl4pPr>
            <a:lvl5pPr>
              <a:defRPr/>
            </a:lvl5pPr>
          </a:lstStyle>
          <a:p>
            <a:pPr lvl="0"/>
            <a:r>
              <a:rPr lang="fr-FR"/>
              <a:t>Texte de niveau 1</a:t>
            </a:r>
          </a:p>
          <a:p>
            <a:pPr lvl="1"/>
            <a:r>
              <a:rPr lang="fr-FR"/>
              <a:t>Texte de niveau 2</a:t>
            </a:r>
          </a:p>
          <a:p>
            <a:pPr lvl="2"/>
            <a:r>
              <a:rPr lang="fr-FR"/>
              <a:t>Texte de niveau 3</a:t>
            </a:r>
          </a:p>
          <a:p>
            <a:pPr lvl="3"/>
            <a:r>
              <a:rPr lang="fr-FR"/>
              <a:t>Texte de niveau 4</a:t>
            </a:r>
          </a:p>
          <a:p>
            <a:pPr lvl="4"/>
            <a:r>
              <a:rPr lang="fr-FR"/>
              <a:t>Texte de niveau 5</a:t>
            </a:r>
          </a:p>
        </p:txBody>
      </p:sp>
      <p:sp>
        <p:nvSpPr>
          <p:cNvPr id="11" name="Espace réservé de la date 1">
            <a:extLst>
              <a:ext uri="{FF2B5EF4-FFF2-40B4-BE49-F238E27FC236}">
                <a16:creationId xmlns:a16="http://schemas.microsoft.com/office/drawing/2014/main" id="{9F5F8F36-9414-6946-BDAE-0A76E569CDF2}"/>
              </a:ext>
            </a:extLst>
          </p:cNvPr>
          <p:cNvSpPr>
            <a:spLocks noGrp="1"/>
          </p:cNvSpPr>
          <p:nvPr>
            <p:ph type="dt" sz="half" idx="10"/>
          </p:nvPr>
        </p:nvSpPr>
        <p:spPr bwMode="gray">
          <a:xfrm>
            <a:off x="6426336" y="4783500"/>
            <a:ext cx="1170000" cy="360000"/>
          </a:xfrm>
          <a:prstGeom prst="rect">
            <a:avLst/>
          </a:prstGeom>
        </p:spPr>
        <p:txBody>
          <a:bodyPr/>
          <a:lstStyle/>
          <a:p>
            <a:pPr algn="r"/>
            <a:fld id="{EFA0773D-3F28-40F9-B9EA-54498D76AC91}" type="datetime1">
              <a:rPr lang="fr-FR" cap="all" smtClean="0">
                <a:solidFill>
                  <a:srgbClr val="000000"/>
                </a:solidFill>
              </a:rPr>
              <a:pPr algn="r"/>
              <a:t>07/01/2025</a:t>
            </a:fld>
            <a:endParaRPr lang="fr-FR" cap="all">
              <a:solidFill>
                <a:srgbClr val="000000"/>
              </a:solidFill>
            </a:endParaRPr>
          </a:p>
        </p:txBody>
      </p:sp>
      <p:sp>
        <p:nvSpPr>
          <p:cNvPr id="15" name="Espace réservé du numéro de diapositive 7">
            <a:extLst>
              <a:ext uri="{FF2B5EF4-FFF2-40B4-BE49-F238E27FC236}">
                <a16:creationId xmlns:a16="http://schemas.microsoft.com/office/drawing/2014/main" id="{39B13F4C-6D78-BF47-94DF-EE7823417253}"/>
              </a:ext>
            </a:extLst>
          </p:cNvPr>
          <p:cNvSpPr>
            <a:spLocks noGrp="1"/>
          </p:cNvSpPr>
          <p:nvPr>
            <p:ph type="sldNum" sz="quarter" idx="12"/>
          </p:nvPr>
        </p:nvSpPr>
        <p:spPr bwMode="gray">
          <a:xfrm>
            <a:off x="7596336" y="4783500"/>
            <a:ext cx="1170000" cy="360000"/>
          </a:xfrm>
          <a:prstGeom prst="rect">
            <a:avLst/>
          </a:prstGeom>
        </p:spPr>
        <p:txBody>
          <a:bodyPr/>
          <a:lstStyle>
            <a:lvl1pPr algn="r">
              <a:defRPr sz="1600">
                <a:solidFill>
                  <a:srgbClr val="FF0000"/>
                </a:solidFill>
              </a:defRPr>
            </a:lvl1pPr>
          </a:lstStyle>
          <a:p>
            <a:fld id="{733122C9-A0B9-462F-8757-0847AD287B63}" type="slidenum">
              <a:rPr lang="fr-FR" smtClean="0"/>
              <a:pPr/>
              <a:t>‹N°›</a:t>
            </a:fld>
            <a:endParaRPr lang="fr-FR"/>
          </a:p>
        </p:txBody>
      </p:sp>
    </p:spTree>
    <p:extLst>
      <p:ext uri="{BB962C8B-B14F-4D97-AF65-F5344CB8AC3E}">
        <p14:creationId xmlns:p14="http://schemas.microsoft.com/office/powerpoint/2010/main" val="7910582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uverture">
    <p:spTree>
      <p:nvGrpSpPr>
        <p:cNvPr id="1" name=""/>
        <p:cNvGrpSpPr/>
        <p:nvPr/>
      </p:nvGrpSpPr>
      <p:grpSpPr>
        <a:xfrm>
          <a:off x="0" y="0"/>
          <a:ext cx="0" cy="0"/>
          <a:chOff x="0" y="0"/>
          <a:chExt cx="0" cy="0"/>
        </a:xfrm>
      </p:grpSpPr>
      <p:sp>
        <p:nvSpPr>
          <p:cNvPr id="4" name="Espace réservé de la date 3"/>
          <p:cNvSpPr>
            <a:spLocks noGrp="1"/>
          </p:cNvSpPr>
          <p:nvPr>
            <p:ph type="dt" sz="half" idx="10"/>
          </p:nvPr>
        </p:nvSpPr>
        <p:spPr bwMode="gray">
          <a:xfrm>
            <a:off x="0" y="4963500"/>
            <a:ext cx="180000" cy="180000"/>
          </a:xfrm>
          <a:prstGeom prst="rect">
            <a:avLst/>
          </a:prstGeom>
          <a:ln>
            <a:solidFill>
              <a:schemeClr val="tx1">
                <a:alpha val="0"/>
              </a:schemeClr>
            </a:solidFill>
          </a:ln>
        </p:spPr>
        <p:txBody>
          <a:bodyPr/>
          <a:lstStyle>
            <a:lvl1pPr>
              <a:defRPr sz="100">
                <a:solidFill>
                  <a:schemeClr val="tx1">
                    <a:alpha val="0"/>
                  </a:schemeClr>
                </a:solidFill>
              </a:defRPr>
            </a:lvl1pPr>
          </a:lstStyle>
          <a:p>
            <a:fld id="{CD35FC20-8278-49B4-BAA7-5618786AC5BB}" type="datetime1">
              <a:rPr lang="fr-FR" smtClean="0"/>
              <a:pPr/>
              <a:t>07/01/2025</a:t>
            </a:fld>
            <a:endParaRPr lang="fr-FR" dirty="0"/>
          </a:p>
        </p:txBody>
      </p:sp>
      <p:sp>
        <p:nvSpPr>
          <p:cNvPr id="5" name="Espace réservé du pied de page 4"/>
          <p:cNvSpPr>
            <a:spLocks noGrp="1"/>
          </p:cNvSpPr>
          <p:nvPr>
            <p:ph type="ftr" sz="quarter" idx="11"/>
          </p:nvPr>
        </p:nvSpPr>
        <p:spPr bwMode="gray">
          <a:xfrm>
            <a:off x="720000" y="3919897"/>
            <a:ext cx="3240000" cy="900000"/>
          </a:xfrm>
          <a:prstGeom prst="rect">
            <a:avLst/>
          </a:prstGeom>
        </p:spPr>
        <p:txBody>
          <a:bodyPr anchor="b" anchorCtr="0"/>
          <a:lstStyle>
            <a:lvl1pPr>
              <a:defRPr sz="1150"/>
            </a:lvl1pPr>
          </a:lstStyle>
          <a:p>
            <a:r>
              <a:rPr lang="fr-FR" dirty="0"/>
              <a:t>Intitulé de la direction/service interministérielle</a:t>
            </a:r>
          </a:p>
        </p:txBody>
      </p:sp>
      <p:sp>
        <p:nvSpPr>
          <p:cNvPr id="6" name="Espace réservé du numéro de diapositive 5"/>
          <p:cNvSpPr>
            <a:spLocks noGrp="1"/>
          </p:cNvSpPr>
          <p:nvPr>
            <p:ph type="sldNum" sz="quarter" idx="12"/>
          </p:nvPr>
        </p:nvSpPr>
        <p:spPr bwMode="gray">
          <a:xfrm>
            <a:off x="0" y="4963500"/>
            <a:ext cx="180000" cy="180000"/>
          </a:xfrm>
          <a:prstGeom prst="rect">
            <a:avLst/>
          </a:prstGeom>
          <a:ln>
            <a:solidFill>
              <a:schemeClr val="tx1">
                <a:alpha val="0"/>
              </a:schemeClr>
            </a:solidFill>
          </a:ln>
        </p:spPr>
        <p:txBody>
          <a:bodyPr/>
          <a:lstStyle>
            <a:lvl1pPr>
              <a:defRPr sz="100">
                <a:solidFill>
                  <a:schemeClr val="tx1">
                    <a:alpha val="0"/>
                  </a:schemeClr>
                </a:solidFill>
              </a:defRPr>
            </a:lvl1pPr>
          </a:lstStyle>
          <a:p>
            <a:fld id="{10C140CD-8AED-46FF-A9A2-77308F3F39AE}" type="slidenum">
              <a:rPr lang="fr-FR" smtClean="0"/>
              <a:pPr/>
              <a:t>‹N°›</a:t>
            </a:fld>
            <a:endParaRPr lang="fr-FR" dirty="0"/>
          </a:p>
        </p:txBody>
      </p:sp>
      <p:sp>
        <p:nvSpPr>
          <p:cNvPr id="7" name="Titre 6"/>
          <p:cNvSpPr>
            <a:spLocks noGrp="1"/>
          </p:cNvSpPr>
          <p:nvPr>
            <p:ph type="title" hasCustomPrompt="1"/>
          </p:nvPr>
        </p:nvSpPr>
        <p:spPr bwMode="gray">
          <a:xfrm>
            <a:off x="0" y="0"/>
            <a:ext cx="180000" cy="180000"/>
          </a:xfrm>
          <a:ln>
            <a:solidFill>
              <a:schemeClr val="tx1">
                <a:alpha val="0"/>
              </a:schemeClr>
            </a:solidFill>
          </a:ln>
        </p:spPr>
        <p:txBody>
          <a:bodyPr/>
          <a:lstStyle>
            <a:lvl1pPr>
              <a:defRPr sz="100">
                <a:solidFill>
                  <a:schemeClr val="tx1">
                    <a:alpha val="0"/>
                  </a:schemeClr>
                </a:solidFill>
              </a:defRPr>
            </a:lvl1pPr>
          </a:lstStyle>
          <a:p>
            <a:r>
              <a:rPr lang="fr-FR" dirty="0"/>
              <a:t>Titre</a:t>
            </a: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191011694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re et sous-titre">
    <p:spTree>
      <p:nvGrpSpPr>
        <p:cNvPr id="1" name=""/>
        <p:cNvGrpSpPr/>
        <p:nvPr/>
      </p:nvGrpSpPr>
      <p:grpSpPr>
        <a:xfrm>
          <a:off x="0" y="0"/>
          <a:ext cx="0" cy="0"/>
          <a:chOff x="0" y="0"/>
          <a:chExt cx="0" cy="0"/>
        </a:xfrm>
      </p:grpSpPr>
      <p:sp>
        <p:nvSpPr>
          <p:cNvPr id="7" name="Titre 6"/>
          <p:cNvSpPr>
            <a:spLocks noGrp="1"/>
          </p:cNvSpPr>
          <p:nvPr>
            <p:ph type="title" hasCustomPrompt="1"/>
          </p:nvPr>
        </p:nvSpPr>
        <p:spPr bwMode="gray">
          <a:xfrm>
            <a:off x="0" y="0"/>
            <a:ext cx="180000" cy="180000"/>
          </a:xfrm>
          <a:ln>
            <a:solidFill>
              <a:schemeClr val="tx1">
                <a:alpha val="0"/>
              </a:schemeClr>
            </a:solidFill>
          </a:ln>
        </p:spPr>
        <p:txBody>
          <a:bodyPr/>
          <a:lstStyle>
            <a:lvl1pPr>
              <a:defRPr sz="100">
                <a:solidFill>
                  <a:schemeClr val="tx1">
                    <a:alpha val="0"/>
                  </a:schemeClr>
                </a:solidFill>
              </a:defRPr>
            </a:lvl1pPr>
          </a:lstStyle>
          <a:p>
            <a:r>
              <a:rPr lang="fr-FR" dirty="0"/>
              <a:t>Titre</a:t>
            </a:r>
          </a:p>
        </p:txBody>
      </p:sp>
      <p:sp>
        <p:nvSpPr>
          <p:cNvPr id="2" name="Espace réservé de la date 1"/>
          <p:cNvSpPr>
            <a:spLocks noGrp="1"/>
          </p:cNvSpPr>
          <p:nvPr>
            <p:ph type="dt" sz="half" idx="10"/>
          </p:nvPr>
        </p:nvSpPr>
        <p:spPr bwMode="gray">
          <a:xfrm>
            <a:off x="6426336" y="4783500"/>
            <a:ext cx="1170000" cy="360000"/>
          </a:xfrm>
          <a:prstGeom prst="rect">
            <a:avLst/>
          </a:prstGeom>
        </p:spPr>
        <p:txBody>
          <a:bodyPr/>
          <a:lstStyle>
            <a:lvl1pPr>
              <a:defRPr/>
            </a:lvl1pPr>
          </a:lstStyle>
          <a:p>
            <a:pPr algn="r"/>
            <a:fld id="{4840C8CD-47A6-46D1-834E-8B717424291A}" type="datetime1">
              <a:rPr lang="fr-FR" cap="all" smtClean="0"/>
              <a:pPr algn="r"/>
              <a:t>07/01/2025</a:t>
            </a:fld>
            <a:endParaRPr lang="fr-FR" cap="all" dirty="0"/>
          </a:p>
        </p:txBody>
      </p:sp>
      <p:sp>
        <p:nvSpPr>
          <p:cNvPr id="8" name="Espace réservé du numéro de diapositive 7"/>
          <p:cNvSpPr>
            <a:spLocks noGrp="1"/>
          </p:cNvSpPr>
          <p:nvPr>
            <p:ph type="sldNum" sz="quarter" idx="12"/>
          </p:nvPr>
        </p:nvSpPr>
        <p:spPr bwMode="gray">
          <a:xfrm>
            <a:off x="7596336" y="4783500"/>
            <a:ext cx="1080120" cy="360000"/>
          </a:xfrm>
          <a:prstGeom prst="rect">
            <a:avLst/>
          </a:prstGeom>
        </p:spPr>
        <p:txBody>
          <a:bodyPr/>
          <a:lstStyle>
            <a:lvl1pPr algn="r">
              <a:defRPr sz="1400">
                <a:solidFill>
                  <a:srgbClr val="FF0000"/>
                </a:solidFill>
              </a:defRPr>
            </a:lvl1pPr>
          </a:lstStyle>
          <a:p>
            <a:fld id="{733122C9-A0B9-462F-8757-0847AD287B63}" type="slidenum">
              <a:rPr lang="fr-FR" smtClean="0"/>
              <a:pPr/>
              <a:t>‹N°›</a:t>
            </a:fld>
            <a:endParaRPr lang="fr-FR" dirty="0"/>
          </a:p>
        </p:txBody>
      </p:sp>
      <p:sp>
        <p:nvSpPr>
          <p:cNvPr id="11" name="Espace réservé du texte 10"/>
          <p:cNvSpPr>
            <a:spLocks noGrp="1"/>
          </p:cNvSpPr>
          <p:nvPr>
            <p:ph type="body" sz="quarter" idx="13" hasCustomPrompt="1"/>
          </p:nvPr>
        </p:nvSpPr>
        <p:spPr bwMode="gray">
          <a:xfrm>
            <a:off x="467544" y="2346046"/>
            <a:ext cx="8208912" cy="2077200"/>
          </a:xfrm>
        </p:spPr>
        <p:txBody>
          <a:bodyPr/>
          <a:lstStyle>
            <a:lvl1pPr>
              <a:lnSpc>
                <a:spcPct val="90000"/>
              </a:lnSpc>
              <a:spcAft>
                <a:spcPts val="0"/>
              </a:spcAft>
              <a:defRPr sz="3200" b="1" cap="none" baseline="0">
                <a:solidFill>
                  <a:schemeClr val="tx1"/>
                </a:solidFill>
              </a:defRPr>
            </a:lvl1pPr>
            <a:lvl2pPr marL="0" indent="0">
              <a:spcBef>
                <a:spcPts val="500"/>
              </a:spcBef>
              <a:spcAft>
                <a:spcPts val="0"/>
              </a:spcAft>
              <a:buNone/>
              <a:defRPr sz="1800"/>
            </a:lvl2pPr>
          </a:lstStyle>
          <a:p>
            <a:pPr lvl="0"/>
            <a:r>
              <a:rPr lang="fr-FR" dirty="0"/>
              <a:t>Titre</a:t>
            </a:r>
          </a:p>
          <a:p>
            <a:pPr lvl="1"/>
            <a:r>
              <a:rPr lang="fr-FR" dirty="0"/>
              <a:t>Sous-titre</a:t>
            </a:r>
          </a:p>
        </p:txBody>
      </p:sp>
    </p:spTree>
    <p:extLst>
      <p:ext uri="{BB962C8B-B14F-4D97-AF65-F5344CB8AC3E}">
        <p14:creationId xmlns:p14="http://schemas.microsoft.com/office/powerpoint/2010/main" val="86038090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ommaire">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a:xfrm>
            <a:off x="467543" y="900000"/>
            <a:ext cx="8208913" cy="720000"/>
          </a:xfrm>
        </p:spPr>
        <p:txBody>
          <a:bodyPr/>
          <a:lstStyle>
            <a:lvl1pPr>
              <a:defRPr sz="2500">
                <a:solidFill>
                  <a:schemeClr val="tx1"/>
                </a:solidFill>
              </a:defRPr>
            </a:lvl1pPr>
          </a:lstStyle>
          <a:p>
            <a:r>
              <a:rPr lang="fr-FR" dirty="0"/>
              <a:t>Titre</a:t>
            </a:r>
          </a:p>
        </p:txBody>
      </p:sp>
      <p:sp>
        <p:nvSpPr>
          <p:cNvPr id="8" name="Espace réservé du texte 7"/>
          <p:cNvSpPr>
            <a:spLocks noGrp="1"/>
          </p:cNvSpPr>
          <p:nvPr>
            <p:ph type="body" sz="quarter" idx="13" hasCustomPrompt="1"/>
          </p:nvPr>
        </p:nvSpPr>
        <p:spPr bwMode="gray">
          <a:xfrm>
            <a:off x="467543" y="1891968"/>
            <a:ext cx="2520000" cy="2530800"/>
          </a:xfrm>
        </p:spPr>
        <p:txBody>
          <a:bodyPr/>
          <a:lstStyle>
            <a:lvl1pPr marL="144000" indent="-144000">
              <a:spcBef>
                <a:spcPts val="400"/>
              </a:spcBef>
              <a:spcAft>
                <a:spcPts val="800"/>
              </a:spcAft>
              <a:buFont typeface="+mj-lt"/>
              <a:buAutoNum type="arabicPeriod"/>
              <a:defRPr b="1">
                <a:solidFill>
                  <a:schemeClr val="tx1"/>
                </a:solidFill>
              </a:defRPr>
            </a:lvl1pPr>
            <a:lvl2pPr marL="324000" indent="-144000">
              <a:spcBef>
                <a:spcPts val="600"/>
              </a:spcBef>
              <a:spcAft>
                <a:spcPts val="800"/>
              </a:spcAft>
              <a:buFont typeface="+mj-lt"/>
              <a:buAutoNum type="alphaLcPeriod"/>
              <a:defRPr>
                <a:solidFill>
                  <a:srgbClr val="EC130E"/>
                </a:solidFill>
              </a:defRPr>
            </a:lvl2pPr>
          </a:lstStyle>
          <a:p>
            <a:pPr lvl="0"/>
            <a:r>
              <a:rPr lang="fr-FR" dirty="0"/>
              <a:t>Titre de la partie</a:t>
            </a:r>
          </a:p>
          <a:p>
            <a:pPr lvl="1"/>
            <a:r>
              <a:rPr lang="fr-FR" dirty="0"/>
              <a:t>Deuxième niveau</a:t>
            </a:r>
          </a:p>
        </p:txBody>
      </p:sp>
      <p:sp>
        <p:nvSpPr>
          <p:cNvPr id="9" name="Espace réservé du texte 7"/>
          <p:cNvSpPr>
            <a:spLocks noGrp="1"/>
          </p:cNvSpPr>
          <p:nvPr>
            <p:ph type="body" sz="quarter" idx="14" hasCustomPrompt="1"/>
          </p:nvPr>
        </p:nvSpPr>
        <p:spPr bwMode="gray">
          <a:xfrm>
            <a:off x="3312000" y="1893600"/>
            <a:ext cx="2520000" cy="2530800"/>
          </a:xfrm>
        </p:spPr>
        <p:txBody>
          <a:bodyPr/>
          <a:lstStyle>
            <a:lvl1pPr marL="144000" indent="-144000">
              <a:spcBef>
                <a:spcPts val="400"/>
              </a:spcBef>
              <a:spcAft>
                <a:spcPts val="800"/>
              </a:spcAft>
              <a:buFont typeface="+mj-lt"/>
              <a:buAutoNum type="arabicPeriod"/>
              <a:defRPr b="1">
                <a:solidFill>
                  <a:schemeClr val="tx1"/>
                </a:solidFill>
              </a:defRPr>
            </a:lvl1pPr>
            <a:lvl2pPr marL="324000" indent="-144000">
              <a:spcBef>
                <a:spcPts val="600"/>
              </a:spcBef>
              <a:spcAft>
                <a:spcPts val="800"/>
              </a:spcAft>
              <a:buFont typeface="+mj-lt"/>
              <a:buAutoNum type="alphaLcPeriod"/>
              <a:defRPr>
                <a:solidFill>
                  <a:srgbClr val="EC130E"/>
                </a:solidFill>
              </a:defRPr>
            </a:lvl2pPr>
          </a:lstStyle>
          <a:p>
            <a:pPr lvl="0"/>
            <a:r>
              <a:rPr lang="fr-FR" dirty="0"/>
              <a:t>Titre de la partie</a:t>
            </a:r>
          </a:p>
          <a:p>
            <a:pPr lvl="1"/>
            <a:r>
              <a:rPr lang="fr-FR" dirty="0"/>
              <a:t>Deuxième niveau</a:t>
            </a:r>
          </a:p>
        </p:txBody>
      </p:sp>
      <p:sp>
        <p:nvSpPr>
          <p:cNvPr id="10" name="Espace réservé du texte 7"/>
          <p:cNvSpPr>
            <a:spLocks noGrp="1"/>
          </p:cNvSpPr>
          <p:nvPr>
            <p:ph type="body" sz="quarter" idx="15" hasCustomPrompt="1"/>
          </p:nvPr>
        </p:nvSpPr>
        <p:spPr bwMode="gray">
          <a:xfrm>
            <a:off x="6156456" y="1893600"/>
            <a:ext cx="2520000" cy="2530800"/>
          </a:xfrm>
        </p:spPr>
        <p:txBody>
          <a:bodyPr/>
          <a:lstStyle>
            <a:lvl1pPr marL="144000" indent="-144000">
              <a:spcBef>
                <a:spcPts val="400"/>
              </a:spcBef>
              <a:spcAft>
                <a:spcPts val="800"/>
              </a:spcAft>
              <a:buFont typeface="+mj-lt"/>
              <a:buAutoNum type="arabicPeriod"/>
              <a:defRPr b="1">
                <a:solidFill>
                  <a:schemeClr val="tx1"/>
                </a:solidFill>
              </a:defRPr>
            </a:lvl1pPr>
            <a:lvl2pPr marL="324000" indent="-144000">
              <a:spcBef>
                <a:spcPts val="600"/>
              </a:spcBef>
              <a:spcAft>
                <a:spcPts val="800"/>
              </a:spcAft>
              <a:buFont typeface="+mj-lt"/>
              <a:buAutoNum type="alphaLcPeriod"/>
              <a:defRPr>
                <a:solidFill>
                  <a:srgbClr val="EC130E"/>
                </a:solidFill>
              </a:defRPr>
            </a:lvl2pPr>
          </a:lstStyle>
          <a:p>
            <a:pPr lvl="0"/>
            <a:r>
              <a:rPr lang="fr-FR" dirty="0"/>
              <a:t>Titre de la partie</a:t>
            </a:r>
          </a:p>
          <a:p>
            <a:pPr lvl="1"/>
            <a:r>
              <a:rPr lang="fr-FR" dirty="0"/>
              <a:t>Deuxième niveau</a:t>
            </a:r>
          </a:p>
        </p:txBody>
      </p:sp>
      <p:sp>
        <p:nvSpPr>
          <p:cNvPr id="11" name="Espace réservé de la date 1">
            <a:extLst>
              <a:ext uri="{FF2B5EF4-FFF2-40B4-BE49-F238E27FC236}">
                <a16:creationId xmlns:a16="http://schemas.microsoft.com/office/drawing/2014/main" id="{FB55AB75-56F3-004E-8A4E-57EB4CAB795F}"/>
              </a:ext>
            </a:extLst>
          </p:cNvPr>
          <p:cNvSpPr>
            <a:spLocks noGrp="1"/>
          </p:cNvSpPr>
          <p:nvPr>
            <p:ph type="dt" sz="half" idx="10"/>
          </p:nvPr>
        </p:nvSpPr>
        <p:spPr bwMode="gray">
          <a:xfrm>
            <a:off x="6426336" y="4783500"/>
            <a:ext cx="1170000" cy="360000"/>
          </a:xfrm>
          <a:prstGeom prst="rect">
            <a:avLst/>
          </a:prstGeom>
        </p:spPr>
        <p:txBody>
          <a:bodyPr/>
          <a:lstStyle/>
          <a:p>
            <a:pPr algn="r"/>
            <a:fld id="{48A1FCF9-6FFD-4635-A651-75F724D18F81}" type="datetime1">
              <a:rPr lang="fr-FR" cap="all" smtClean="0"/>
              <a:pPr algn="r"/>
              <a:t>07/01/2025</a:t>
            </a:fld>
            <a:endParaRPr lang="fr-FR" cap="all" dirty="0"/>
          </a:p>
        </p:txBody>
      </p:sp>
      <p:sp>
        <p:nvSpPr>
          <p:cNvPr id="12" name="Espace réservé du numéro de diapositive 7">
            <a:extLst>
              <a:ext uri="{FF2B5EF4-FFF2-40B4-BE49-F238E27FC236}">
                <a16:creationId xmlns:a16="http://schemas.microsoft.com/office/drawing/2014/main" id="{4527032A-C74F-2941-8AD5-E7F64BD5B044}"/>
              </a:ext>
            </a:extLst>
          </p:cNvPr>
          <p:cNvSpPr>
            <a:spLocks noGrp="1"/>
          </p:cNvSpPr>
          <p:nvPr>
            <p:ph type="sldNum" sz="quarter" idx="12"/>
          </p:nvPr>
        </p:nvSpPr>
        <p:spPr bwMode="gray">
          <a:xfrm>
            <a:off x="7596336" y="4783500"/>
            <a:ext cx="1080120" cy="360000"/>
          </a:xfrm>
          <a:prstGeom prst="rect">
            <a:avLst/>
          </a:prstGeom>
        </p:spPr>
        <p:txBody>
          <a:bodyPr/>
          <a:lstStyle>
            <a:lvl1pPr algn="r">
              <a:defRPr sz="1400">
                <a:solidFill>
                  <a:srgbClr val="FF0000"/>
                </a:solidFill>
              </a:defRPr>
            </a:lvl1pPr>
          </a:lstStyle>
          <a:p>
            <a:fld id="{733122C9-A0B9-462F-8757-0847AD287B63}" type="slidenum">
              <a:rPr lang="fr-FR" smtClean="0"/>
              <a:pPr/>
              <a:t>‹N°›</a:t>
            </a:fld>
            <a:endParaRPr lang="fr-FR" dirty="0"/>
          </a:p>
        </p:txBody>
      </p:sp>
    </p:spTree>
    <p:extLst>
      <p:ext uri="{BB962C8B-B14F-4D97-AF65-F5344CB8AC3E}">
        <p14:creationId xmlns:p14="http://schemas.microsoft.com/office/powerpoint/2010/main" val="210975130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hapitre">
    <p:spTree>
      <p:nvGrpSpPr>
        <p:cNvPr id="1" name=""/>
        <p:cNvGrpSpPr/>
        <p:nvPr/>
      </p:nvGrpSpPr>
      <p:grpSpPr>
        <a:xfrm>
          <a:off x="0" y="0"/>
          <a:ext cx="0" cy="0"/>
          <a:chOff x="0" y="0"/>
          <a:chExt cx="0" cy="0"/>
        </a:xfrm>
      </p:grpSpPr>
      <p:sp>
        <p:nvSpPr>
          <p:cNvPr id="7" name="Espace réservé de la date 1">
            <a:extLst>
              <a:ext uri="{FF2B5EF4-FFF2-40B4-BE49-F238E27FC236}">
                <a16:creationId xmlns:a16="http://schemas.microsoft.com/office/drawing/2014/main" id="{9748505C-3D2A-D74D-9CDB-23720A2BFF18}"/>
              </a:ext>
            </a:extLst>
          </p:cNvPr>
          <p:cNvSpPr>
            <a:spLocks noGrp="1"/>
          </p:cNvSpPr>
          <p:nvPr>
            <p:ph type="dt" sz="half" idx="10"/>
          </p:nvPr>
        </p:nvSpPr>
        <p:spPr bwMode="gray">
          <a:xfrm>
            <a:off x="6419323" y="4783500"/>
            <a:ext cx="1170000" cy="360000"/>
          </a:xfrm>
          <a:prstGeom prst="rect">
            <a:avLst/>
          </a:prstGeom>
        </p:spPr>
        <p:txBody>
          <a:bodyPr/>
          <a:lstStyle/>
          <a:p>
            <a:pPr algn="r"/>
            <a:fld id="{80708A47-EF35-45C3-8BF0-5C29E8226EDF}" type="datetime1">
              <a:rPr lang="fr-FR" cap="all" smtClean="0"/>
              <a:pPr algn="r"/>
              <a:t>07/01/2025</a:t>
            </a:fld>
            <a:endParaRPr lang="fr-FR" cap="all" dirty="0"/>
          </a:p>
        </p:txBody>
      </p:sp>
      <p:sp>
        <p:nvSpPr>
          <p:cNvPr id="3" name="Espace réservé pour une image  7">
            <a:extLst>
              <a:ext uri="{FF2B5EF4-FFF2-40B4-BE49-F238E27FC236}">
                <a16:creationId xmlns:a16="http://schemas.microsoft.com/office/drawing/2014/main" id="{55E8919A-91DF-308C-6983-D0C2960095CE}"/>
              </a:ext>
            </a:extLst>
          </p:cNvPr>
          <p:cNvSpPr>
            <a:spLocks noGrp="1"/>
          </p:cNvSpPr>
          <p:nvPr>
            <p:ph type="pic" sz="quarter" idx="13" hasCustomPrompt="1"/>
          </p:nvPr>
        </p:nvSpPr>
        <p:spPr bwMode="gray">
          <a:xfrm>
            <a:off x="467544" y="915566"/>
            <a:ext cx="8208912" cy="3672408"/>
          </a:xfrm>
          <a:solidFill>
            <a:schemeClr val="bg1">
              <a:lumMod val="85000"/>
            </a:schemeClr>
          </a:solidFill>
        </p:spPr>
        <p:txBody>
          <a:bodyPr tIns="1080000" anchor="ctr" anchorCtr="0"/>
          <a:lstStyle>
            <a:lvl1pPr algn="ctr">
              <a:defRPr cap="all" baseline="0"/>
            </a:lvl1pPr>
          </a:lstStyle>
          <a:p>
            <a:r>
              <a:rPr lang="fr-FR" dirty="0"/>
              <a:t>Sélectionner l’icône pour insérer une image, </a:t>
            </a:r>
            <a:br>
              <a:rPr lang="fr-FR" dirty="0"/>
            </a:br>
            <a:r>
              <a:rPr lang="fr-FR" dirty="0"/>
              <a:t>puis disposer l’image en arrière plan </a:t>
            </a:r>
            <a:br>
              <a:rPr lang="fr-FR" dirty="0"/>
            </a:br>
            <a:r>
              <a:rPr lang="fr-FR" dirty="0"/>
              <a:t>(Sélectionner l’image avec le bouton droit de la souris / </a:t>
            </a:r>
            <a:br>
              <a:rPr lang="fr-FR" dirty="0"/>
            </a:br>
            <a:r>
              <a:rPr lang="fr-FR" dirty="0"/>
              <a:t>Mettre à l’arrière plan)</a:t>
            </a:r>
          </a:p>
        </p:txBody>
      </p:sp>
      <p:sp>
        <p:nvSpPr>
          <p:cNvPr id="4" name="Titre 1">
            <a:extLst>
              <a:ext uri="{FF2B5EF4-FFF2-40B4-BE49-F238E27FC236}">
                <a16:creationId xmlns:a16="http://schemas.microsoft.com/office/drawing/2014/main" id="{A3279743-2313-328C-9CAD-4BCAC0AD9A4A}"/>
              </a:ext>
            </a:extLst>
          </p:cNvPr>
          <p:cNvSpPr>
            <a:spLocks noGrp="1"/>
          </p:cNvSpPr>
          <p:nvPr>
            <p:ph type="title" hasCustomPrompt="1"/>
          </p:nvPr>
        </p:nvSpPr>
        <p:spPr bwMode="gray">
          <a:xfrm>
            <a:off x="827585" y="915566"/>
            <a:ext cx="7560840" cy="3672408"/>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noFill/>
          </a:ln>
        </p:spPr>
        <p:txBody>
          <a:bodyPr lIns="0" bIns="360000" anchor="ctr" anchorCtr="0"/>
          <a:lstStyle>
            <a:lvl1pPr marL="396000" indent="-396000">
              <a:buFont typeface="+mj-lt"/>
              <a:buAutoNum type="arabicPeriod"/>
              <a:defRPr sz="3250">
                <a:solidFill>
                  <a:schemeClr val="tx1"/>
                </a:solidFill>
              </a:defRPr>
            </a:lvl1pPr>
          </a:lstStyle>
          <a:p>
            <a:r>
              <a:rPr lang="fr-FR" dirty="0"/>
              <a:t>Titre</a:t>
            </a:r>
          </a:p>
        </p:txBody>
      </p:sp>
      <p:sp>
        <p:nvSpPr>
          <p:cNvPr id="5" name="Espace réservé du numéro de diapositive 7">
            <a:extLst>
              <a:ext uri="{FF2B5EF4-FFF2-40B4-BE49-F238E27FC236}">
                <a16:creationId xmlns:a16="http://schemas.microsoft.com/office/drawing/2014/main" id="{E23B90F1-215F-7EF3-5D58-DC5482A30459}"/>
              </a:ext>
            </a:extLst>
          </p:cNvPr>
          <p:cNvSpPr>
            <a:spLocks noGrp="1"/>
          </p:cNvSpPr>
          <p:nvPr>
            <p:ph type="sldNum" sz="quarter" idx="12"/>
          </p:nvPr>
        </p:nvSpPr>
        <p:spPr bwMode="gray">
          <a:xfrm>
            <a:off x="7596336" y="4783500"/>
            <a:ext cx="1080120" cy="360000"/>
          </a:xfrm>
          <a:prstGeom prst="rect">
            <a:avLst/>
          </a:prstGeom>
        </p:spPr>
        <p:txBody>
          <a:bodyPr/>
          <a:lstStyle>
            <a:lvl1pPr algn="r">
              <a:defRPr sz="1400">
                <a:solidFill>
                  <a:srgbClr val="FF0000"/>
                </a:solidFill>
              </a:defRPr>
            </a:lvl1pPr>
          </a:lstStyle>
          <a:p>
            <a:fld id="{733122C9-A0B9-462F-8757-0847AD287B63}" type="slidenum">
              <a:rPr lang="fr-FR" smtClean="0"/>
              <a:pPr/>
              <a:t>‹N°›</a:t>
            </a:fld>
            <a:endParaRPr lang="fr-FR" dirty="0"/>
          </a:p>
        </p:txBody>
      </p:sp>
    </p:spTree>
    <p:extLst>
      <p:ext uri="{BB962C8B-B14F-4D97-AF65-F5344CB8AC3E}">
        <p14:creationId xmlns:p14="http://schemas.microsoft.com/office/powerpoint/2010/main" val="11431565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re et textes 3 colonnes">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a:xfrm>
            <a:off x="467543" y="900000"/>
            <a:ext cx="8208913" cy="720000"/>
          </a:xfrm>
        </p:spPr>
        <p:txBody>
          <a:bodyPr/>
          <a:lstStyle>
            <a:lvl1pPr>
              <a:defRPr>
                <a:solidFill>
                  <a:schemeClr val="tx1"/>
                </a:solidFill>
              </a:defRPr>
            </a:lvl1pPr>
          </a:lstStyle>
          <a:p>
            <a:r>
              <a:rPr lang="fr-FR" dirty="0"/>
              <a:t>Titre</a:t>
            </a:r>
          </a:p>
        </p:txBody>
      </p:sp>
      <p:sp>
        <p:nvSpPr>
          <p:cNvPr id="10" name="Espace réservé du texte 9"/>
          <p:cNvSpPr>
            <a:spLocks noGrp="1"/>
          </p:cNvSpPr>
          <p:nvPr>
            <p:ph type="body" sz="quarter" idx="13" hasCustomPrompt="1"/>
          </p:nvPr>
        </p:nvSpPr>
        <p:spPr bwMode="gray">
          <a:xfrm>
            <a:off x="3312000" y="180000"/>
            <a:ext cx="5364456" cy="360000"/>
          </a:xfrm>
        </p:spPr>
        <p:txBody>
          <a:bodyPr/>
          <a:lstStyle>
            <a:lvl1pPr marL="108000" indent="-108000" algn="r">
              <a:spcAft>
                <a:spcPts val="0"/>
              </a:spcAft>
              <a:buFont typeface="+mj-lt"/>
              <a:buAutoNum type="arabicPeriod"/>
              <a:defRPr sz="750" b="1">
                <a:solidFill>
                  <a:schemeClr val="tx1"/>
                </a:solidFill>
              </a:defRPr>
            </a:lvl1pPr>
            <a:lvl2pPr marL="108000" indent="-108000" algn="r">
              <a:spcBef>
                <a:spcPts val="0"/>
              </a:spcBef>
              <a:spcAft>
                <a:spcPts val="0"/>
              </a:spcAft>
              <a:buFont typeface="+mj-lt"/>
              <a:buAutoNum type="alphaLcPeriod"/>
              <a:defRPr sz="750">
                <a:solidFill>
                  <a:schemeClr val="tx1"/>
                </a:solidFill>
              </a:defRPr>
            </a:lvl2pPr>
          </a:lstStyle>
          <a:p>
            <a:pPr lvl="0"/>
            <a:r>
              <a:rPr lang="fr-FR" dirty="0"/>
              <a:t>Titre</a:t>
            </a:r>
          </a:p>
          <a:p>
            <a:pPr lvl="1"/>
            <a:r>
              <a:rPr lang="fr-FR" dirty="0"/>
              <a:t>Sous-titre</a:t>
            </a:r>
          </a:p>
        </p:txBody>
      </p:sp>
      <p:sp>
        <p:nvSpPr>
          <p:cNvPr id="12" name="Espace réservé du texte 11"/>
          <p:cNvSpPr>
            <a:spLocks noGrp="1"/>
          </p:cNvSpPr>
          <p:nvPr>
            <p:ph type="body" sz="quarter" idx="14" hasCustomPrompt="1"/>
          </p:nvPr>
        </p:nvSpPr>
        <p:spPr bwMode="gray">
          <a:xfrm>
            <a:off x="467543" y="1836000"/>
            <a:ext cx="2520000" cy="2574000"/>
          </a:xfrm>
        </p:spPr>
        <p:txBody>
          <a:bodyPr/>
          <a:lstStyle>
            <a:lvl1pPr>
              <a:defRPr>
                <a:solidFill>
                  <a:schemeClr val="tx1"/>
                </a:solidFill>
              </a:defRPr>
            </a:lvl1pPr>
            <a:lvl2pPr>
              <a:defRPr/>
            </a:lvl2pPr>
            <a:lvl3pPr>
              <a:defRPr baseline="0"/>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13" name="Espace réservé du texte 11"/>
          <p:cNvSpPr>
            <a:spLocks noGrp="1"/>
          </p:cNvSpPr>
          <p:nvPr>
            <p:ph type="body" sz="quarter" idx="15" hasCustomPrompt="1"/>
          </p:nvPr>
        </p:nvSpPr>
        <p:spPr bwMode="gray">
          <a:xfrm>
            <a:off x="3312000" y="1836000"/>
            <a:ext cx="2520000" cy="2574000"/>
          </a:xfrm>
        </p:spPr>
        <p:txBody>
          <a:bodyPr/>
          <a:lstStyle>
            <a:lvl1pPr>
              <a:defRPr>
                <a:solidFill>
                  <a:schemeClr val="tx1"/>
                </a:solidFill>
              </a:defRPr>
            </a:lvl1pPr>
            <a:lvl2pPr>
              <a:defRPr/>
            </a:lvl2pPr>
            <a:lvl3pPr>
              <a:defRPr baseline="0"/>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14" name="Espace réservé du texte 11"/>
          <p:cNvSpPr>
            <a:spLocks noGrp="1"/>
          </p:cNvSpPr>
          <p:nvPr>
            <p:ph type="body" sz="quarter" idx="16" hasCustomPrompt="1"/>
          </p:nvPr>
        </p:nvSpPr>
        <p:spPr bwMode="gray">
          <a:xfrm>
            <a:off x="6156456" y="1836000"/>
            <a:ext cx="2520000" cy="2574000"/>
          </a:xfrm>
        </p:spPr>
        <p:txBody>
          <a:bodyPr/>
          <a:lstStyle>
            <a:lvl1pPr>
              <a:defRPr>
                <a:solidFill>
                  <a:schemeClr val="tx1"/>
                </a:solidFill>
              </a:defRPr>
            </a:lvl1pPr>
            <a:lvl2pPr>
              <a:defRPr/>
            </a:lvl2pPr>
            <a:lvl3pPr>
              <a:defRPr baseline="0"/>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11" name="Espace réservé de la date 1">
            <a:extLst>
              <a:ext uri="{FF2B5EF4-FFF2-40B4-BE49-F238E27FC236}">
                <a16:creationId xmlns:a16="http://schemas.microsoft.com/office/drawing/2014/main" id="{9F5F8F36-9414-6946-BDAE-0A76E569CDF2}"/>
              </a:ext>
            </a:extLst>
          </p:cNvPr>
          <p:cNvSpPr>
            <a:spLocks noGrp="1"/>
          </p:cNvSpPr>
          <p:nvPr>
            <p:ph type="dt" sz="half" idx="10"/>
          </p:nvPr>
        </p:nvSpPr>
        <p:spPr bwMode="gray">
          <a:xfrm>
            <a:off x="6426336" y="4783500"/>
            <a:ext cx="1170000" cy="360000"/>
          </a:xfrm>
          <a:prstGeom prst="rect">
            <a:avLst/>
          </a:prstGeom>
        </p:spPr>
        <p:txBody>
          <a:bodyPr/>
          <a:lstStyle/>
          <a:p>
            <a:pPr algn="r"/>
            <a:fld id="{74A03300-A62F-4DF5-966E-3CB9D38AC02B}" type="datetime1">
              <a:rPr lang="fr-FR" cap="all" smtClean="0"/>
              <a:pPr algn="r"/>
              <a:t>07/01/2025</a:t>
            </a:fld>
            <a:endParaRPr lang="fr-FR" cap="all" dirty="0"/>
          </a:p>
        </p:txBody>
      </p:sp>
      <p:sp>
        <p:nvSpPr>
          <p:cNvPr id="15" name="Espace réservé du numéro de diapositive 7">
            <a:extLst>
              <a:ext uri="{FF2B5EF4-FFF2-40B4-BE49-F238E27FC236}">
                <a16:creationId xmlns:a16="http://schemas.microsoft.com/office/drawing/2014/main" id="{39B13F4C-6D78-BF47-94DF-EE7823417253}"/>
              </a:ext>
            </a:extLst>
          </p:cNvPr>
          <p:cNvSpPr>
            <a:spLocks noGrp="1"/>
          </p:cNvSpPr>
          <p:nvPr>
            <p:ph type="sldNum" sz="quarter" idx="12"/>
          </p:nvPr>
        </p:nvSpPr>
        <p:spPr bwMode="gray">
          <a:xfrm>
            <a:off x="7596336" y="4783500"/>
            <a:ext cx="1080120" cy="360000"/>
          </a:xfrm>
          <a:prstGeom prst="rect">
            <a:avLst/>
          </a:prstGeom>
        </p:spPr>
        <p:txBody>
          <a:bodyPr/>
          <a:lstStyle>
            <a:lvl1pPr algn="r">
              <a:defRPr sz="1400">
                <a:solidFill>
                  <a:srgbClr val="FF0000"/>
                </a:solidFill>
              </a:defRPr>
            </a:lvl1pPr>
          </a:lstStyle>
          <a:p>
            <a:fld id="{733122C9-A0B9-462F-8757-0847AD287B63}" type="slidenum">
              <a:rPr lang="fr-FR" smtClean="0"/>
              <a:pPr/>
              <a:t>‹N°›</a:t>
            </a:fld>
            <a:endParaRPr lang="fr-FR" dirty="0"/>
          </a:p>
        </p:txBody>
      </p:sp>
    </p:spTree>
    <p:extLst>
      <p:ext uri="{BB962C8B-B14F-4D97-AF65-F5344CB8AC3E}">
        <p14:creationId xmlns:p14="http://schemas.microsoft.com/office/powerpoint/2010/main" val="180760099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8" name="Espace réservé de la date 1">
            <a:extLst>
              <a:ext uri="{FF2B5EF4-FFF2-40B4-BE49-F238E27FC236}">
                <a16:creationId xmlns:a16="http://schemas.microsoft.com/office/drawing/2014/main" id="{48DF368D-0C4B-2743-8FE5-01F96D2C1253}"/>
              </a:ext>
            </a:extLst>
          </p:cNvPr>
          <p:cNvSpPr>
            <a:spLocks noGrp="1"/>
          </p:cNvSpPr>
          <p:nvPr>
            <p:ph type="dt" sz="half" idx="10"/>
          </p:nvPr>
        </p:nvSpPr>
        <p:spPr bwMode="gray">
          <a:xfrm>
            <a:off x="6426336" y="4783500"/>
            <a:ext cx="1170000" cy="360000"/>
          </a:xfrm>
          <a:prstGeom prst="rect">
            <a:avLst/>
          </a:prstGeom>
        </p:spPr>
        <p:txBody>
          <a:bodyPr/>
          <a:lstStyle/>
          <a:p>
            <a:pPr algn="r"/>
            <a:fld id="{6F42726C-76A3-45BB-9E3B-0F2EB6320166}" type="datetime1">
              <a:rPr lang="fr-FR" cap="all" smtClean="0"/>
              <a:pPr algn="r"/>
              <a:t>07/01/2025</a:t>
            </a:fld>
            <a:endParaRPr lang="fr-FR" cap="all" dirty="0"/>
          </a:p>
        </p:txBody>
      </p:sp>
      <p:sp>
        <p:nvSpPr>
          <p:cNvPr id="2" name="Espace réservé du numéro de diapositive 7">
            <a:extLst>
              <a:ext uri="{FF2B5EF4-FFF2-40B4-BE49-F238E27FC236}">
                <a16:creationId xmlns:a16="http://schemas.microsoft.com/office/drawing/2014/main" id="{612AD668-5605-0B84-EA9A-52941CBBB539}"/>
              </a:ext>
            </a:extLst>
          </p:cNvPr>
          <p:cNvSpPr>
            <a:spLocks noGrp="1"/>
          </p:cNvSpPr>
          <p:nvPr>
            <p:ph type="sldNum" sz="quarter" idx="12"/>
          </p:nvPr>
        </p:nvSpPr>
        <p:spPr bwMode="gray">
          <a:xfrm>
            <a:off x="7596336" y="4783500"/>
            <a:ext cx="1080120" cy="360000"/>
          </a:xfrm>
          <a:prstGeom prst="rect">
            <a:avLst/>
          </a:prstGeom>
        </p:spPr>
        <p:txBody>
          <a:bodyPr/>
          <a:lstStyle>
            <a:lvl1pPr algn="r">
              <a:defRPr sz="1400">
                <a:solidFill>
                  <a:srgbClr val="FF0000"/>
                </a:solidFill>
              </a:defRPr>
            </a:lvl1pPr>
          </a:lstStyle>
          <a:p>
            <a:fld id="{733122C9-A0B9-462F-8757-0847AD287B63}" type="slidenum">
              <a:rPr lang="fr-FR" smtClean="0"/>
              <a:pPr/>
              <a:t>‹N°›</a:t>
            </a:fld>
            <a:endParaRPr lang="fr-FR" dirty="0"/>
          </a:p>
        </p:txBody>
      </p:sp>
      <p:sp>
        <p:nvSpPr>
          <p:cNvPr id="3" name="Titre 3">
            <a:extLst>
              <a:ext uri="{FF2B5EF4-FFF2-40B4-BE49-F238E27FC236}">
                <a16:creationId xmlns:a16="http://schemas.microsoft.com/office/drawing/2014/main" id="{B48BACCF-B43B-FD48-8507-2AE58579F486}"/>
              </a:ext>
            </a:extLst>
          </p:cNvPr>
          <p:cNvSpPr>
            <a:spLocks noGrp="1"/>
          </p:cNvSpPr>
          <p:nvPr>
            <p:ph type="title" hasCustomPrompt="1"/>
          </p:nvPr>
        </p:nvSpPr>
        <p:spPr bwMode="gray">
          <a:xfrm>
            <a:off x="467543" y="900000"/>
            <a:ext cx="8208913" cy="720000"/>
          </a:xfrm>
        </p:spPr>
        <p:txBody>
          <a:bodyPr/>
          <a:lstStyle>
            <a:lvl1pPr>
              <a:defRPr>
                <a:solidFill>
                  <a:schemeClr val="tx1"/>
                </a:solidFill>
              </a:defRPr>
            </a:lvl1pPr>
          </a:lstStyle>
          <a:p>
            <a:r>
              <a:rPr lang="fr-FR" noProof="0" dirty="0"/>
              <a:t>Titre</a:t>
            </a:r>
            <a:endParaRPr lang="fr-FR" dirty="0"/>
          </a:p>
        </p:txBody>
      </p:sp>
      <p:sp>
        <p:nvSpPr>
          <p:cNvPr id="5" name="Espace réservé du contenu 8">
            <a:extLst>
              <a:ext uri="{FF2B5EF4-FFF2-40B4-BE49-F238E27FC236}">
                <a16:creationId xmlns:a16="http://schemas.microsoft.com/office/drawing/2014/main" id="{CD5C58DF-C09C-D6BD-75E3-7222C9048AEE}"/>
              </a:ext>
            </a:extLst>
          </p:cNvPr>
          <p:cNvSpPr>
            <a:spLocks noGrp="1"/>
          </p:cNvSpPr>
          <p:nvPr>
            <p:ph sz="quarter" idx="14" hasCustomPrompt="1"/>
          </p:nvPr>
        </p:nvSpPr>
        <p:spPr bwMode="gray">
          <a:xfrm>
            <a:off x="467543" y="1836000"/>
            <a:ext cx="8208914" cy="2574000"/>
          </a:xfrm>
        </p:spPr>
        <p:txBody>
          <a:bodyPr/>
          <a:lstStyle>
            <a:lvl1pPr>
              <a:defRPr>
                <a:solidFill>
                  <a:schemeClr val="tx1"/>
                </a:solidFill>
              </a:defRPr>
            </a:lvl1pPr>
            <a:lvl2pPr>
              <a:defRPr/>
            </a:lvl2pPr>
            <a:lvl3pPr>
              <a:defRPr/>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6" name="Espace réservé du texte 9">
            <a:extLst>
              <a:ext uri="{FF2B5EF4-FFF2-40B4-BE49-F238E27FC236}">
                <a16:creationId xmlns:a16="http://schemas.microsoft.com/office/drawing/2014/main" id="{17705B73-EB86-1315-9143-5893B3935B33}"/>
              </a:ext>
            </a:extLst>
          </p:cNvPr>
          <p:cNvSpPr>
            <a:spLocks noGrp="1"/>
          </p:cNvSpPr>
          <p:nvPr>
            <p:ph type="body" sz="quarter" idx="13" hasCustomPrompt="1"/>
          </p:nvPr>
        </p:nvSpPr>
        <p:spPr bwMode="gray">
          <a:xfrm>
            <a:off x="3312000" y="180000"/>
            <a:ext cx="5364456" cy="360000"/>
          </a:xfrm>
        </p:spPr>
        <p:txBody>
          <a:bodyPr/>
          <a:lstStyle>
            <a:lvl1pPr marL="108000" indent="-108000" algn="r">
              <a:spcAft>
                <a:spcPts val="0"/>
              </a:spcAft>
              <a:buFont typeface="+mj-lt"/>
              <a:buAutoNum type="arabicPeriod"/>
              <a:defRPr sz="750" b="1">
                <a:solidFill>
                  <a:schemeClr val="tx1"/>
                </a:solidFill>
              </a:defRPr>
            </a:lvl1pPr>
            <a:lvl2pPr marL="108000" indent="-108000" algn="r">
              <a:spcBef>
                <a:spcPts val="0"/>
              </a:spcBef>
              <a:spcAft>
                <a:spcPts val="0"/>
              </a:spcAft>
              <a:buFont typeface="+mj-lt"/>
              <a:buAutoNum type="alphaLcPeriod"/>
              <a:defRPr sz="750">
                <a:solidFill>
                  <a:schemeClr val="tx1"/>
                </a:solidFill>
              </a:defRPr>
            </a:lvl2pPr>
          </a:lstStyle>
          <a:p>
            <a:pPr lvl="0"/>
            <a:r>
              <a:rPr lang="fr-FR" dirty="0"/>
              <a:t>Titre</a:t>
            </a:r>
          </a:p>
          <a:p>
            <a:pPr lvl="1"/>
            <a:r>
              <a:rPr lang="fr-FR" dirty="0"/>
              <a:t>Sous-titre</a:t>
            </a:r>
          </a:p>
        </p:txBody>
      </p:sp>
    </p:spTree>
    <p:extLst>
      <p:ext uri="{BB962C8B-B14F-4D97-AF65-F5344CB8AC3E}">
        <p14:creationId xmlns:p14="http://schemas.microsoft.com/office/powerpoint/2010/main" val="160274027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Chapitre">
    <p:spTree>
      <p:nvGrpSpPr>
        <p:cNvPr id="1" name=""/>
        <p:cNvGrpSpPr/>
        <p:nvPr/>
      </p:nvGrpSpPr>
      <p:grpSpPr>
        <a:xfrm>
          <a:off x="0" y="0"/>
          <a:ext cx="0" cy="0"/>
          <a:chOff x="0" y="0"/>
          <a:chExt cx="0" cy="0"/>
        </a:xfrm>
      </p:grpSpPr>
      <p:sp>
        <p:nvSpPr>
          <p:cNvPr id="8" name="Espace réservé pour une image  7"/>
          <p:cNvSpPr>
            <a:spLocks noGrp="1"/>
          </p:cNvSpPr>
          <p:nvPr>
            <p:ph type="pic" sz="quarter" idx="13" hasCustomPrompt="1"/>
          </p:nvPr>
        </p:nvSpPr>
        <p:spPr bwMode="gray">
          <a:xfrm>
            <a:off x="467544" y="915566"/>
            <a:ext cx="8208912" cy="3672408"/>
          </a:xfrm>
          <a:solidFill>
            <a:schemeClr val="bg1">
              <a:lumMod val="85000"/>
            </a:schemeClr>
          </a:solidFill>
        </p:spPr>
        <p:txBody>
          <a:bodyPr tIns="1080000" anchor="ctr" anchorCtr="0"/>
          <a:lstStyle>
            <a:lvl1pPr algn="ctr">
              <a:defRPr cap="all" baseline="0"/>
            </a:lvl1pPr>
          </a:lstStyle>
          <a:p>
            <a:r>
              <a:rPr lang="fr-FR" dirty="0"/>
              <a:t>Sélectionner l’icône pour insérer une image, </a:t>
            </a:r>
            <a:br>
              <a:rPr lang="fr-FR" dirty="0"/>
            </a:br>
            <a:r>
              <a:rPr lang="fr-FR" dirty="0"/>
              <a:t>puis disposer l’image en arrière plan </a:t>
            </a:r>
            <a:br>
              <a:rPr lang="fr-FR" dirty="0"/>
            </a:br>
            <a:r>
              <a:rPr lang="fr-FR" dirty="0"/>
              <a:t>(Sélectionner l’image avec le bouton droit de la souris / </a:t>
            </a:r>
            <a:br>
              <a:rPr lang="fr-FR" dirty="0"/>
            </a:br>
            <a:r>
              <a:rPr lang="fr-FR" dirty="0"/>
              <a:t>Mettre à l’arrière plan)</a:t>
            </a:r>
          </a:p>
        </p:txBody>
      </p:sp>
      <p:sp>
        <p:nvSpPr>
          <p:cNvPr id="2" name="Titre 1"/>
          <p:cNvSpPr>
            <a:spLocks noGrp="1"/>
          </p:cNvSpPr>
          <p:nvPr>
            <p:ph type="title" hasCustomPrompt="1"/>
          </p:nvPr>
        </p:nvSpPr>
        <p:spPr bwMode="gray">
          <a:xfrm>
            <a:off x="827585" y="915566"/>
            <a:ext cx="7560840" cy="3672408"/>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noFill/>
          </a:ln>
        </p:spPr>
        <p:txBody>
          <a:bodyPr lIns="0" bIns="360000" anchor="ctr" anchorCtr="0"/>
          <a:lstStyle>
            <a:lvl1pPr marL="396000" indent="-396000">
              <a:buFont typeface="+mj-lt"/>
              <a:buAutoNum type="arabicPeriod"/>
              <a:defRPr sz="3250">
                <a:solidFill>
                  <a:schemeClr val="tx1"/>
                </a:solidFill>
              </a:defRPr>
            </a:lvl1pPr>
          </a:lstStyle>
          <a:p>
            <a:r>
              <a:rPr lang="fr-FR" dirty="0"/>
              <a:t>Titre</a:t>
            </a:r>
          </a:p>
        </p:txBody>
      </p:sp>
      <p:sp>
        <p:nvSpPr>
          <p:cNvPr id="7" name="Espace réservé de la date 1">
            <a:extLst>
              <a:ext uri="{FF2B5EF4-FFF2-40B4-BE49-F238E27FC236}">
                <a16:creationId xmlns:a16="http://schemas.microsoft.com/office/drawing/2014/main" id="{9748505C-3D2A-D74D-9CDB-23720A2BFF18}"/>
              </a:ext>
            </a:extLst>
          </p:cNvPr>
          <p:cNvSpPr>
            <a:spLocks noGrp="1"/>
          </p:cNvSpPr>
          <p:nvPr>
            <p:ph type="dt" sz="half" idx="10"/>
          </p:nvPr>
        </p:nvSpPr>
        <p:spPr bwMode="gray">
          <a:xfrm>
            <a:off x="6419323" y="4783500"/>
            <a:ext cx="1170000" cy="360000"/>
          </a:xfrm>
          <a:prstGeom prst="rect">
            <a:avLst/>
          </a:prstGeom>
        </p:spPr>
        <p:txBody>
          <a:bodyPr/>
          <a:lstStyle/>
          <a:p>
            <a:pPr algn="r"/>
            <a:fld id="{80708A47-EF35-45C3-8BF0-5C29E8226EDF}" type="datetime1">
              <a:rPr lang="fr-FR" cap="all" smtClean="0"/>
              <a:pPr algn="r"/>
              <a:t>07/01/2025</a:t>
            </a:fld>
            <a:endParaRPr lang="fr-FR" cap="all" dirty="0"/>
          </a:p>
        </p:txBody>
      </p:sp>
      <p:sp>
        <p:nvSpPr>
          <p:cNvPr id="3" name="Espace réservé du numéro de diapositive 7">
            <a:extLst>
              <a:ext uri="{FF2B5EF4-FFF2-40B4-BE49-F238E27FC236}">
                <a16:creationId xmlns:a16="http://schemas.microsoft.com/office/drawing/2014/main" id="{1940E8B4-C46B-0CD5-4E5C-AC62375365F3}"/>
              </a:ext>
            </a:extLst>
          </p:cNvPr>
          <p:cNvSpPr>
            <a:spLocks noGrp="1"/>
          </p:cNvSpPr>
          <p:nvPr>
            <p:ph type="sldNum" sz="quarter" idx="12"/>
          </p:nvPr>
        </p:nvSpPr>
        <p:spPr bwMode="gray">
          <a:xfrm>
            <a:off x="7596336" y="4783500"/>
            <a:ext cx="1080120" cy="360000"/>
          </a:xfrm>
          <a:prstGeom prst="rect">
            <a:avLst/>
          </a:prstGeom>
        </p:spPr>
        <p:txBody>
          <a:bodyPr/>
          <a:lstStyle>
            <a:lvl1pPr algn="r">
              <a:defRPr sz="1400">
                <a:solidFill>
                  <a:srgbClr val="FF0000"/>
                </a:solidFill>
              </a:defRPr>
            </a:lvl1pPr>
          </a:lstStyle>
          <a:p>
            <a:fld id="{733122C9-A0B9-462F-8757-0847AD287B63}" type="slidenum">
              <a:rPr lang="fr-FR" smtClean="0"/>
              <a:pPr/>
              <a:t>‹N°›</a:t>
            </a:fld>
            <a:endParaRPr lang="fr-FR" dirty="0"/>
          </a:p>
        </p:txBody>
      </p:sp>
    </p:spTree>
    <p:extLst>
      <p:ext uri="{BB962C8B-B14F-4D97-AF65-F5344CB8AC3E}">
        <p14:creationId xmlns:p14="http://schemas.microsoft.com/office/powerpoint/2010/main" val="320771089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1_Titre et textes 3 colonnes">
    <p:spTree>
      <p:nvGrpSpPr>
        <p:cNvPr id="1" name=""/>
        <p:cNvGrpSpPr/>
        <p:nvPr/>
      </p:nvGrpSpPr>
      <p:grpSpPr>
        <a:xfrm>
          <a:off x="0" y="0"/>
          <a:ext cx="0" cy="0"/>
          <a:chOff x="0" y="0"/>
          <a:chExt cx="0" cy="0"/>
        </a:xfrm>
      </p:grpSpPr>
      <p:sp>
        <p:nvSpPr>
          <p:cNvPr id="11" name="Espace réservé de la date 1">
            <a:extLst>
              <a:ext uri="{FF2B5EF4-FFF2-40B4-BE49-F238E27FC236}">
                <a16:creationId xmlns:a16="http://schemas.microsoft.com/office/drawing/2014/main" id="{9F5F8F36-9414-6946-BDAE-0A76E569CDF2}"/>
              </a:ext>
            </a:extLst>
          </p:cNvPr>
          <p:cNvSpPr>
            <a:spLocks noGrp="1"/>
          </p:cNvSpPr>
          <p:nvPr>
            <p:ph type="dt" sz="half" idx="10"/>
          </p:nvPr>
        </p:nvSpPr>
        <p:spPr bwMode="gray">
          <a:xfrm>
            <a:off x="6426336" y="4783500"/>
            <a:ext cx="1170000" cy="360000"/>
          </a:xfrm>
          <a:prstGeom prst="rect">
            <a:avLst/>
          </a:prstGeom>
        </p:spPr>
        <p:txBody>
          <a:bodyPr/>
          <a:lstStyle/>
          <a:p>
            <a:pPr algn="r"/>
            <a:fld id="{74A03300-A62F-4DF5-966E-3CB9D38AC02B}" type="datetime1">
              <a:rPr lang="fr-FR" cap="all" smtClean="0"/>
              <a:pPr algn="r"/>
              <a:t>07/01/2025</a:t>
            </a:fld>
            <a:endParaRPr lang="fr-FR" cap="all" dirty="0"/>
          </a:p>
        </p:txBody>
      </p:sp>
      <p:sp>
        <p:nvSpPr>
          <p:cNvPr id="3" name="Espace réservé du numéro de diapositive 7">
            <a:extLst>
              <a:ext uri="{FF2B5EF4-FFF2-40B4-BE49-F238E27FC236}">
                <a16:creationId xmlns:a16="http://schemas.microsoft.com/office/drawing/2014/main" id="{2354CB20-7A21-D185-F6CE-62A1EFA4E0F9}"/>
              </a:ext>
            </a:extLst>
          </p:cNvPr>
          <p:cNvSpPr>
            <a:spLocks noGrp="1"/>
          </p:cNvSpPr>
          <p:nvPr>
            <p:ph type="sldNum" sz="quarter" idx="12"/>
          </p:nvPr>
        </p:nvSpPr>
        <p:spPr bwMode="gray">
          <a:xfrm>
            <a:off x="7596336" y="4783500"/>
            <a:ext cx="1080120" cy="360000"/>
          </a:xfrm>
          <a:prstGeom prst="rect">
            <a:avLst/>
          </a:prstGeom>
        </p:spPr>
        <p:txBody>
          <a:bodyPr/>
          <a:lstStyle>
            <a:lvl1pPr algn="r">
              <a:defRPr sz="1400">
                <a:solidFill>
                  <a:srgbClr val="FF0000"/>
                </a:solidFill>
              </a:defRPr>
            </a:lvl1pPr>
          </a:lstStyle>
          <a:p>
            <a:fld id="{733122C9-A0B9-462F-8757-0847AD287B63}" type="slidenum">
              <a:rPr lang="fr-FR" smtClean="0"/>
              <a:pPr/>
              <a:t>‹N°›</a:t>
            </a:fld>
            <a:endParaRPr lang="fr-FR" dirty="0"/>
          </a:p>
        </p:txBody>
      </p:sp>
      <p:sp>
        <p:nvSpPr>
          <p:cNvPr id="4" name="Titre 1">
            <a:extLst>
              <a:ext uri="{FF2B5EF4-FFF2-40B4-BE49-F238E27FC236}">
                <a16:creationId xmlns:a16="http://schemas.microsoft.com/office/drawing/2014/main" id="{77A21E3B-B8D7-F7DC-C195-ABB7173A265E}"/>
              </a:ext>
            </a:extLst>
          </p:cNvPr>
          <p:cNvSpPr>
            <a:spLocks noGrp="1"/>
          </p:cNvSpPr>
          <p:nvPr>
            <p:ph type="title" hasCustomPrompt="1"/>
          </p:nvPr>
        </p:nvSpPr>
        <p:spPr bwMode="gray">
          <a:xfrm>
            <a:off x="467543" y="900000"/>
            <a:ext cx="8208913" cy="720000"/>
          </a:xfrm>
        </p:spPr>
        <p:txBody>
          <a:bodyPr/>
          <a:lstStyle>
            <a:lvl1pPr>
              <a:defRPr>
                <a:solidFill>
                  <a:schemeClr val="tx1"/>
                </a:solidFill>
              </a:defRPr>
            </a:lvl1pPr>
          </a:lstStyle>
          <a:p>
            <a:r>
              <a:rPr lang="fr-FR" dirty="0"/>
              <a:t>Titre</a:t>
            </a:r>
          </a:p>
        </p:txBody>
      </p:sp>
      <p:sp>
        <p:nvSpPr>
          <p:cNvPr id="5" name="Espace réservé du texte 11">
            <a:extLst>
              <a:ext uri="{FF2B5EF4-FFF2-40B4-BE49-F238E27FC236}">
                <a16:creationId xmlns:a16="http://schemas.microsoft.com/office/drawing/2014/main" id="{4D88517F-0652-24B7-CECE-FA7727AFB41F}"/>
              </a:ext>
            </a:extLst>
          </p:cNvPr>
          <p:cNvSpPr>
            <a:spLocks noGrp="1"/>
          </p:cNvSpPr>
          <p:nvPr>
            <p:ph type="body" sz="quarter" idx="14" hasCustomPrompt="1"/>
          </p:nvPr>
        </p:nvSpPr>
        <p:spPr bwMode="gray">
          <a:xfrm>
            <a:off x="467543" y="1836000"/>
            <a:ext cx="2520000" cy="2574000"/>
          </a:xfrm>
        </p:spPr>
        <p:txBody>
          <a:bodyPr/>
          <a:lstStyle>
            <a:lvl1pPr>
              <a:defRPr>
                <a:solidFill>
                  <a:schemeClr val="tx1"/>
                </a:solidFill>
              </a:defRPr>
            </a:lvl1pPr>
            <a:lvl2pPr>
              <a:defRPr/>
            </a:lvl2pPr>
            <a:lvl3pPr>
              <a:defRPr baseline="0"/>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6" name="Espace réservé du texte 11">
            <a:extLst>
              <a:ext uri="{FF2B5EF4-FFF2-40B4-BE49-F238E27FC236}">
                <a16:creationId xmlns:a16="http://schemas.microsoft.com/office/drawing/2014/main" id="{088B7A66-D08B-A398-E00A-DCBEE9483299}"/>
              </a:ext>
            </a:extLst>
          </p:cNvPr>
          <p:cNvSpPr>
            <a:spLocks noGrp="1"/>
          </p:cNvSpPr>
          <p:nvPr>
            <p:ph type="body" sz="quarter" idx="15" hasCustomPrompt="1"/>
          </p:nvPr>
        </p:nvSpPr>
        <p:spPr bwMode="gray">
          <a:xfrm>
            <a:off x="3312000" y="1836000"/>
            <a:ext cx="2520000" cy="2574000"/>
          </a:xfrm>
        </p:spPr>
        <p:txBody>
          <a:bodyPr/>
          <a:lstStyle>
            <a:lvl1pPr>
              <a:defRPr>
                <a:solidFill>
                  <a:schemeClr val="tx1"/>
                </a:solidFill>
              </a:defRPr>
            </a:lvl1pPr>
            <a:lvl2pPr>
              <a:defRPr/>
            </a:lvl2pPr>
            <a:lvl3pPr>
              <a:defRPr baseline="0"/>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7" name="Espace réservé du texte 11">
            <a:extLst>
              <a:ext uri="{FF2B5EF4-FFF2-40B4-BE49-F238E27FC236}">
                <a16:creationId xmlns:a16="http://schemas.microsoft.com/office/drawing/2014/main" id="{B49F00CA-DD42-B9AD-65A7-C2E0B613E49F}"/>
              </a:ext>
            </a:extLst>
          </p:cNvPr>
          <p:cNvSpPr>
            <a:spLocks noGrp="1"/>
          </p:cNvSpPr>
          <p:nvPr>
            <p:ph type="body" sz="quarter" idx="16" hasCustomPrompt="1"/>
          </p:nvPr>
        </p:nvSpPr>
        <p:spPr bwMode="gray">
          <a:xfrm>
            <a:off x="6156456" y="1836000"/>
            <a:ext cx="2520000" cy="2574000"/>
          </a:xfrm>
        </p:spPr>
        <p:txBody>
          <a:bodyPr/>
          <a:lstStyle>
            <a:lvl1pPr>
              <a:defRPr>
                <a:solidFill>
                  <a:schemeClr val="tx1"/>
                </a:solidFill>
              </a:defRPr>
            </a:lvl1pPr>
            <a:lvl2pPr>
              <a:defRPr/>
            </a:lvl2pPr>
            <a:lvl3pPr>
              <a:defRPr baseline="0"/>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8" name="Espace réservé du texte 9">
            <a:extLst>
              <a:ext uri="{FF2B5EF4-FFF2-40B4-BE49-F238E27FC236}">
                <a16:creationId xmlns:a16="http://schemas.microsoft.com/office/drawing/2014/main" id="{BE58713C-7CC1-D768-942B-0C6A202C4A9A}"/>
              </a:ext>
            </a:extLst>
          </p:cNvPr>
          <p:cNvSpPr>
            <a:spLocks noGrp="1"/>
          </p:cNvSpPr>
          <p:nvPr>
            <p:ph type="body" sz="quarter" idx="13" hasCustomPrompt="1"/>
          </p:nvPr>
        </p:nvSpPr>
        <p:spPr bwMode="gray">
          <a:xfrm>
            <a:off x="3312000" y="180000"/>
            <a:ext cx="5364456" cy="360000"/>
          </a:xfrm>
        </p:spPr>
        <p:txBody>
          <a:bodyPr/>
          <a:lstStyle>
            <a:lvl1pPr marL="108000" indent="-108000" algn="r">
              <a:spcAft>
                <a:spcPts val="0"/>
              </a:spcAft>
              <a:buFont typeface="+mj-lt"/>
              <a:buAutoNum type="arabicPeriod"/>
              <a:defRPr sz="750" b="1">
                <a:solidFill>
                  <a:schemeClr val="tx1"/>
                </a:solidFill>
              </a:defRPr>
            </a:lvl1pPr>
            <a:lvl2pPr marL="108000" indent="-108000" algn="r">
              <a:spcBef>
                <a:spcPts val="0"/>
              </a:spcBef>
              <a:spcAft>
                <a:spcPts val="0"/>
              </a:spcAft>
              <a:buFont typeface="+mj-lt"/>
              <a:buAutoNum type="alphaLcPeriod"/>
              <a:defRPr sz="750">
                <a:solidFill>
                  <a:schemeClr val="tx1"/>
                </a:solidFill>
              </a:defRPr>
            </a:lvl2pPr>
          </a:lstStyle>
          <a:p>
            <a:pPr lvl="0"/>
            <a:r>
              <a:rPr lang="fr-FR" dirty="0"/>
              <a:t>Titre</a:t>
            </a:r>
          </a:p>
          <a:p>
            <a:pPr lvl="1"/>
            <a:r>
              <a:rPr lang="fr-FR" dirty="0"/>
              <a:t>Sous-titre</a:t>
            </a:r>
          </a:p>
        </p:txBody>
      </p:sp>
    </p:spTree>
    <p:extLst>
      <p:ext uri="{BB962C8B-B14F-4D97-AF65-F5344CB8AC3E}">
        <p14:creationId xmlns:p14="http://schemas.microsoft.com/office/powerpoint/2010/main" val="130955961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2_Titre et contenu">
    <p:spTree>
      <p:nvGrpSpPr>
        <p:cNvPr id="1" name=""/>
        <p:cNvGrpSpPr/>
        <p:nvPr/>
      </p:nvGrpSpPr>
      <p:grpSpPr>
        <a:xfrm>
          <a:off x="0" y="0"/>
          <a:ext cx="0" cy="0"/>
          <a:chOff x="0" y="0"/>
          <a:chExt cx="0" cy="0"/>
        </a:xfrm>
      </p:grpSpPr>
      <p:sp>
        <p:nvSpPr>
          <p:cNvPr id="8" name="Espace réservé de la date 1">
            <a:extLst>
              <a:ext uri="{FF2B5EF4-FFF2-40B4-BE49-F238E27FC236}">
                <a16:creationId xmlns:a16="http://schemas.microsoft.com/office/drawing/2014/main" id="{48DF368D-0C4B-2743-8FE5-01F96D2C1253}"/>
              </a:ext>
            </a:extLst>
          </p:cNvPr>
          <p:cNvSpPr>
            <a:spLocks noGrp="1"/>
          </p:cNvSpPr>
          <p:nvPr>
            <p:ph type="dt" sz="half" idx="10"/>
          </p:nvPr>
        </p:nvSpPr>
        <p:spPr bwMode="gray">
          <a:xfrm>
            <a:off x="6426336" y="4783500"/>
            <a:ext cx="1170000" cy="360000"/>
          </a:xfrm>
          <a:prstGeom prst="rect">
            <a:avLst/>
          </a:prstGeom>
        </p:spPr>
        <p:txBody>
          <a:bodyPr/>
          <a:lstStyle/>
          <a:p>
            <a:pPr algn="r"/>
            <a:fld id="{6F42726C-76A3-45BB-9E3B-0F2EB6320166}" type="datetime1">
              <a:rPr lang="fr-FR" cap="all" smtClean="0"/>
              <a:pPr algn="r"/>
              <a:t>07/01/2025</a:t>
            </a:fld>
            <a:endParaRPr lang="fr-FR" cap="all" dirty="0"/>
          </a:p>
        </p:txBody>
      </p:sp>
      <p:sp>
        <p:nvSpPr>
          <p:cNvPr id="2" name="Espace réservé du numéro de diapositive 7">
            <a:extLst>
              <a:ext uri="{FF2B5EF4-FFF2-40B4-BE49-F238E27FC236}">
                <a16:creationId xmlns:a16="http://schemas.microsoft.com/office/drawing/2014/main" id="{5627B9E6-EB77-0A01-D53D-30EDB7418B79}"/>
              </a:ext>
            </a:extLst>
          </p:cNvPr>
          <p:cNvSpPr>
            <a:spLocks noGrp="1"/>
          </p:cNvSpPr>
          <p:nvPr>
            <p:ph type="sldNum" sz="quarter" idx="12"/>
          </p:nvPr>
        </p:nvSpPr>
        <p:spPr bwMode="gray">
          <a:xfrm>
            <a:off x="7596336" y="4783500"/>
            <a:ext cx="1080120" cy="360000"/>
          </a:xfrm>
          <a:prstGeom prst="rect">
            <a:avLst/>
          </a:prstGeom>
        </p:spPr>
        <p:txBody>
          <a:bodyPr/>
          <a:lstStyle>
            <a:lvl1pPr algn="r">
              <a:defRPr sz="1400">
                <a:solidFill>
                  <a:srgbClr val="FF0000"/>
                </a:solidFill>
              </a:defRPr>
            </a:lvl1pPr>
          </a:lstStyle>
          <a:p>
            <a:fld id="{733122C9-A0B9-462F-8757-0847AD287B63}" type="slidenum">
              <a:rPr lang="fr-FR" smtClean="0"/>
              <a:pPr/>
              <a:t>‹N°›</a:t>
            </a:fld>
            <a:endParaRPr lang="fr-FR" dirty="0"/>
          </a:p>
        </p:txBody>
      </p:sp>
      <p:sp>
        <p:nvSpPr>
          <p:cNvPr id="3" name="Titre 3">
            <a:extLst>
              <a:ext uri="{FF2B5EF4-FFF2-40B4-BE49-F238E27FC236}">
                <a16:creationId xmlns:a16="http://schemas.microsoft.com/office/drawing/2014/main" id="{47857BB5-8B72-4B4D-18CA-F32ACE431C80}"/>
              </a:ext>
            </a:extLst>
          </p:cNvPr>
          <p:cNvSpPr>
            <a:spLocks noGrp="1"/>
          </p:cNvSpPr>
          <p:nvPr>
            <p:ph type="title" hasCustomPrompt="1"/>
          </p:nvPr>
        </p:nvSpPr>
        <p:spPr bwMode="gray">
          <a:xfrm>
            <a:off x="467543" y="900000"/>
            <a:ext cx="8208913" cy="720000"/>
          </a:xfrm>
        </p:spPr>
        <p:txBody>
          <a:bodyPr/>
          <a:lstStyle>
            <a:lvl1pPr>
              <a:defRPr>
                <a:solidFill>
                  <a:schemeClr val="tx1"/>
                </a:solidFill>
              </a:defRPr>
            </a:lvl1pPr>
          </a:lstStyle>
          <a:p>
            <a:r>
              <a:rPr lang="fr-FR" noProof="0" dirty="0"/>
              <a:t>Titre</a:t>
            </a:r>
            <a:endParaRPr lang="fr-FR" dirty="0"/>
          </a:p>
        </p:txBody>
      </p:sp>
      <p:sp>
        <p:nvSpPr>
          <p:cNvPr id="5" name="Espace réservé du contenu 8">
            <a:extLst>
              <a:ext uri="{FF2B5EF4-FFF2-40B4-BE49-F238E27FC236}">
                <a16:creationId xmlns:a16="http://schemas.microsoft.com/office/drawing/2014/main" id="{D6AC0A31-242B-827C-B5BA-CF77E9ED29D7}"/>
              </a:ext>
            </a:extLst>
          </p:cNvPr>
          <p:cNvSpPr>
            <a:spLocks noGrp="1"/>
          </p:cNvSpPr>
          <p:nvPr>
            <p:ph sz="quarter" idx="14" hasCustomPrompt="1"/>
          </p:nvPr>
        </p:nvSpPr>
        <p:spPr bwMode="gray">
          <a:xfrm>
            <a:off x="467543" y="1836000"/>
            <a:ext cx="8208914" cy="2574000"/>
          </a:xfrm>
        </p:spPr>
        <p:txBody>
          <a:bodyPr/>
          <a:lstStyle>
            <a:lvl1pPr>
              <a:defRPr>
                <a:solidFill>
                  <a:schemeClr val="tx1"/>
                </a:solidFill>
              </a:defRPr>
            </a:lvl1pPr>
            <a:lvl2pPr>
              <a:defRPr/>
            </a:lvl2pPr>
            <a:lvl3pPr>
              <a:defRPr/>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6" name="Espace réservé du texte 9">
            <a:extLst>
              <a:ext uri="{FF2B5EF4-FFF2-40B4-BE49-F238E27FC236}">
                <a16:creationId xmlns:a16="http://schemas.microsoft.com/office/drawing/2014/main" id="{E969AD70-87AF-3A72-8CE0-A63CF1D6C0BD}"/>
              </a:ext>
            </a:extLst>
          </p:cNvPr>
          <p:cNvSpPr>
            <a:spLocks noGrp="1"/>
          </p:cNvSpPr>
          <p:nvPr>
            <p:ph type="body" sz="quarter" idx="13" hasCustomPrompt="1"/>
          </p:nvPr>
        </p:nvSpPr>
        <p:spPr bwMode="gray">
          <a:xfrm>
            <a:off x="3312000" y="180000"/>
            <a:ext cx="5364456" cy="360000"/>
          </a:xfrm>
        </p:spPr>
        <p:txBody>
          <a:bodyPr/>
          <a:lstStyle>
            <a:lvl1pPr marL="108000" indent="-108000" algn="r">
              <a:spcAft>
                <a:spcPts val="0"/>
              </a:spcAft>
              <a:buFont typeface="+mj-lt"/>
              <a:buAutoNum type="arabicPeriod"/>
              <a:defRPr sz="750" b="1">
                <a:solidFill>
                  <a:schemeClr val="tx1"/>
                </a:solidFill>
              </a:defRPr>
            </a:lvl1pPr>
            <a:lvl2pPr marL="108000" indent="-108000" algn="r">
              <a:spcBef>
                <a:spcPts val="0"/>
              </a:spcBef>
              <a:spcAft>
                <a:spcPts val="0"/>
              </a:spcAft>
              <a:buFont typeface="+mj-lt"/>
              <a:buAutoNum type="alphaLcPeriod"/>
              <a:defRPr sz="750">
                <a:solidFill>
                  <a:schemeClr val="tx1"/>
                </a:solidFill>
              </a:defRPr>
            </a:lvl2pPr>
          </a:lstStyle>
          <a:p>
            <a:pPr lvl="0"/>
            <a:r>
              <a:rPr lang="fr-FR" dirty="0"/>
              <a:t>Titre</a:t>
            </a:r>
          </a:p>
          <a:p>
            <a:pPr lvl="1"/>
            <a:r>
              <a:rPr lang="fr-FR" dirty="0"/>
              <a:t>Sous-titre</a:t>
            </a:r>
          </a:p>
        </p:txBody>
      </p:sp>
    </p:spTree>
    <p:extLst>
      <p:ext uri="{BB962C8B-B14F-4D97-AF65-F5344CB8AC3E}">
        <p14:creationId xmlns:p14="http://schemas.microsoft.com/office/powerpoint/2010/main" val="143834974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2_Chapitre">
    <p:spTree>
      <p:nvGrpSpPr>
        <p:cNvPr id="1" name=""/>
        <p:cNvGrpSpPr/>
        <p:nvPr/>
      </p:nvGrpSpPr>
      <p:grpSpPr>
        <a:xfrm>
          <a:off x="0" y="0"/>
          <a:ext cx="0" cy="0"/>
          <a:chOff x="0" y="0"/>
          <a:chExt cx="0" cy="0"/>
        </a:xfrm>
      </p:grpSpPr>
      <p:sp>
        <p:nvSpPr>
          <p:cNvPr id="8" name="Espace réservé pour une image  7"/>
          <p:cNvSpPr>
            <a:spLocks noGrp="1"/>
          </p:cNvSpPr>
          <p:nvPr>
            <p:ph type="pic" sz="quarter" idx="13" hasCustomPrompt="1"/>
          </p:nvPr>
        </p:nvSpPr>
        <p:spPr bwMode="gray">
          <a:xfrm>
            <a:off x="467544" y="915566"/>
            <a:ext cx="8208912" cy="3672408"/>
          </a:xfrm>
          <a:solidFill>
            <a:schemeClr val="bg1">
              <a:lumMod val="85000"/>
            </a:schemeClr>
          </a:solidFill>
        </p:spPr>
        <p:txBody>
          <a:bodyPr tIns="1080000" anchor="ctr" anchorCtr="0"/>
          <a:lstStyle>
            <a:lvl1pPr algn="ctr">
              <a:defRPr cap="all" baseline="0"/>
            </a:lvl1pPr>
          </a:lstStyle>
          <a:p>
            <a:r>
              <a:rPr lang="fr-FR" dirty="0"/>
              <a:t>Sélectionner l’icône pour insérer une image, </a:t>
            </a:r>
            <a:br>
              <a:rPr lang="fr-FR" dirty="0"/>
            </a:br>
            <a:r>
              <a:rPr lang="fr-FR" dirty="0"/>
              <a:t>puis disposer l’image en arrière plan </a:t>
            </a:r>
            <a:br>
              <a:rPr lang="fr-FR" dirty="0"/>
            </a:br>
            <a:r>
              <a:rPr lang="fr-FR" dirty="0"/>
              <a:t>(Sélectionner l’image avec le bouton droit de la souris / </a:t>
            </a:r>
            <a:br>
              <a:rPr lang="fr-FR" dirty="0"/>
            </a:br>
            <a:r>
              <a:rPr lang="fr-FR" dirty="0"/>
              <a:t>Mettre à l’arrière plan)</a:t>
            </a:r>
          </a:p>
        </p:txBody>
      </p:sp>
      <p:sp>
        <p:nvSpPr>
          <p:cNvPr id="2" name="Titre 1"/>
          <p:cNvSpPr>
            <a:spLocks noGrp="1"/>
          </p:cNvSpPr>
          <p:nvPr>
            <p:ph type="title" hasCustomPrompt="1"/>
          </p:nvPr>
        </p:nvSpPr>
        <p:spPr bwMode="gray">
          <a:xfrm>
            <a:off x="827585" y="915566"/>
            <a:ext cx="7560840" cy="3672408"/>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noFill/>
          </a:ln>
        </p:spPr>
        <p:txBody>
          <a:bodyPr lIns="0" bIns="360000" anchor="ctr" anchorCtr="0"/>
          <a:lstStyle>
            <a:lvl1pPr marL="396000" indent="-396000">
              <a:buFont typeface="+mj-lt"/>
              <a:buAutoNum type="arabicPeriod"/>
              <a:defRPr sz="3250">
                <a:solidFill>
                  <a:schemeClr val="tx1"/>
                </a:solidFill>
              </a:defRPr>
            </a:lvl1pPr>
          </a:lstStyle>
          <a:p>
            <a:r>
              <a:rPr lang="fr-FR" dirty="0"/>
              <a:t>Titre</a:t>
            </a:r>
          </a:p>
        </p:txBody>
      </p:sp>
      <p:sp>
        <p:nvSpPr>
          <p:cNvPr id="7" name="Espace réservé de la date 1">
            <a:extLst>
              <a:ext uri="{FF2B5EF4-FFF2-40B4-BE49-F238E27FC236}">
                <a16:creationId xmlns:a16="http://schemas.microsoft.com/office/drawing/2014/main" id="{9748505C-3D2A-D74D-9CDB-23720A2BFF18}"/>
              </a:ext>
            </a:extLst>
          </p:cNvPr>
          <p:cNvSpPr>
            <a:spLocks noGrp="1"/>
          </p:cNvSpPr>
          <p:nvPr>
            <p:ph type="dt" sz="half" idx="10"/>
          </p:nvPr>
        </p:nvSpPr>
        <p:spPr bwMode="gray">
          <a:xfrm>
            <a:off x="6419323" y="4783500"/>
            <a:ext cx="1170000" cy="360000"/>
          </a:xfrm>
          <a:prstGeom prst="rect">
            <a:avLst/>
          </a:prstGeom>
        </p:spPr>
        <p:txBody>
          <a:bodyPr/>
          <a:lstStyle/>
          <a:p>
            <a:pPr algn="r"/>
            <a:fld id="{80708A47-EF35-45C3-8BF0-5C29E8226EDF}" type="datetime1">
              <a:rPr lang="fr-FR" cap="all" smtClean="0"/>
              <a:pPr algn="r"/>
              <a:t>07/01/2025</a:t>
            </a:fld>
            <a:endParaRPr lang="fr-FR" cap="all" dirty="0"/>
          </a:p>
        </p:txBody>
      </p:sp>
      <p:sp>
        <p:nvSpPr>
          <p:cNvPr id="3" name="Espace réservé du numéro de diapositive 7">
            <a:extLst>
              <a:ext uri="{FF2B5EF4-FFF2-40B4-BE49-F238E27FC236}">
                <a16:creationId xmlns:a16="http://schemas.microsoft.com/office/drawing/2014/main" id="{71C90EFA-E0FE-E045-609C-5D8B6B7B8415}"/>
              </a:ext>
            </a:extLst>
          </p:cNvPr>
          <p:cNvSpPr>
            <a:spLocks noGrp="1"/>
          </p:cNvSpPr>
          <p:nvPr>
            <p:ph type="sldNum" sz="quarter" idx="12"/>
          </p:nvPr>
        </p:nvSpPr>
        <p:spPr bwMode="gray">
          <a:xfrm>
            <a:off x="7596336" y="4783500"/>
            <a:ext cx="1080120" cy="360000"/>
          </a:xfrm>
          <a:prstGeom prst="rect">
            <a:avLst/>
          </a:prstGeom>
        </p:spPr>
        <p:txBody>
          <a:bodyPr/>
          <a:lstStyle>
            <a:lvl1pPr algn="r">
              <a:defRPr sz="1400">
                <a:solidFill>
                  <a:srgbClr val="FF0000"/>
                </a:solidFill>
              </a:defRPr>
            </a:lvl1pPr>
          </a:lstStyle>
          <a:p>
            <a:fld id="{733122C9-A0B9-462F-8757-0847AD287B63}" type="slidenum">
              <a:rPr lang="fr-FR" smtClean="0"/>
              <a:pPr/>
              <a:t>‹N°›</a:t>
            </a:fld>
            <a:endParaRPr lang="fr-FR" dirty="0"/>
          </a:p>
        </p:txBody>
      </p:sp>
    </p:spTree>
    <p:extLst>
      <p:ext uri="{BB962C8B-B14F-4D97-AF65-F5344CB8AC3E}">
        <p14:creationId xmlns:p14="http://schemas.microsoft.com/office/powerpoint/2010/main" val="356644289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2_Titre et textes 3 colonnes">
    <p:spTree>
      <p:nvGrpSpPr>
        <p:cNvPr id="1" name=""/>
        <p:cNvGrpSpPr/>
        <p:nvPr/>
      </p:nvGrpSpPr>
      <p:grpSpPr>
        <a:xfrm>
          <a:off x="0" y="0"/>
          <a:ext cx="0" cy="0"/>
          <a:chOff x="0" y="0"/>
          <a:chExt cx="0" cy="0"/>
        </a:xfrm>
      </p:grpSpPr>
      <p:sp>
        <p:nvSpPr>
          <p:cNvPr id="11" name="Espace réservé de la date 1">
            <a:extLst>
              <a:ext uri="{FF2B5EF4-FFF2-40B4-BE49-F238E27FC236}">
                <a16:creationId xmlns:a16="http://schemas.microsoft.com/office/drawing/2014/main" id="{9F5F8F36-9414-6946-BDAE-0A76E569CDF2}"/>
              </a:ext>
            </a:extLst>
          </p:cNvPr>
          <p:cNvSpPr>
            <a:spLocks noGrp="1"/>
          </p:cNvSpPr>
          <p:nvPr>
            <p:ph type="dt" sz="half" idx="10"/>
          </p:nvPr>
        </p:nvSpPr>
        <p:spPr bwMode="gray">
          <a:xfrm>
            <a:off x="6426336" y="4783500"/>
            <a:ext cx="1170000" cy="360000"/>
          </a:xfrm>
          <a:prstGeom prst="rect">
            <a:avLst/>
          </a:prstGeom>
        </p:spPr>
        <p:txBody>
          <a:bodyPr/>
          <a:lstStyle/>
          <a:p>
            <a:pPr algn="r"/>
            <a:fld id="{74A03300-A62F-4DF5-966E-3CB9D38AC02B}" type="datetime1">
              <a:rPr lang="fr-FR" cap="all" smtClean="0"/>
              <a:pPr algn="r"/>
              <a:t>07/01/2025</a:t>
            </a:fld>
            <a:endParaRPr lang="fr-FR" cap="all" dirty="0"/>
          </a:p>
        </p:txBody>
      </p:sp>
      <p:sp>
        <p:nvSpPr>
          <p:cNvPr id="3" name="Espace réservé du numéro de diapositive 7">
            <a:extLst>
              <a:ext uri="{FF2B5EF4-FFF2-40B4-BE49-F238E27FC236}">
                <a16:creationId xmlns:a16="http://schemas.microsoft.com/office/drawing/2014/main" id="{7FFCCFED-02DC-08EC-199E-29F138E6FD3E}"/>
              </a:ext>
            </a:extLst>
          </p:cNvPr>
          <p:cNvSpPr>
            <a:spLocks noGrp="1"/>
          </p:cNvSpPr>
          <p:nvPr>
            <p:ph type="sldNum" sz="quarter" idx="12"/>
          </p:nvPr>
        </p:nvSpPr>
        <p:spPr bwMode="gray">
          <a:xfrm>
            <a:off x="7596336" y="4783500"/>
            <a:ext cx="1080120" cy="360000"/>
          </a:xfrm>
          <a:prstGeom prst="rect">
            <a:avLst/>
          </a:prstGeom>
        </p:spPr>
        <p:txBody>
          <a:bodyPr/>
          <a:lstStyle>
            <a:lvl1pPr algn="r">
              <a:defRPr sz="1400">
                <a:solidFill>
                  <a:srgbClr val="FF0000"/>
                </a:solidFill>
              </a:defRPr>
            </a:lvl1pPr>
          </a:lstStyle>
          <a:p>
            <a:fld id="{733122C9-A0B9-462F-8757-0847AD287B63}" type="slidenum">
              <a:rPr lang="fr-FR" smtClean="0"/>
              <a:pPr/>
              <a:t>‹N°›</a:t>
            </a:fld>
            <a:endParaRPr lang="fr-FR" dirty="0"/>
          </a:p>
        </p:txBody>
      </p:sp>
      <p:sp>
        <p:nvSpPr>
          <p:cNvPr id="4" name="Titre 1">
            <a:extLst>
              <a:ext uri="{FF2B5EF4-FFF2-40B4-BE49-F238E27FC236}">
                <a16:creationId xmlns:a16="http://schemas.microsoft.com/office/drawing/2014/main" id="{902FD0BE-20C2-98A4-80BF-26E2E4CE4A32}"/>
              </a:ext>
            </a:extLst>
          </p:cNvPr>
          <p:cNvSpPr>
            <a:spLocks noGrp="1"/>
          </p:cNvSpPr>
          <p:nvPr>
            <p:ph type="title" hasCustomPrompt="1"/>
          </p:nvPr>
        </p:nvSpPr>
        <p:spPr bwMode="gray">
          <a:xfrm>
            <a:off x="467543" y="900000"/>
            <a:ext cx="8208913" cy="720000"/>
          </a:xfrm>
        </p:spPr>
        <p:txBody>
          <a:bodyPr/>
          <a:lstStyle>
            <a:lvl1pPr>
              <a:defRPr>
                <a:solidFill>
                  <a:schemeClr val="tx1"/>
                </a:solidFill>
              </a:defRPr>
            </a:lvl1pPr>
          </a:lstStyle>
          <a:p>
            <a:r>
              <a:rPr lang="fr-FR" dirty="0"/>
              <a:t>Titre</a:t>
            </a:r>
          </a:p>
        </p:txBody>
      </p:sp>
      <p:sp>
        <p:nvSpPr>
          <p:cNvPr id="5" name="Espace réservé du texte 11">
            <a:extLst>
              <a:ext uri="{FF2B5EF4-FFF2-40B4-BE49-F238E27FC236}">
                <a16:creationId xmlns:a16="http://schemas.microsoft.com/office/drawing/2014/main" id="{D78EB4C2-0797-C1C8-2713-C16D8D7195FF}"/>
              </a:ext>
            </a:extLst>
          </p:cNvPr>
          <p:cNvSpPr>
            <a:spLocks noGrp="1"/>
          </p:cNvSpPr>
          <p:nvPr>
            <p:ph type="body" sz="quarter" idx="14" hasCustomPrompt="1"/>
          </p:nvPr>
        </p:nvSpPr>
        <p:spPr bwMode="gray">
          <a:xfrm>
            <a:off x="467543" y="1836000"/>
            <a:ext cx="2520000" cy="2574000"/>
          </a:xfrm>
        </p:spPr>
        <p:txBody>
          <a:bodyPr/>
          <a:lstStyle>
            <a:lvl1pPr>
              <a:defRPr>
                <a:solidFill>
                  <a:schemeClr val="tx1"/>
                </a:solidFill>
              </a:defRPr>
            </a:lvl1pPr>
            <a:lvl2pPr>
              <a:defRPr/>
            </a:lvl2pPr>
            <a:lvl3pPr>
              <a:defRPr baseline="0"/>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6" name="Espace réservé du texte 11">
            <a:extLst>
              <a:ext uri="{FF2B5EF4-FFF2-40B4-BE49-F238E27FC236}">
                <a16:creationId xmlns:a16="http://schemas.microsoft.com/office/drawing/2014/main" id="{1EAF8653-EBBB-E723-93E8-4EAEA88D6E8A}"/>
              </a:ext>
            </a:extLst>
          </p:cNvPr>
          <p:cNvSpPr>
            <a:spLocks noGrp="1"/>
          </p:cNvSpPr>
          <p:nvPr>
            <p:ph type="body" sz="quarter" idx="15" hasCustomPrompt="1"/>
          </p:nvPr>
        </p:nvSpPr>
        <p:spPr bwMode="gray">
          <a:xfrm>
            <a:off x="3312000" y="1836000"/>
            <a:ext cx="2520000" cy="2574000"/>
          </a:xfrm>
        </p:spPr>
        <p:txBody>
          <a:bodyPr/>
          <a:lstStyle>
            <a:lvl1pPr>
              <a:defRPr>
                <a:solidFill>
                  <a:schemeClr val="tx1"/>
                </a:solidFill>
              </a:defRPr>
            </a:lvl1pPr>
            <a:lvl2pPr>
              <a:defRPr/>
            </a:lvl2pPr>
            <a:lvl3pPr>
              <a:defRPr baseline="0"/>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7" name="Espace réservé du texte 11">
            <a:extLst>
              <a:ext uri="{FF2B5EF4-FFF2-40B4-BE49-F238E27FC236}">
                <a16:creationId xmlns:a16="http://schemas.microsoft.com/office/drawing/2014/main" id="{767BF9AD-A3E5-B2AC-B1C5-8DC87EC46ECD}"/>
              </a:ext>
            </a:extLst>
          </p:cNvPr>
          <p:cNvSpPr>
            <a:spLocks noGrp="1"/>
          </p:cNvSpPr>
          <p:nvPr>
            <p:ph type="body" sz="quarter" idx="16" hasCustomPrompt="1"/>
          </p:nvPr>
        </p:nvSpPr>
        <p:spPr bwMode="gray">
          <a:xfrm>
            <a:off x="6156456" y="1836000"/>
            <a:ext cx="2520000" cy="2574000"/>
          </a:xfrm>
        </p:spPr>
        <p:txBody>
          <a:bodyPr/>
          <a:lstStyle>
            <a:lvl1pPr>
              <a:defRPr>
                <a:solidFill>
                  <a:schemeClr val="tx1"/>
                </a:solidFill>
              </a:defRPr>
            </a:lvl1pPr>
            <a:lvl2pPr>
              <a:defRPr/>
            </a:lvl2pPr>
            <a:lvl3pPr>
              <a:defRPr baseline="0"/>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8" name="Espace réservé du texte 9">
            <a:extLst>
              <a:ext uri="{FF2B5EF4-FFF2-40B4-BE49-F238E27FC236}">
                <a16:creationId xmlns:a16="http://schemas.microsoft.com/office/drawing/2014/main" id="{D3FD874F-D58B-C7F8-80C5-06579D5E867C}"/>
              </a:ext>
            </a:extLst>
          </p:cNvPr>
          <p:cNvSpPr>
            <a:spLocks noGrp="1"/>
          </p:cNvSpPr>
          <p:nvPr>
            <p:ph type="body" sz="quarter" idx="13" hasCustomPrompt="1"/>
          </p:nvPr>
        </p:nvSpPr>
        <p:spPr bwMode="gray">
          <a:xfrm>
            <a:off x="3312000" y="180000"/>
            <a:ext cx="5364456" cy="360000"/>
          </a:xfrm>
        </p:spPr>
        <p:txBody>
          <a:bodyPr/>
          <a:lstStyle>
            <a:lvl1pPr marL="108000" indent="-108000" algn="r">
              <a:spcAft>
                <a:spcPts val="0"/>
              </a:spcAft>
              <a:buFont typeface="+mj-lt"/>
              <a:buAutoNum type="arabicPeriod"/>
              <a:defRPr sz="750" b="1">
                <a:solidFill>
                  <a:schemeClr val="tx1"/>
                </a:solidFill>
              </a:defRPr>
            </a:lvl1pPr>
            <a:lvl2pPr marL="108000" indent="-108000" algn="r">
              <a:spcBef>
                <a:spcPts val="0"/>
              </a:spcBef>
              <a:spcAft>
                <a:spcPts val="0"/>
              </a:spcAft>
              <a:buFont typeface="+mj-lt"/>
              <a:buAutoNum type="alphaLcPeriod"/>
              <a:defRPr sz="750">
                <a:solidFill>
                  <a:schemeClr val="tx1"/>
                </a:solidFill>
              </a:defRPr>
            </a:lvl2pPr>
          </a:lstStyle>
          <a:p>
            <a:pPr lvl="0"/>
            <a:r>
              <a:rPr lang="fr-FR" dirty="0"/>
              <a:t>Titre</a:t>
            </a:r>
          </a:p>
          <a:p>
            <a:pPr lvl="1"/>
            <a:r>
              <a:rPr lang="fr-FR" dirty="0"/>
              <a:t>Sous-titre</a:t>
            </a:r>
          </a:p>
        </p:txBody>
      </p:sp>
    </p:spTree>
    <p:extLst>
      <p:ext uri="{BB962C8B-B14F-4D97-AF65-F5344CB8AC3E}">
        <p14:creationId xmlns:p14="http://schemas.microsoft.com/office/powerpoint/2010/main" val="12104272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3_Titre et contenu">
    <p:spTree>
      <p:nvGrpSpPr>
        <p:cNvPr id="1" name=""/>
        <p:cNvGrpSpPr/>
        <p:nvPr/>
      </p:nvGrpSpPr>
      <p:grpSpPr>
        <a:xfrm>
          <a:off x="0" y="0"/>
          <a:ext cx="0" cy="0"/>
          <a:chOff x="0" y="0"/>
          <a:chExt cx="0" cy="0"/>
        </a:xfrm>
      </p:grpSpPr>
      <p:sp>
        <p:nvSpPr>
          <p:cNvPr id="8" name="Espace réservé de la date 1">
            <a:extLst>
              <a:ext uri="{FF2B5EF4-FFF2-40B4-BE49-F238E27FC236}">
                <a16:creationId xmlns:a16="http://schemas.microsoft.com/office/drawing/2014/main" id="{48DF368D-0C4B-2743-8FE5-01F96D2C1253}"/>
              </a:ext>
            </a:extLst>
          </p:cNvPr>
          <p:cNvSpPr>
            <a:spLocks noGrp="1"/>
          </p:cNvSpPr>
          <p:nvPr>
            <p:ph type="dt" sz="half" idx="10"/>
          </p:nvPr>
        </p:nvSpPr>
        <p:spPr bwMode="gray">
          <a:xfrm>
            <a:off x="6426336" y="4783500"/>
            <a:ext cx="1170000" cy="360000"/>
          </a:xfrm>
          <a:prstGeom prst="rect">
            <a:avLst/>
          </a:prstGeom>
        </p:spPr>
        <p:txBody>
          <a:bodyPr/>
          <a:lstStyle/>
          <a:p>
            <a:pPr algn="r"/>
            <a:fld id="{6F42726C-76A3-45BB-9E3B-0F2EB6320166}" type="datetime1">
              <a:rPr lang="fr-FR" cap="all" smtClean="0"/>
              <a:pPr algn="r"/>
              <a:t>07/01/2025</a:t>
            </a:fld>
            <a:endParaRPr lang="fr-FR" cap="all" dirty="0"/>
          </a:p>
        </p:txBody>
      </p:sp>
      <p:sp>
        <p:nvSpPr>
          <p:cNvPr id="2" name="Espace réservé du numéro de diapositive 7">
            <a:extLst>
              <a:ext uri="{FF2B5EF4-FFF2-40B4-BE49-F238E27FC236}">
                <a16:creationId xmlns:a16="http://schemas.microsoft.com/office/drawing/2014/main" id="{3FEBFD50-4011-BD8E-6F33-91EE334F822A}"/>
              </a:ext>
            </a:extLst>
          </p:cNvPr>
          <p:cNvSpPr>
            <a:spLocks noGrp="1"/>
          </p:cNvSpPr>
          <p:nvPr>
            <p:ph type="sldNum" sz="quarter" idx="12"/>
          </p:nvPr>
        </p:nvSpPr>
        <p:spPr bwMode="gray">
          <a:xfrm>
            <a:off x="7596336" y="4783500"/>
            <a:ext cx="1080120" cy="360000"/>
          </a:xfrm>
          <a:prstGeom prst="rect">
            <a:avLst/>
          </a:prstGeom>
        </p:spPr>
        <p:txBody>
          <a:bodyPr/>
          <a:lstStyle>
            <a:lvl1pPr algn="r">
              <a:defRPr sz="1400">
                <a:solidFill>
                  <a:srgbClr val="FF0000"/>
                </a:solidFill>
              </a:defRPr>
            </a:lvl1pPr>
          </a:lstStyle>
          <a:p>
            <a:fld id="{733122C9-A0B9-462F-8757-0847AD287B63}" type="slidenum">
              <a:rPr lang="fr-FR" smtClean="0"/>
              <a:pPr/>
              <a:t>‹N°›</a:t>
            </a:fld>
            <a:endParaRPr lang="fr-FR" dirty="0"/>
          </a:p>
        </p:txBody>
      </p:sp>
      <p:sp>
        <p:nvSpPr>
          <p:cNvPr id="3" name="Titre 3">
            <a:extLst>
              <a:ext uri="{FF2B5EF4-FFF2-40B4-BE49-F238E27FC236}">
                <a16:creationId xmlns:a16="http://schemas.microsoft.com/office/drawing/2014/main" id="{053E4752-B7BE-C251-601F-E85D791F72E5}"/>
              </a:ext>
            </a:extLst>
          </p:cNvPr>
          <p:cNvSpPr>
            <a:spLocks noGrp="1"/>
          </p:cNvSpPr>
          <p:nvPr>
            <p:ph type="title" hasCustomPrompt="1"/>
          </p:nvPr>
        </p:nvSpPr>
        <p:spPr bwMode="gray">
          <a:xfrm>
            <a:off x="467543" y="900000"/>
            <a:ext cx="8208913" cy="720000"/>
          </a:xfrm>
        </p:spPr>
        <p:txBody>
          <a:bodyPr/>
          <a:lstStyle>
            <a:lvl1pPr>
              <a:defRPr>
                <a:solidFill>
                  <a:schemeClr val="tx1"/>
                </a:solidFill>
              </a:defRPr>
            </a:lvl1pPr>
          </a:lstStyle>
          <a:p>
            <a:r>
              <a:rPr lang="fr-FR" noProof="0" dirty="0"/>
              <a:t>Titre</a:t>
            </a:r>
            <a:endParaRPr lang="fr-FR" dirty="0"/>
          </a:p>
        </p:txBody>
      </p:sp>
      <p:sp>
        <p:nvSpPr>
          <p:cNvPr id="5" name="Espace réservé du contenu 8">
            <a:extLst>
              <a:ext uri="{FF2B5EF4-FFF2-40B4-BE49-F238E27FC236}">
                <a16:creationId xmlns:a16="http://schemas.microsoft.com/office/drawing/2014/main" id="{7A84DCE6-CC5A-62D3-7F72-C44C2473D024}"/>
              </a:ext>
            </a:extLst>
          </p:cNvPr>
          <p:cNvSpPr>
            <a:spLocks noGrp="1"/>
          </p:cNvSpPr>
          <p:nvPr>
            <p:ph sz="quarter" idx="14" hasCustomPrompt="1"/>
          </p:nvPr>
        </p:nvSpPr>
        <p:spPr bwMode="gray">
          <a:xfrm>
            <a:off x="467543" y="1836000"/>
            <a:ext cx="8208914" cy="2574000"/>
          </a:xfrm>
        </p:spPr>
        <p:txBody>
          <a:bodyPr/>
          <a:lstStyle>
            <a:lvl1pPr>
              <a:defRPr>
                <a:solidFill>
                  <a:schemeClr val="tx1"/>
                </a:solidFill>
              </a:defRPr>
            </a:lvl1pPr>
            <a:lvl2pPr>
              <a:defRPr/>
            </a:lvl2pPr>
            <a:lvl3pPr>
              <a:defRPr/>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6" name="Espace réservé du texte 9">
            <a:extLst>
              <a:ext uri="{FF2B5EF4-FFF2-40B4-BE49-F238E27FC236}">
                <a16:creationId xmlns:a16="http://schemas.microsoft.com/office/drawing/2014/main" id="{B5A000C1-691E-F104-1902-9EF057D87053}"/>
              </a:ext>
            </a:extLst>
          </p:cNvPr>
          <p:cNvSpPr>
            <a:spLocks noGrp="1"/>
          </p:cNvSpPr>
          <p:nvPr>
            <p:ph type="body" sz="quarter" idx="13" hasCustomPrompt="1"/>
          </p:nvPr>
        </p:nvSpPr>
        <p:spPr bwMode="gray">
          <a:xfrm>
            <a:off x="3312000" y="180000"/>
            <a:ext cx="5364456" cy="360000"/>
          </a:xfrm>
        </p:spPr>
        <p:txBody>
          <a:bodyPr/>
          <a:lstStyle>
            <a:lvl1pPr marL="108000" indent="-108000" algn="r">
              <a:spcAft>
                <a:spcPts val="0"/>
              </a:spcAft>
              <a:buFont typeface="+mj-lt"/>
              <a:buAutoNum type="arabicPeriod"/>
              <a:defRPr sz="750" b="1">
                <a:solidFill>
                  <a:schemeClr val="tx1"/>
                </a:solidFill>
              </a:defRPr>
            </a:lvl1pPr>
            <a:lvl2pPr marL="108000" indent="-108000" algn="r">
              <a:spcBef>
                <a:spcPts val="0"/>
              </a:spcBef>
              <a:spcAft>
                <a:spcPts val="0"/>
              </a:spcAft>
              <a:buFont typeface="+mj-lt"/>
              <a:buAutoNum type="alphaLcPeriod"/>
              <a:defRPr sz="750">
                <a:solidFill>
                  <a:schemeClr val="tx1"/>
                </a:solidFill>
              </a:defRPr>
            </a:lvl2pPr>
          </a:lstStyle>
          <a:p>
            <a:pPr lvl="0"/>
            <a:r>
              <a:rPr lang="fr-FR" dirty="0"/>
              <a:t>Titre</a:t>
            </a:r>
          </a:p>
          <a:p>
            <a:pPr lvl="1"/>
            <a:r>
              <a:rPr lang="fr-FR" dirty="0"/>
              <a:t>Sous-titre</a:t>
            </a:r>
          </a:p>
        </p:txBody>
      </p:sp>
    </p:spTree>
    <p:extLst>
      <p:ext uri="{BB962C8B-B14F-4D97-AF65-F5344CB8AC3E}">
        <p14:creationId xmlns:p14="http://schemas.microsoft.com/office/powerpoint/2010/main" val="406129787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3_Chapitre">
    <p:spTree>
      <p:nvGrpSpPr>
        <p:cNvPr id="1" name=""/>
        <p:cNvGrpSpPr/>
        <p:nvPr/>
      </p:nvGrpSpPr>
      <p:grpSpPr>
        <a:xfrm>
          <a:off x="0" y="0"/>
          <a:ext cx="0" cy="0"/>
          <a:chOff x="0" y="0"/>
          <a:chExt cx="0" cy="0"/>
        </a:xfrm>
      </p:grpSpPr>
      <p:sp>
        <p:nvSpPr>
          <p:cNvPr id="7" name="Espace réservé de la date 1">
            <a:extLst>
              <a:ext uri="{FF2B5EF4-FFF2-40B4-BE49-F238E27FC236}">
                <a16:creationId xmlns:a16="http://schemas.microsoft.com/office/drawing/2014/main" id="{9748505C-3D2A-D74D-9CDB-23720A2BFF18}"/>
              </a:ext>
            </a:extLst>
          </p:cNvPr>
          <p:cNvSpPr>
            <a:spLocks noGrp="1"/>
          </p:cNvSpPr>
          <p:nvPr>
            <p:ph type="dt" sz="half" idx="10"/>
          </p:nvPr>
        </p:nvSpPr>
        <p:spPr bwMode="gray">
          <a:xfrm>
            <a:off x="6419323" y="4783500"/>
            <a:ext cx="1170000" cy="360000"/>
          </a:xfrm>
          <a:prstGeom prst="rect">
            <a:avLst/>
          </a:prstGeom>
        </p:spPr>
        <p:txBody>
          <a:bodyPr/>
          <a:lstStyle/>
          <a:p>
            <a:pPr algn="r"/>
            <a:fld id="{80708A47-EF35-45C3-8BF0-5C29E8226EDF}" type="datetime1">
              <a:rPr lang="fr-FR" cap="all" smtClean="0"/>
              <a:pPr algn="r"/>
              <a:t>07/01/2025</a:t>
            </a:fld>
            <a:endParaRPr lang="fr-FR" cap="all" dirty="0"/>
          </a:p>
        </p:txBody>
      </p:sp>
      <p:sp>
        <p:nvSpPr>
          <p:cNvPr id="3" name="Espace réservé du numéro de diapositive 7">
            <a:extLst>
              <a:ext uri="{FF2B5EF4-FFF2-40B4-BE49-F238E27FC236}">
                <a16:creationId xmlns:a16="http://schemas.microsoft.com/office/drawing/2014/main" id="{21EDD869-98C0-F59E-578F-8389EEA6B6DA}"/>
              </a:ext>
            </a:extLst>
          </p:cNvPr>
          <p:cNvSpPr>
            <a:spLocks noGrp="1"/>
          </p:cNvSpPr>
          <p:nvPr>
            <p:ph type="sldNum" sz="quarter" idx="12"/>
          </p:nvPr>
        </p:nvSpPr>
        <p:spPr bwMode="gray">
          <a:xfrm>
            <a:off x="7596336" y="4783500"/>
            <a:ext cx="1080120" cy="360000"/>
          </a:xfrm>
          <a:prstGeom prst="rect">
            <a:avLst/>
          </a:prstGeom>
        </p:spPr>
        <p:txBody>
          <a:bodyPr/>
          <a:lstStyle>
            <a:lvl1pPr algn="r">
              <a:defRPr sz="1400">
                <a:solidFill>
                  <a:srgbClr val="FF0000"/>
                </a:solidFill>
              </a:defRPr>
            </a:lvl1pPr>
          </a:lstStyle>
          <a:p>
            <a:fld id="{733122C9-A0B9-462F-8757-0847AD287B63}" type="slidenum">
              <a:rPr lang="fr-FR" smtClean="0"/>
              <a:pPr/>
              <a:t>‹N°›</a:t>
            </a:fld>
            <a:endParaRPr lang="fr-FR" dirty="0"/>
          </a:p>
        </p:txBody>
      </p:sp>
      <p:sp>
        <p:nvSpPr>
          <p:cNvPr id="5" name="Espace réservé pour une image  7">
            <a:extLst>
              <a:ext uri="{FF2B5EF4-FFF2-40B4-BE49-F238E27FC236}">
                <a16:creationId xmlns:a16="http://schemas.microsoft.com/office/drawing/2014/main" id="{267D06C0-A8EA-E608-4A6F-B67EDDDD287E}"/>
              </a:ext>
            </a:extLst>
          </p:cNvPr>
          <p:cNvSpPr>
            <a:spLocks noGrp="1"/>
          </p:cNvSpPr>
          <p:nvPr>
            <p:ph type="pic" sz="quarter" idx="13" hasCustomPrompt="1"/>
          </p:nvPr>
        </p:nvSpPr>
        <p:spPr bwMode="gray">
          <a:xfrm>
            <a:off x="467544" y="915566"/>
            <a:ext cx="8208912" cy="3672408"/>
          </a:xfrm>
          <a:solidFill>
            <a:schemeClr val="bg1">
              <a:lumMod val="85000"/>
            </a:schemeClr>
          </a:solidFill>
        </p:spPr>
        <p:txBody>
          <a:bodyPr tIns="1080000" anchor="ctr" anchorCtr="0"/>
          <a:lstStyle>
            <a:lvl1pPr algn="ctr">
              <a:defRPr cap="all" baseline="0"/>
            </a:lvl1pPr>
          </a:lstStyle>
          <a:p>
            <a:r>
              <a:rPr lang="fr-FR" dirty="0"/>
              <a:t>Sélectionner l’icône pour insérer une image, </a:t>
            </a:r>
            <a:br>
              <a:rPr lang="fr-FR" dirty="0"/>
            </a:br>
            <a:r>
              <a:rPr lang="fr-FR" dirty="0"/>
              <a:t>puis disposer l’image en arrière plan </a:t>
            </a:r>
            <a:br>
              <a:rPr lang="fr-FR" dirty="0"/>
            </a:br>
            <a:r>
              <a:rPr lang="fr-FR" dirty="0"/>
              <a:t>(Sélectionner l’image avec le bouton droit de la souris / </a:t>
            </a:r>
            <a:br>
              <a:rPr lang="fr-FR" dirty="0"/>
            </a:br>
            <a:r>
              <a:rPr lang="fr-FR" dirty="0"/>
              <a:t>Mettre à l’arrière plan)</a:t>
            </a:r>
          </a:p>
        </p:txBody>
      </p:sp>
      <p:sp>
        <p:nvSpPr>
          <p:cNvPr id="6" name="Titre 1">
            <a:extLst>
              <a:ext uri="{FF2B5EF4-FFF2-40B4-BE49-F238E27FC236}">
                <a16:creationId xmlns:a16="http://schemas.microsoft.com/office/drawing/2014/main" id="{F25B2DE6-0EBC-ACE2-BF9B-00ABA60A7E75}"/>
              </a:ext>
            </a:extLst>
          </p:cNvPr>
          <p:cNvSpPr>
            <a:spLocks noGrp="1"/>
          </p:cNvSpPr>
          <p:nvPr>
            <p:ph type="title" hasCustomPrompt="1"/>
          </p:nvPr>
        </p:nvSpPr>
        <p:spPr bwMode="gray">
          <a:xfrm>
            <a:off x="827585" y="915566"/>
            <a:ext cx="7560840" cy="3672408"/>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noFill/>
          </a:ln>
        </p:spPr>
        <p:txBody>
          <a:bodyPr lIns="0" bIns="360000" anchor="ctr" anchorCtr="0"/>
          <a:lstStyle>
            <a:lvl1pPr marL="396000" indent="-396000">
              <a:buFont typeface="+mj-lt"/>
              <a:buAutoNum type="arabicPeriod"/>
              <a:defRPr sz="3250">
                <a:solidFill>
                  <a:schemeClr val="tx1"/>
                </a:solidFill>
              </a:defRPr>
            </a:lvl1pPr>
          </a:lstStyle>
          <a:p>
            <a:r>
              <a:rPr lang="fr-FR" dirty="0"/>
              <a:t>Titre</a:t>
            </a:r>
          </a:p>
        </p:txBody>
      </p:sp>
    </p:spTree>
    <p:extLst>
      <p:ext uri="{BB962C8B-B14F-4D97-AF65-F5344CB8AC3E}">
        <p14:creationId xmlns:p14="http://schemas.microsoft.com/office/powerpoint/2010/main" val="194474303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3_Titre et textes 3 colonnes">
    <p:spTree>
      <p:nvGrpSpPr>
        <p:cNvPr id="1" name=""/>
        <p:cNvGrpSpPr/>
        <p:nvPr/>
      </p:nvGrpSpPr>
      <p:grpSpPr>
        <a:xfrm>
          <a:off x="0" y="0"/>
          <a:ext cx="0" cy="0"/>
          <a:chOff x="0" y="0"/>
          <a:chExt cx="0" cy="0"/>
        </a:xfrm>
      </p:grpSpPr>
      <p:sp>
        <p:nvSpPr>
          <p:cNvPr id="11" name="Espace réservé de la date 1">
            <a:extLst>
              <a:ext uri="{FF2B5EF4-FFF2-40B4-BE49-F238E27FC236}">
                <a16:creationId xmlns:a16="http://schemas.microsoft.com/office/drawing/2014/main" id="{9F5F8F36-9414-6946-BDAE-0A76E569CDF2}"/>
              </a:ext>
            </a:extLst>
          </p:cNvPr>
          <p:cNvSpPr>
            <a:spLocks noGrp="1"/>
          </p:cNvSpPr>
          <p:nvPr>
            <p:ph type="dt" sz="half" idx="10"/>
          </p:nvPr>
        </p:nvSpPr>
        <p:spPr bwMode="gray">
          <a:xfrm>
            <a:off x="6426336" y="4783500"/>
            <a:ext cx="1170000" cy="360000"/>
          </a:xfrm>
          <a:prstGeom prst="rect">
            <a:avLst/>
          </a:prstGeom>
        </p:spPr>
        <p:txBody>
          <a:bodyPr/>
          <a:lstStyle/>
          <a:p>
            <a:pPr algn="r"/>
            <a:fld id="{74A03300-A62F-4DF5-966E-3CB9D38AC02B}" type="datetime1">
              <a:rPr lang="fr-FR" cap="all" smtClean="0"/>
              <a:pPr algn="r"/>
              <a:t>07/01/2025</a:t>
            </a:fld>
            <a:endParaRPr lang="fr-FR" cap="all" dirty="0"/>
          </a:p>
        </p:txBody>
      </p:sp>
      <p:sp>
        <p:nvSpPr>
          <p:cNvPr id="3" name="Espace réservé du numéro de diapositive 7">
            <a:extLst>
              <a:ext uri="{FF2B5EF4-FFF2-40B4-BE49-F238E27FC236}">
                <a16:creationId xmlns:a16="http://schemas.microsoft.com/office/drawing/2014/main" id="{C713303D-957D-C3FF-65F8-AC7AE214D0E7}"/>
              </a:ext>
            </a:extLst>
          </p:cNvPr>
          <p:cNvSpPr>
            <a:spLocks noGrp="1"/>
          </p:cNvSpPr>
          <p:nvPr>
            <p:ph type="sldNum" sz="quarter" idx="12"/>
          </p:nvPr>
        </p:nvSpPr>
        <p:spPr bwMode="gray">
          <a:xfrm>
            <a:off x="7596336" y="4783500"/>
            <a:ext cx="1080120" cy="360000"/>
          </a:xfrm>
          <a:prstGeom prst="rect">
            <a:avLst/>
          </a:prstGeom>
        </p:spPr>
        <p:txBody>
          <a:bodyPr/>
          <a:lstStyle>
            <a:lvl1pPr algn="r">
              <a:defRPr sz="1400">
                <a:solidFill>
                  <a:srgbClr val="FF0000"/>
                </a:solidFill>
              </a:defRPr>
            </a:lvl1pPr>
          </a:lstStyle>
          <a:p>
            <a:fld id="{733122C9-A0B9-462F-8757-0847AD287B63}" type="slidenum">
              <a:rPr lang="fr-FR" smtClean="0"/>
              <a:pPr/>
              <a:t>‹N°›</a:t>
            </a:fld>
            <a:endParaRPr lang="fr-FR" dirty="0"/>
          </a:p>
        </p:txBody>
      </p:sp>
      <p:sp>
        <p:nvSpPr>
          <p:cNvPr id="4" name="Titre 1">
            <a:extLst>
              <a:ext uri="{FF2B5EF4-FFF2-40B4-BE49-F238E27FC236}">
                <a16:creationId xmlns:a16="http://schemas.microsoft.com/office/drawing/2014/main" id="{C6099BCD-2997-F0EE-6D31-BF84EA2CF9D6}"/>
              </a:ext>
            </a:extLst>
          </p:cNvPr>
          <p:cNvSpPr>
            <a:spLocks noGrp="1"/>
          </p:cNvSpPr>
          <p:nvPr>
            <p:ph type="title" hasCustomPrompt="1"/>
          </p:nvPr>
        </p:nvSpPr>
        <p:spPr bwMode="gray">
          <a:xfrm>
            <a:off x="467543" y="900000"/>
            <a:ext cx="8208913" cy="720000"/>
          </a:xfrm>
        </p:spPr>
        <p:txBody>
          <a:bodyPr/>
          <a:lstStyle>
            <a:lvl1pPr>
              <a:defRPr>
                <a:solidFill>
                  <a:schemeClr val="tx1"/>
                </a:solidFill>
              </a:defRPr>
            </a:lvl1pPr>
          </a:lstStyle>
          <a:p>
            <a:r>
              <a:rPr lang="fr-FR" dirty="0"/>
              <a:t>Titre</a:t>
            </a:r>
          </a:p>
        </p:txBody>
      </p:sp>
      <p:sp>
        <p:nvSpPr>
          <p:cNvPr id="5" name="Espace réservé du texte 11">
            <a:extLst>
              <a:ext uri="{FF2B5EF4-FFF2-40B4-BE49-F238E27FC236}">
                <a16:creationId xmlns:a16="http://schemas.microsoft.com/office/drawing/2014/main" id="{CE9E1EE3-B96E-FEEE-9B11-160E25A960C5}"/>
              </a:ext>
            </a:extLst>
          </p:cNvPr>
          <p:cNvSpPr>
            <a:spLocks noGrp="1"/>
          </p:cNvSpPr>
          <p:nvPr>
            <p:ph type="body" sz="quarter" idx="14" hasCustomPrompt="1"/>
          </p:nvPr>
        </p:nvSpPr>
        <p:spPr bwMode="gray">
          <a:xfrm>
            <a:off x="467543" y="1836000"/>
            <a:ext cx="2520000" cy="2574000"/>
          </a:xfrm>
        </p:spPr>
        <p:txBody>
          <a:bodyPr/>
          <a:lstStyle>
            <a:lvl1pPr>
              <a:defRPr>
                <a:solidFill>
                  <a:schemeClr val="tx1"/>
                </a:solidFill>
              </a:defRPr>
            </a:lvl1pPr>
            <a:lvl2pPr>
              <a:defRPr/>
            </a:lvl2pPr>
            <a:lvl3pPr>
              <a:defRPr baseline="0"/>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6" name="Espace réservé du texte 11">
            <a:extLst>
              <a:ext uri="{FF2B5EF4-FFF2-40B4-BE49-F238E27FC236}">
                <a16:creationId xmlns:a16="http://schemas.microsoft.com/office/drawing/2014/main" id="{0623D511-8F3A-BC6C-8B9A-4A61EB517828}"/>
              </a:ext>
            </a:extLst>
          </p:cNvPr>
          <p:cNvSpPr>
            <a:spLocks noGrp="1"/>
          </p:cNvSpPr>
          <p:nvPr>
            <p:ph type="body" sz="quarter" idx="15" hasCustomPrompt="1"/>
          </p:nvPr>
        </p:nvSpPr>
        <p:spPr bwMode="gray">
          <a:xfrm>
            <a:off x="3312000" y="1836000"/>
            <a:ext cx="2520000" cy="2574000"/>
          </a:xfrm>
        </p:spPr>
        <p:txBody>
          <a:bodyPr/>
          <a:lstStyle>
            <a:lvl1pPr>
              <a:defRPr>
                <a:solidFill>
                  <a:schemeClr val="tx1"/>
                </a:solidFill>
              </a:defRPr>
            </a:lvl1pPr>
            <a:lvl2pPr>
              <a:defRPr/>
            </a:lvl2pPr>
            <a:lvl3pPr>
              <a:defRPr baseline="0"/>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7" name="Espace réservé du texte 11">
            <a:extLst>
              <a:ext uri="{FF2B5EF4-FFF2-40B4-BE49-F238E27FC236}">
                <a16:creationId xmlns:a16="http://schemas.microsoft.com/office/drawing/2014/main" id="{F86BDA20-4BE9-39FB-F411-8371EDBFAA68}"/>
              </a:ext>
            </a:extLst>
          </p:cNvPr>
          <p:cNvSpPr>
            <a:spLocks noGrp="1"/>
          </p:cNvSpPr>
          <p:nvPr>
            <p:ph type="body" sz="quarter" idx="16" hasCustomPrompt="1"/>
          </p:nvPr>
        </p:nvSpPr>
        <p:spPr bwMode="gray">
          <a:xfrm>
            <a:off x="6156456" y="1836000"/>
            <a:ext cx="2520000" cy="2574000"/>
          </a:xfrm>
        </p:spPr>
        <p:txBody>
          <a:bodyPr/>
          <a:lstStyle>
            <a:lvl1pPr>
              <a:defRPr>
                <a:solidFill>
                  <a:schemeClr val="tx1"/>
                </a:solidFill>
              </a:defRPr>
            </a:lvl1pPr>
            <a:lvl2pPr>
              <a:defRPr/>
            </a:lvl2pPr>
            <a:lvl3pPr>
              <a:defRPr baseline="0"/>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8" name="Espace réservé du texte 9">
            <a:extLst>
              <a:ext uri="{FF2B5EF4-FFF2-40B4-BE49-F238E27FC236}">
                <a16:creationId xmlns:a16="http://schemas.microsoft.com/office/drawing/2014/main" id="{40D48E26-A627-507B-7D1B-FCA789939791}"/>
              </a:ext>
            </a:extLst>
          </p:cNvPr>
          <p:cNvSpPr>
            <a:spLocks noGrp="1"/>
          </p:cNvSpPr>
          <p:nvPr>
            <p:ph type="body" sz="quarter" idx="13" hasCustomPrompt="1"/>
          </p:nvPr>
        </p:nvSpPr>
        <p:spPr bwMode="gray">
          <a:xfrm>
            <a:off x="3312000" y="180000"/>
            <a:ext cx="5364456" cy="360000"/>
          </a:xfrm>
        </p:spPr>
        <p:txBody>
          <a:bodyPr/>
          <a:lstStyle>
            <a:lvl1pPr marL="108000" indent="-108000" algn="r">
              <a:spcAft>
                <a:spcPts val="0"/>
              </a:spcAft>
              <a:buFont typeface="+mj-lt"/>
              <a:buAutoNum type="arabicPeriod"/>
              <a:defRPr sz="750" b="1">
                <a:solidFill>
                  <a:schemeClr val="tx1"/>
                </a:solidFill>
              </a:defRPr>
            </a:lvl1pPr>
            <a:lvl2pPr marL="108000" indent="-108000" algn="r">
              <a:spcBef>
                <a:spcPts val="0"/>
              </a:spcBef>
              <a:spcAft>
                <a:spcPts val="0"/>
              </a:spcAft>
              <a:buFont typeface="+mj-lt"/>
              <a:buAutoNum type="alphaLcPeriod"/>
              <a:defRPr sz="750">
                <a:solidFill>
                  <a:schemeClr val="tx1"/>
                </a:solidFill>
              </a:defRPr>
            </a:lvl2pPr>
          </a:lstStyle>
          <a:p>
            <a:pPr lvl="0"/>
            <a:r>
              <a:rPr lang="fr-FR" dirty="0"/>
              <a:t>Titre</a:t>
            </a:r>
          </a:p>
          <a:p>
            <a:pPr lvl="1"/>
            <a:r>
              <a:rPr lang="fr-FR" dirty="0"/>
              <a:t>Sous-titre</a:t>
            </a:r>
          </a:p>
        </p:txBody>
      </p:sp>
    </p:spTree>
    <p:extLst>
      <p:ext uri="{BB962C8B-B14F-4D97-AF65-F5344CB8AC3E}">
        <p14:creationId xmlns:p14="http://schemas.microsoft.com/office/powerpoint/2010/main" val="76943000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4_Titre et contenu">
    <p:spTree>
      <p:nvGrpSpPr>
        <p:cNvPr id="1" name=""/>
        <p:cNvGrpSpPr/>
        <p:nvPr/>
      </p:nvGrpSpPr>
      <p:grpSpPr>
        <a:xfrm>
          <a:off x="0" y="0"/>
          <a:ext cx="0" cy="0"/>
          <a:chOff x="0" y="0"/>
          <a:chExt cx="0" cy="0"/>
        </a:xfrm>
      </p:grpSpPr>
      <p:sp>
        <p:nvSpPr>
          <p:cNvPr id="8" name="Espace réservé de la date 1">
            <a:extLst>
              <a:ext uri="{FF2B5EF4-FFF2-40B4-BE49-F238E27FC236}">
                <a16:creationId xmlns:a16="http://schemas.microsoft.com/office/drawing/2014/main" id="{48DF368D-0C4B-2743-8FE5-01F96D2C1253}"/>
              </a:ext>
            </a:extLst>
          </p:cNvPr>
          <p:cNvSpPr>
            <a:spLocks noGrp="1"/>
          </p:cNvSpPr>
          <p:nvPr>
            <p:ph type="dt" sz="half" idx="10"/>
          </p:nvPr>
        </p:nvSpPr>
        <p:spPr bwMode="gray">
          <a:xfrm>
            <a:off x="6426336" y="4783500"/>
            <a:ext cx="1170000" cy="360000"/>
          </a:xfrm>
          <a:prstGeom prst="rect">
            <a:avLst/>
          </a:prstGeom>
        </p:spPr>
        <p:txBody>
          <a:bodyPr/>
          <a:lstStyle/>
          <a:p>
            <a:pPr algn="r"/>
            <a:fld id="{6F42726C-76A3-45BB-9E3B-0F2EB6320166}" type="datetime1">
              <a:rPr lang="fr-FR" cap="all" smtClean="0"/>
              <a:pPr algn="r"/>
              <a:t>07/01/2025</a:t>
            </a:fld>
            <a:endParaRPr lang="fr-FR" cap="all" dirty="0"/>
          </a:p>
        </p:txBody>
      </p:sp>
      <p:sp>
        <p:nvSpPr>
          <p:cNvPr id="2" name="Espace réservé du numéro de diapositive 7">
            <a:extLst>
              <a:ext uri="{FF2B5EF4-FFF2-40B4-BE49-F238E27FC236}">
                <a16:creationId xmlns:a16="http://schemas.microsoft.com/office/drawing/2014/main" id="{D3D6716E-35E6-9A46-3401-322FD6C560B3}"/>
              </a:ext>
            </a:extLst>
          </p:cNvPr>
          <p:cNvSpPr>
            <a:spLocks noGrp="1"/>
          </p:cNvSpPr>
          <p:nvPr>
            <p:ph type="sldNum" sz="quarter" idx="12"/>
          </p:nvPr>
        </p:nvSpPr>
        <p:spPr bwMode="gray">
          <a:xfrm>
            <a:off x="7596336" y="4783500"/>
            <a:ext cx="1080120" cy="360000"/>
          </a:xfrm>
          <a:prstGeom prst="rect">
            <a:avLst/>
          </a:prstGeom>
        </p:spPr>
        <p:txBody>
          <a:bodyPr/>
          <a:lstStyle>
            <a:lvl1pPr algn="r">
              <a:defRPr sz="1400">
                <a:solidFill>
                  <a:srgbClr val="FF0000"/>
                </a:solidFill>
              </a:defRPr>
            </a:lvl1pPr>
          </a:lstStyle>
          <a:p>
            <a:fld id="{733122C9-A0B9-462F-8757-0847AD287B63}" type="slidenum">
              <a:rPr lang="fr-FR" smtClean="0"/>
              <a:pPr/>
              <a:t>‹N°›</a:t>
            </a:fld>
            <a:endParaRPr lang="fr-FR" dirty="0"/>
          </a:p>
        </p:txBody>
      </p:sp>
      <p:sp>
        <p:nvSpPr>
          <p:cNvPr id="3" name="Titre 3">
            <a:extLst>
              <a:ext uri="{FF2B5EF4-FFF2-40B4-BE49-F238E27FC236}">
                <a16:creationId xmlns:a16="http://schemas.microsoft.com/office/drawing/2014/main" id="{DDB6F684-FFF0-9BFF-F28E-73B95625953A}"/>
              </a:ext>
            </a:extLst>
          </p:cNvPr>
          <p:cNvSpPr>
            <a:spLocks noGrp="1"/>
          </p:cNvSpPr>
          <p:nvPr>
            <p:ph type="title" hasCustomPrompt="1"/>
          </p:nvPr>
        </p:nvSpPr>
        <p:spPr bwMode="gray">
          <a:xfrm>
            <a:off x="467543" y="900000"/>
            <a:ext cx="8208913" cy="720000"/>
          </a:xfrm>
        </p:spPr>
        <p:txBody>
          <a:bodyPr/>
          <a:lstStyle>
            <a:lvl1pPr>
              <a:defRPr>
                <a:solidFill>
                  <a:schemeClr val="tx1"/>
                </a:solidFill>
              </a:defRPr>
            </a:lvl1pPr>
          </a:lstStyle>
          <a:p>
            <a:r>
              <a:rPr lang="fr-FR" noProof="0" dirty="0"/>
              <a:t>Titre</a:t>
            </a:r>
            <a:endParaRPr lang="fr-FR" dirty="0"/>
          </a:p>
        </p:txBody>
      </p:sp>
      <p:sp>
        <p:nvSpPr>
          <p:cNvPr id="5" name="Espace réservé du contenu 8">
            <a:extLst>
              <a:ext uri="{FF2B5EF4-FFF2-40B4-BE49-F238E27FC236}">
                <a16:creationId xmlns:a16="http://schemas.microsoft.com/office/drawing/2014/main" id="{D4B03BF3-C378-2FE2-8D59-9E342E83CE0E}"/>
              </a:ext>
            </a:extLst>
          </p:cNvPr>
          <p:cNvSpPr>
            <a:spLocks noGrp="1"/>
          </p:cNvSpPr>
          <p:nvPr>
            <p:ph sz="quarter" idx="14" hasCustomPrompt="1"/>
          </p:nvPr>
        </p:nvSpPr>
        <p:spPr bwMode="gray">
          <a:xfrm>
            <a:off x="467543" y="1836000"/>
            <a:ext cx="8208914" cy="2574000"/>
          </a:xfrm>
        </p:spPr>
        <p:txBody>
          <a:bodyPr/>
          <a:lstStyle>
            <a:lvl1pPr>
              <a:defRPr>
                <a:solidFill>
                  <a:schemeClr val="tx1"/>
                </a:solidFill>
              </a:defRPr>
            </a:lvl1pPr>
            <a:lvl2pPr>
              <a:defRPr/>
            </a:lvl2pPr>
            <a:lvl3pPr>
              <a:defRPr/>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6" name="Espace réservé du texte 9">
            <a:extLst>
              <a:ext uri="{FF2B5EF4-FFF2-40B4-BE49-F238E27FC236}">
                <a16:creationId xmlns:a16="http://schemas.microsoft.com/office/drawing/2014/main" id="{372358B2-A1B9-F1AD-6A34-48FD17F0F3CB}"/>
              </a:ext>
            </a:extLst>
          </p:cNvPr>
          <p:cNvSpPr>
            <a:spLocks noGrp="1"/>
          </p:cNvSpPr>
          <p:nvPr>
            <p:ph type="body" sz="quarter" idx="13" hasCustomPrompt="1"/>
          </p:nvPr>
        </p:nvSpPr>
        <p:spPr bwMode="gray">
          <a:xfrm>
            <a:off x="3312000" y="180000"/>
            <a:ext cx="5364456" cy="360000"/>
          </a:xfrm>
        </p:spPr>
        <p:txBody>
          <a:bodyPr/>
          <a:lstStyle>
            <a:lvl1pPr marL="108000" indent="-108000" algn="r">
              <a:spcAft>
                <a:spcPts val="0"/>
              </a:spcAft>
              <a:buFont typeface="+mj-lt"/>
              <a:buAutoNum type="arabicPeriod"/>
              <a:defRPr sz="750" b="1">
                <a:solidFill>
                  <a:schemeClr val="tx1"/>
                </a:solidFill>
              </a:defRPr>
            </a:lvl1pPr>
            <a:lvl2pPr marL="108000" indent="-108000" algn="r">
              <a:spcBef>
                <a:spcPts val="0"/>
              </a:spcBef>
              <a:spcAft>
                <a:spcPts val="0"/>
              </a:spcAft>
              <a:buFont typeface="+mj-lt"/>
              <a:buAutoNum type="alphaLcPeriod"/>
              <a:defRPr sz="750">
                <a:solidFill>
                  <a:schemeClr val="tx1"/>
                </a:solidFill>
              </a:defRPr>
            </a:lvl2pPr>
          </a:lstStyle>
          <a:p>
            <a:pPr lvl="0"/>
            <a:r>
              <a:rPr lang="fr-FR" dirty="0"/>
              <a:t>Titre</a:t>
            </a:r>
          </a:p>
          <a:p>
            <a:pPr lvl="1"/>
            <a:r>
              <a:rPr lang="fr-FR" dirty="0"/>
              <a:t>Sous-titre</a:t>
            </a:r>
          </a:p>
        </p:txBody>
      </p:sp>
    </p:spTree>
    <p:extLst>
      <p:ext uri="{BB962C8B-B14F-4D97-AF65-F5344CB8AC3E}">
        <p14:creationId xmlns:p14="http://schemas.microsoft.com/office/powerpoint/2010/main" val="206218044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4_Chapitre">
    <p:spTree>
      <p:nvGrpSpPr>
        <p:cNvPr id="1" name=""/>
        <p:cNvGrpSpPr/>
        <p:nvPr/>
      </p:nvGrpSpPr>
      <p:grpSpPr>
        <a:xfrm>
          <a:off x="0" y="0"/>
          <a:ext cx="0" cy="0"/>
          <a:chOff x="0" y="0"/>
          <a:chExt cx="0" cy="0"/>
        </a:xfrm>
      </p:grpSpPr>
      <p:sp>
        <p:nvSpPr>
          <p:cNvPr id="7" name="Espace réservé de la date 1">
            <a:extLst>
              <a:ext uri="{FF2B5EF4-FFF2-40B4-BE49-F238E27FC236}">
                <a16:creationId xmlns:a16="http://schemas.microsoft.com/office/drawing/2014/main" id="{9748505C-3D2A-D74D-9CDB-23720A2BFF18}"/>
              </a:ext>
            </a:extLst>
          </p:cNvPr>
          <p:cNvSpPr>
            <a:spLocks noGrp="1"/>
          </p:cNvSpPr>
          <p:nvPr>
            <p:ph type="dt" sz="half" idx="10"/>
          </p:nvPr>
        </p:nvSpPr>
        <p:spPr bwMode="gray">
          <a:xfrm>
            <a:off x="6419323" y="4783500"/>
            <a:ext cx="1170000" cy="360000"/>
          </a:xfrm>
          <a:prstGeom prst="rect">
            <a:avLst/>
          </a:prstGeom>
        </p:spPr>
        <p:txBody>
          <a:bodyPr/>
          <a:lstStyle/>
          <a:p>
            <a:pPr algn="r"/>
            <a:fld id="{80708A47-EF35-45C3-8BF0-5C29E8226EDF}" type="datetime1">
              <a:rPr lang="fr-FR" cap="all" smtClean="0"/>
              <a:pPr algn="r"/>
              <a:t>07/01/2025</a:t>
            </a:fld>
            <a:endParaRPr lang="fr-FR" cap="all" dirty="0"/>
          </a:p>
        </p:txBody>
      </p:sp>
      <p:sp>
        <p:nvSpPr>
          <p:cNvPr id="3" name="Espace réservé du numéro de diapositive 7">
            <a:extLst>
              <a:ext uri="{FF2B5EF4-FFF2-40B4-BE49-F238E27FC236}">
                <a16:creationId xmlns:a16="http://schemas.microsoft.com/office/drawing/2014/main" id="{D2261B49-61BC-08FD-F4D5-755ADDBDF97D}"/>
              </a:ext>
            </a:extLst>
          </p:cNvPr>
          <p:cNvSpPr>
            <a:spLocks noGrp="1"/>
          </p:cNvSpPr>
          <p:nvPr>
            <p:ph type="sldNum" sz="quarter" idx="12"/>
          </p:nvPr>
        </p:nvSpPr>
        <p:spPr bwMode="gray">
          <a:xfrm>
            <a:off x="7596336" y="4783500"/>
            <a:ext cx="1080120" cy="360000"/>
          </a:xfrm>
          <a:prstGeom prst="rect">
            <a:avLst/>
          </a:prstGeom>
        </p:spPr>
        <p:txBody>
          <a:bodyPr/>
          <a:lstStyle>
            <a:lvl1pPr algn="r">
              <a:defRPr sz="1400">
                <a:solidFill>
                  <a:srgbClr val="FF0000"/>
                </a:solidFill>
              </a:defRPr>
            </a:lvl1pPr>
          </a:lstStyle>
          <a:p>
            <a:fld id="{733122C9-A0B9-462F-8757-0847AD287B63}" type="slidenum">
              <a:rPr lang="fr-FR" smtClean="0"/>
              <a:pPr/>
              <a:t>‹N°›</a:t>
            </a:fld>
            <a:endParaRPr lang="fr-FR" dirty="0"/>
          </a:p>
        </p:txBody>
      </p:sp>
      <p:sp>
        <p:nvSpPr>
          <p:cNvPr id="4" name="Espace réservé pour une image  7">
            <a:extLst>
              <a:ext uri="{FF2B5EF4-FFF2-40B4-BE49-F238E27FC236}">
                <a16:creationId xmlns:a16="http://schemas.microsoft.com/office/drawing/2014/main" id="{19FE17F8-3961-56C2-F560-271C7C130BC7}"/>
              </a:ext>
            </a:extLst>
          </p:cNvPr>
          <p:cNvSpPr>
            <a:spLocks noGrp="1"/>
          </p:cNvSpPr>
          <p:nvPr>
            <p:ph type="pic" sz="quarter" idx="13" hasCustomPrompt="1"/>
          </p:nvPr>
        </p:nvSpPr>
        <p:spPr bwMode="gray">
          <a:xfrm>
            <a:off x="467544" y="915566"/>
            <a:ext cx="8208912" cy="3672408"/>
          </a:xfrm>
          <a:solidFill>
            <a:schemeClr val="bg1">
              <a:lumMod val="85000"/>
            </a:schemeClr>
          </a:solidFill>
        </p:spPr>
        <p:txBody>
          <a:bodyPr tIns="1080000" anchor="ctr" anchorCtr="0"/>
          <a:lstStyle>
            <a:lvl1pPr algn="ctr">
              <a:defRPr cap="all" baseline="0"/>
            </a:lvl1pPr>
          </a:lstStyle>
          <a:p>
            <a:r>
              <a:rPr lang="fr-FR" dirty="0"/>
              <a:t>Sélectionner l’icône pour insérer une image, </a:t>
            </a:r>
            <a:br>
              <a:rPr lang="fr-FR" dirty="0"/>
            </a:br>
            <a:r>
              <a:rPr lang="fr-FR" dirty="0"/>
              <a:t>puis disposer l’image en arrière plan </a:t>
            </a:r>
            <a:br>
              <a:rPr lang="fr-FR" dirty="0"/>
            </a:br>
            <a:r>
              <a:rPr lang="fr-FR" dirty="0"/>
              <a:t>(Sélectionner l’image avec le bouton droit de la souris / </a:t>
            </a:r>
            <a:br>
              <a:rPr lang="fr-FR" dirty="0"/>
            </a:br>
            <a:r>
              <a:rPr lang="fr-FR" dirty="0"/>
              <a:t>Mettre à l’arrière plan)</a:t>
            </a:r>
          </a:p>
        </p:txBody>
      </p:sp>
      <p:sp>
        <p:nvSpPr>
          <p:cNvPr id="5" name="Titre 1">
            <a:extLst>
              <a:ext uri="{FF2B5EF4-FFF2-40B4-BE49-F238E27FC236}">
                <a16:creationId xmlns:a16="http://schemas.microsoft.com/office/drawing/2014/main" id="{FAD2F008-B2DE-BF59-0EF6-5FE51C2BB01C}"/>
              </a:ext>
            </a:extLst>
          </p:cNvPr>
          <p:cNvSpPr>
            <a:spLocks noGrp="1"/>
          </p:cNvSpPr>
          <p:nvPr>
            <p:ph type="title" hasCustomPrompt="1"/>
          </p:nvPr>
        </p:nvSpPr>
        <p:spPr bwMode="gray">
          <a:xfrm>
            <a:off x="827585" y="915566"/>
            <a:ext cx="7560840" cy="3672408"/>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noFill/>
          </a:ln>
        </p:spPr>
        <p:txBody>
          <a:bodyPr lIns="0" bIns="360000" anchor="ctr" anchorCtr="0"/>
          <a:lstStyle>
            <a:lvl1pPr marL="396000" indent="-396000">
              <a:buFont typeface="+mj-lt"/>
              <a:buAutoNum type="arabicPeriod"/>
              <a:defRPr sz="3250">
                <a:solidFill>
                  <a:schemeClr val="tx1"/>
                </a:solidFill>
              </a:defRPr>
            </a:lvl1pPr>
          </a:lstStyle>
          <a:p>
            <a:r>
              <a:rPr lang="fr-FR" dirty="0"/>
              <a:t>Titre</a:t>
            </a:r>
          </a:p>
        </p:txBody>
      </p:sp>
    </p:spTree>
    <p:extLst>
      <p:ext uri="{BB962C8B-B14F-4D97-AF65-F5344CB8AC3E}">
        <p14:creationId xmlns:p14="http://schemas.microsoft.com/office/powerpoint/2010/main" val="95882631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4_Titre et textes 3 colonnes">
    <p:spTree>
      <p:nvGrpSpPr>
        <p:cNvPr id="1" name=""/>
        <p:cNvGrpSpPr/>
        <p:nvPr/>
      </p:nvGrpSpPr>
      <p:grpSpPr>
        <a:xfrm>
          <a:off x="0" y="0"/>
          <a:ext cx="0" cy="0"/>
          <a:chOff x="0" y="0"/>
          <a:chExt cx="0" cy="0"/>
        </a:xfrm>
      </p:grpSpPr>
      <p:sp>
        <p:nvSpPr>
          <p:cNvPr id="11" name="Espace réservé de la date 1">
            <a:extLst>
              <a:ext uri="{FF2B5EF4-FFF2-40B4-BE49-F238E27FC236}">
                <a16:creationId xmlns:a16="http://schemas.microsoft.com/office/drawing/2014/main" id="{9F5F8F36-9414-6946-BDAE-0A76E569CDF2}"/>
              </a:ext>
            </a:extLst>
          </p:cNvPr>
          <p:cNvSpPr>
            <a:spLocks noGrp="1"/>
          </p:cNvSpPr>
          <p:nvPr>
            <p:ph type="dt" sz="half" idx="10"/>
          </p:nvPr>
        </p:nvSpPr>
        <p:spPr bwMode="gray">
          <a:xfrm>
            <a:off x="6426336" y="4783500"/>
            <a:ext cx="1170000" cy="360000"/>
          </a:xfrm>
          <a:prstGeom prst="rect">
            <a:avLst/>
          </a:prstGeom>
        </p:spPr>
        <p:txBody>
          <a:bodyPr/>
          <a:lstStyle/>
          <a:p>
            <a:pPr algn="r"/>
            <a:fld id="{74A03300-A62F-4DF5-966E-3CB9D38AC02B}" type="datetime1">
              <a:rPr lang="fr-FR" cap="all" smtClean="0"/>
              <a:pPr algn="r"/>
              <a:t>07/01/2025</a:t>
            </a:fld>
            <a:endParaRPr lang="fr-FR" cap="all" dirty="0"/>
          </a:p>
        </p:txBody>
      </p:sp>
      <p:sp>
        <p:nvSpPr>
          <p:cNvPr id="3" name="Espace réservé du numéro de diapositive 7">
            <a:extLst>
              <a:ext uri="{FF2B5EF4-FFF2-40B4-BE49-F238E27FC236}">
                <a16:creationId xmlns:a16="http://schemas.microsoft.com/office/drawing/2014/main" id="{B90D4875-6211-D712-5823-AC28DCEDD361}"/>
              </a:ext>
            </a:extLst>
          </p:cNvPr>
          <p:cNvSpPr>
            <a:spLocks noGrp="1"/>
          </p:cNvSpPr>
          <p:nvPr>
            <p:ph type="sldNum" sz="quarter" idx="12"/>
          </p:nvPr>
        </p:nvSpPr>
        <p:spPr bwMode="gray">
          <a:xfrm>
            <a:off x="7596336" y="4783500"/>
            <a:ext cx="1080120" cy="360000"/>
          </a:xfrm>
          <a:prstGeom prst="rect">
            <a:avLst/>
          </a:prstGeom>
        </p:spPr>
        <p:txBody>
          <a:bodyPr/>
          <a:lstStyle>
            <a:lvl1pPr algn="r">
              <a:defRPr sz="1400">
                <a:solidFill>
                  <a:srgbClr val="FF0000"/>
                </a:solidFill>
              </a:defRPr>
            </a:lvl1pPr>
          </a:lstStyle>
          <a:p>
            <a:fld id="{733122C9-A0B9-462F-8757-0847AD287B63}" type="slidenum">
              <a:rPr lang="fr-FR" smtClean="0"/>
              <a:pPr/>
              <a:t>‹N°›</a:t>
            </a:fld>
            <a:endParaRPr lang="fr-FR" dirty="0"/>
          </a:p>
        </p:txBody>
      </p:sp>
      <p:sp>
        <p:nvSpPr>
          <p:cNvPr id="4" name="Titre 1">
            <a:extLst>
              <a:ext uri="{FF2B5EF4-FFF2-40B4-BE49-F238E27FC236}">
                <a16:creationId xmlns:a16="http://schemas.microsoft.com/office/drawing/2014/main" id="{C3E13540-A18A-96B0-6A60-14EAD0037620}"/>
              </a:ext>
            </a:extLst>
          </p:cNvPr>
          <p:cNvSpPr>
            <a:spLocks noGrp="1"/>
          </p:cNvSpPr>
          <p:nvPr>
            <p:ph type="title" hasCustomPrompt="1"/>
          </p:nvPr>
        </p:nvSpPr>
        <p:spPr bwMode="gray">
          <a:xfrm>
            <a:off x="467543" y="900000"/>
            <a:ext cx="8208913" cy="720000"/>
          </a:xfrm>
        </p:spPr>
        <p:txBody>
          <a:bodyPr/>
          <a:lstStyle>
            <a:lvl1pPr>
              <a:defRPr>
                <a:solidFill>
                  <a:schemeClr val="tx1"/>
                </a:solidFill>
              </a:defRPr>
            </a:lvl1pPr>
          </a:lstStyle>
          <a:p>
            <a:r>
              <a:rPr lang="fr-FR" dirty="0"/>
              <a:t>Titre</a:t>
            </a:r>
          </a:p>
        </p:txBody>
      </p:sp>
      <p:sp>
        <p:nvSpPr>
          <p:cNvPr id="5" name="Espace réservé du texte 11">
            <a:extLst>
              <a:ext uri="{FF2B5EF4-FFF2-40B4-BE49-F238E27FC236}">
                <a16:creationId xmlns:a16="http://schemas.microsoft.com/office/drawing/2014/main" id="{FD8B63AE-DF04-8B65-882C-7D2998FF32C1}"/>
              </a:ext>
            </a:extLst>
          </p:cNvPr>
          <p:cNvSpPr>
            <a:spLocks noGrp="1"/>
          </p:cNvSpPr>
          <p:nvPr>
            <p:ph type="body" sz="quarter" idx="14" hasCustomPrompt="1"/>
          </p:nvPr>
        </p:nvSpPr>
        <p:spPr bwMode="gray">
          <a:xfrm>
            <a:off x="467543" y="1836000"/>
            <a:ext cx="2520000" cy="2574000"/>
          </a:xfrm>
        </p:spPr>
        <p:txBody>
          <a:bodyPr/>
          <a:lstStyle>
            <a:lvl1pPr>
              <a:defRPr>
                <a:solidFill>
                  <a:schemeClr val="tx1"/>
                </a:solidFill>
              </a:defRPr>
            </a:lvl1pPr>
            <a:lvl2pPr>
              <a:defRPr/>
            </a:lvl2pPr>
            <a:lvl3pPr>
              <a:defRPr baseline="0"/>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6" name="Espace réservé du texte 11">
            <a:extLst>
              <a:ext uri="{FF2B5EF4-FFF2-40B4-BE49-F238E27FC236}">
                <a16:creationId xmlns:a16="http://schemas.microsoft.com/office/drawing/2014/main" id="{60733CAB-28DE-FA77-DF74-BC7D5FD70951}"/>
              </a:ext>
            </a:extLst>
          </p:cNvPr>
          <p:cNvSpPr>
            <a:spLocks noGrp="1"/>
          </p:cNvSpPr>
          <p:nvPr>
            <p:ph type="body" sz="quarter" idx="15" hasCustomPrompt="1"/>
          </p:nvPr>
        </p:nvSpPr>
        <p:spPr bwMode="gray">
          <a:xfrm>
            <a:off x="3312000" y="1836000"/>
            <a:ext cx="2520000" cy="2574000"/>
          </a:xfrm>
        </p:spPr>
        <p:txBody>
          <a:bodyPr/>
          <a:lstStyle>
            <a:lvl1pPr>
              <a:defRPr>
                <a:solidFill>
                  <a:schemeClr val="tx1"/>
                </a:solidFill>
              </a:defRPr>
            </a:lvl1pPr>
            <a:lvl2pPr>
              <a:defRPr/>
            </a:lvl2pPr>
            <a:lvl3pPr>
              <a:defRPr baseline="0"/>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7" name="Espace réservé du texte 11">
            <a:extLst>
              <a:ext uri="{FF2B5EF4-FFF2-40B4-BE49-F238E27FC236}">
                <a16:creationId xmlns:a16="http://schemas.microsoft.com/office/drawing/2014/main" id="{C77177D9-F143-9BEF-8488-7BDBDDA84EBB}"/>
              </a:ext>
            </a:extLst>
          </p:cNvPr>
          <p:cNvSpPr>
            <a:spLocks noGrp="1"/>
          </p:cNvSpPr>
          <p:nvPr>
            <p:ph type="body" sz="quarter" idx="16" hasCustomPrompt="1"/>
          </p:nvPr>
        </p:nvSpPr>
        <p:spPr bwMode="gray">
          <a:xfrm>
            <a:off x="6156456" y="1836000"/>
            <a:ext cx="2520000" cy="2574000"/>
          </a:xfrm>
        </p:spPr>
        <p:txBody>
          <a:bodyPr/>
          <a:lstStyle>
            <a:lvl1pPr>
              <a:defRPr>
                <a:solidFill>
                  <a:schemeClr val="tx1"/>
                </a:solidFill>
              </a:defRPr>
            </a:lvl1pPr>
            <a:lvl2pPr>
              <a:defRPr/>
            </a:lvl2pPr>
            <a:lvl3pPr>
              <a:defRPr baseline="0"/>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8" name="Espace réservé du texte 9">
            <a:extLst>
              <a:ext uri="{FF2B5EF4-FFF2-40B4-BE49-F238E27FC236}">
                <a16:creationId xmlns:a16="http://schemas.microsoft.com/office/drawing/2014/main" id="{C50B2D90-1933-7507-D820-8E312EB3B786}"/>
              </a:ext>
            </a:extLst>
          </p:cNvPr>
          <p:cNvSpPr>
            <a:spLocks noGrp="1"/>
          </p:cNvSpPr>
          <p:nvPr>
            <p:ph type="body" sz="quarter" idx="13" hasCustomPrompt="1"/>
          </p:nvPr>
        </p:nvSpPr>
        <p:spPr bwMode="gray">
          <a:xfrm>
            <a:off x="3312000" y="180000"/>
            <a:ext cx="5364456" cy="360000"/>
          </a:xfrm>
        </p:spPr>
        <p:txBody>
          <a:bodyPr/>
          <a:lstStyle>
            <a:lvl1pPr marL="108000" indent="-108000" algn="r">
              <a:spcAft>
                <a:spcPts val="0"/>
              </a:spcAft>
              <a:buFont typeface="+mj-lt"/>
              <a:buAutoNum type="arabicPeriod"/>
              <a:defRPr sz="750" b="1">
                <a:solidFill>
                  <a:schemeClr val="tx1"/>
                </a:solidFill>
              </a:defRPr>
            </a:lvl1pPr>
            <a:lvl2pPr marL="108000" indent="-108000" algn="r">
              <a:spcBef>
                <a:spcPts val="0"/>
              </a:spcBef>
              <a:spcAft>
                <a:spcPts val="0"/>
              </a:spcAft>
              <a:buFont typeface="+mj-lt"/>
              <a:buAutoNum type="alphaLcPeriod"/>
              <a:defRPr sz="750">
                <a:solidFill>
                  <a:schemeClr val="tx1"/>
                </a:solidFill>
              </a:defRPr>
            </a:lvl2pPr>
          </a:lstStyle>
          <a:p>
            <a:pPr lvl="0"/>
            <a:r>
              <a:rPr lang="fr-FR" dirty="0"/>
              <a:t>Titre</a:t>
            </a:r>
          </a:p>
          <a:p>
            <a:pPr lvl="1"/>
            <a:r>
              <a:rPr lang="fr-FR" dirty="0"/>
              <a:t>Sous-titre</a:t>
            </a:r>
          </a:p>
        </p:txBody>
      </p:sp>
    </p:spTree>
    <p:extLst>
      <p:ext uri="{BB962C8B-B14F-4D97-AF65-F5344CB8AC3E}">
        <p14:creationId xmlns:p14="http://schemas.microsoft.com/office/powerpoint/2010/main" val="242212750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826396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Couverture">
    <p:spTree>
      <p:nvGrpSpPr>
        <p:cNvPr id="1" name=""/>
        <p:cNvGrpSpPr/>
        <p:nvPr/>
      </p:nvGrpSpPr>
      <p:grpSpPr>
        <a:xfrm>
          <a:off x="0" y="0"/>
          <a:ext cx="0" cy="0"/>
          <a:chOff x="0" y="0"/>
          <a:chExt cx="0" cy="0"/>
        </a:xfrm>
      </p:grpSpPr>
      <p:sp>
        <p:nvSpPr>
          <p:cNvPr id="4" name="Espace réservé de la date 3"/>
          <p:cNvSpPr>
            <a:spLocks noGrp="1"/>
          </p:cNvSpPr>
          <p:nvPr>
            <p:ph type="dt" sz="half" idx="10"/>
          </p:nvPr>
        </p:nvSpPr>
        <p:spPr bwMode="gray">
          <a:xfrm>
            <a:off x="0" y="4963500"/>
            <a:ext cx="180000" cy="180000"/>
          </a:xfrm>
          <a:prstGeom prst="rect">
            <a:avLst/>
          </a:prstGeom>
          <a:ln>
            <a:solidFill>
              <a:schemeClr val="tx1">
                <a:alpha val="0"/>
              </a:schemeClr>
            </a:solidFill>
          </a:ln>
        </p:spPr>
        <p:txBody>
          <a:bodyPr/>
          <a:lstStyle>
            <a:lvl1pPr>
              <a:defRPr sz="100">
                <a:solidFill>
                  <a:schemeClr val="tx1">
                    <a:alpha val="0"/>
                  </a:schemeClr>
                </a:solidFill>
              </a:defRPr>
            </a:lvl1pPr>
          </a:lstStyle>
          <a:p>
            <a:fld id="{CD35FC20-8278-49B4-BAA7-5618786AC5BB}" type="datetime1">
              <a:rPr lang="fr-FR" smtClean="0"/>
              <a:pPr/>
              <a:t>07/01/2025</a:t>
            </a:fld>
            <a:endParaRPr lang="fr-FR" dirty="0"/>
          </a:p>
        </p:txBody>
      </p:sp>
      <p:sp>
        <p:nvSpPr>
          <p:cNvPr id="5" name="Espace réservé du pied de page 4"/>
          <p:cNvSpPr>
            <a:spLocks noGrp="1"/>
          </p:cNvSpPr>
          <p:nvPr>
            <p:ph type="ftr" sz="quarter" idx="11"/>
          </p:nvPr>
        </p:nvSpPr>
        <p:spPr bwMode="gray">
          <a:xfrm>
            <a:off x="720000" y="3919897"/>
            <a:ext cx="3240000" cy="900000"/>
          </a:xfrm>
          <a:prstGeom prst="rect">
            <a:avLst/>
          </a:prstGeom>
        </p:spPr>
        <p:txBody>
          <a:bodyPr anchor="b" anchorCtr="0"/>
          <a:lstStyle>
            <a:lvl1pPr>
              <a:defRPr sz="1150"/>
            </a:lvl1pPr>
          </a:lstStyle>
          <a:p>
            <a:r>
              <a:rPr lang="fr-FR" dirty="0"/>
              <a:t>Intitulé de la direction/service interministérielle</a:t>
            </a:r>
          </a:p>
        </p:txBody>
      </p:sp>
      <p:sp>
        <p:nvSpPr>
          <p:cNvPr id="6" name="Espace réservé du numéro de diapositive 5"/>
          <p:cNvSpPr>
            <a:spLocks noGrp="1"/>
          </p:cNvSpPr>
          <p:nvPr>
            <p:ph type="sldNum" sz="quarter" idx="12"/>
          </p:nvPr>
        </p:nvSpPr>
        <p:spPr bwMode="gray">
          <a:xfrm>
            <a:off x="0" y="4963500"/>
            <a:ext cx="180000" cy="180000"/>
          </a:xfrm>
          <a:prstGeom prst="rect">
            <a:avLst/>
          </a:prstGeom>
          <a:ln>
            <a:solidFill>
              <a:schemeClr val="tx1">
                <a:alpha val="0"/>
              </a:schemeClr>
            </a:solidFill>
          </a:ln>
        </p:spPr>
        <p:txBody>
          <a:bodyPr/>
          <a:lstStyle>
            <a:lvl1pPr>
              <a:defRPr sz="100">
                <a:solidFill>
                  <a:schemeClr val="tx1">
                    <a:alpha val="0"/>
                  </a:schemeClr>
                </a:solidFill>
              </a:defRPr>
            </a:lvl1pPr>
          </a:lstStyle>
          <a:p>
            <a:fld id="{10C140CD-8AED-46FF-A9A2-77308F3F39AE}" type="slidenum">
              <a:rPr lang="fr-FR" smtClean="0"/>
              <a:pPr/>
              <a:t>‹N°›</a:t>
            </a:fld>
            <a:endParaRPr lang="fr-FR" dirty="0"/>
          </a:p>
        </p:txBody>
      </p:sp>
      <p:sp>
        <p:nvSpPr>
          <p:cNvPr id="7" name="Titre 6"/>
          <p:cNvSpPr>
            <a:spLocks noGrp="1"/>
          </p:cNvSpPr>
          <p:nvPr>
            <p:ph type="title" hasCustomPrompt="1"/>
          </p:nvPr>
        </p:nvSpPr>
        <p:spPr bwMode="gray">
          <a:xfrm>
            <a:off x="0" y="0"/>
            <a:ext cx="180000" cy="180000"/>
          </a:xfrm>
          <a:ln>
            <a:solidFill>
              <a:schemeClr val="tx1">
                <a:alpha val="0"/>
              </a:schemeClr>
            </a:solidFill>
          </a:ln>
        </p:spPr>
        <p:txBody>
          <a:bodyPr/>
          <a:lstStyle>
            <a:lvl1pPr>
              <a:defRPr sz="100">
                <a:solidFill>
                  <a:schemeClr val="tx1">
                    <a:alpha val="0"/>
                  </a:schemeClr>
                </a:solidFill>
              </a:defRPr>
            </a:lvl1pPr>
          </a:lstStyle>
          <a:p>
            <a:r>
              <a:rPr lang="fr-FR" dirty="0"/>
              <a:t>Titre</a:t>
            </a: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124222367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re et sous-titre">
    <p:spTree>
      <p:nvGrpSpPr>
        <p:cNvPr id="1" name=""/>
        <p:cNvGrpSpPr/>
        <p:nvPr/>
      </p:nvGrpSpPr>
      <p:grpSpPr>
        <a:xfrm>
          <a:off x="0" y="0"/>
          <a:ext cx="0" cy="0"/>
          <a:chOff x="0" y="0"/>
          <a:chExt cx="0" cy="0"/>
        </a:xfrm>
      </p:grpSpPr>
      <p:sp>
        <p:nvSpPr>
          <p:cNvPr id="7" name="Titre 6"/>
          <p:cNvSpPr>
            <a:spLocks noGrp="1"/>
          </p:cNvSpPr>
          <p:nvPr>
            <p:ph type="title" hasCustomPrompt="1"/>
          </p:nvPr>
        </p:nvSpPr>
        <p:spPr bwMode="gray">
          <a:xfrm>
            <a:off x="0" y="0"/>
            <a:ext cx="180000" cy="180000"/>
          </a:xfrm>
          <a:ln>
            <a:solidFill>
              <a:schemeClr val="tx1">
                <a:alpha val="0"/>
              </a:schemeClr>
            </a:solidFill>
          </a:ln>
        </p:spPr>
        <p:txBody>
          <a:bodyPr/>
          <a:lstStyle>
            <a:lvl1pPr>
              <a:defRPr sz="100">
                <a:solidFill>
                  <a:schemeClr val="tx1">
                    <a:alpha val="0"/>
                  </a:schemeClr>
                </a:solidFill>
              </a:defRPr>
            </a:lvl1pPr>
          </a:lstStyle>
          <a:p>
            <a:r>
              <a:rPr lang="fr-FR" dirty="0"/>
              <a:t>Titre</a:t>
            </a:r>
          </a:p>
        </p:txBody>
      </p:sp>
      <p:sp>
        <p:nvSpPr>
          <p:cNvPr id="2" name="Espace réservé de la date 1"/>
          <p:cNvSpPr>
            <a:spLocks noGrp="1"/>
          </p:cNvSpPr>
          <p:nvPr>
            <p:ph type="dt" sz="half" idx="10"/>
          </p:nvPr>
        </p:nvSpPr>
        <p:spPr bwMode="gray">
          <a:xfrm>
            <a:off x="6426336" y="4783500"/>
            <a:ext cx="1170000" cy="360000"/>
          </a:xfrm>
          <a:prstGeom prst="rect">
            <a:avLst/>
          </a:prstGeom>
        </p:spPr>
        <p:txBody>
          <a:bodyPr/>
          <a:lstStyle>
            <a:lvl1pPr>
              <a:defRPr/>
            </a:lvl1pPr>
          </a:lstStyle>
          <a:p>
            <a:pPr algn="r"/>
            <a:fld id="{4840C8CD-47A6-46D1-834E-8B717424291A}" type="datetime1">
              <a:rPr lang="fr-FR" cap="all" smtClean="0"/>
              <a:pPr algn="r"/>
              <a:t>07/01/2025</a:t>
            </a:fld>
            <a:endParaRPr lang="fr-FR" cap="all" dirty="0"/>
          </a:p>
        </p:txBody>
      </p:sp>
      <p:sp>
        <p:nvSpPr>
          <p:cNvPr id="8" name="Espace réservé du numéro de diapositive 7"/>
          <p:cNvSpPr>
            <a:spLocks noGrp="1"/>
          </p:cNvSpPr>
          <p:nvPr>
            <p:ph type="sldNum" sz="quarter" idx="12"/>
          </p:nvPr>
        </p:nvSpPr>
        <p:spPr bwMode="gray">
          <a:xfrm>
            <a:off x="7596336" y="4783500"/>
            <a:ext cx="1080120" cy="360000"/>
          </a:xfrm>
          <a:prstGeom prst="rect">
            <a:avLst/>
          </a:prstGeom>
        </p:spPr>
        <p:txBody>
          <a:bodyPr/>
          <a:lstStyle>
            <a:lvl1pPr algn="r">
              <a:defRPr sz="1400">
                <a:solidFill>
                  <a:srgbClr val="FF0000"/>
                </a:solidFill>
              </a:defRPr>
            </a:lvl1pPr>
          </a:lstStyle>
          <a:p>
            <a:fld id="{733122C9-A0B9-462F-8757-0847AD287B63}" type="slidenum">
              <a:rPr lang="fr-FR" smtClean="0"/>
              <a:pPr/>
              <a:t>‹N°›</a:t>
            </a:fld>
            <a:endParaRPr lang="fr-FR" dirty="0"/>
          </a:p>
        </p:txBody>
      </p:sp>
      <p:sp>
        <p:nvSpPr>
          <p:cNvPr id="11" name="Espace réservé du texte 10"/>
          <p:cNvSpPr>
            <a:spLocks noGrp="1"/>
          </p:cNvSpPr>
          <p:nvPr>
            <p:ph type="body" sz="quarter" idx="13" hasCustomPrompt="1"/>
          </p:nvPr>
        </p:nvSpPr>
        <p:spPr bwMode="gray">
          <a:xfrm>
            <a:off x="467544" y="2346046"/>
            <a:ext cx="8208912" cy="2077200"/>
          </a:xfrm>
        </p:spPr>
        <p:txBody>
          <a:bodyPr/>
          <a:lstStyle>
            <a:lvl1pPr>
              <a:lnSpc>
                <a:spcPct val="90000"/>
              </a:lnSpc>
              <a:spcAft>
                <a:spcPts val="0"/>
              </a:spcAft>
              <a:defRPr sz="3200" b="1" cap="none" baseline="0">
                <a:solidFill>
                  <a:schemeClr val="tx1"/>
                </a:solidFill>
              </a:defRPr>
            </a:lvl1pPr>
            <a:lvl2pPr marL="0" indent="0">
              <a:spcBef>
                <a:spcPts val="500"/>
              </a:spcBef>
              <a:spcAft>
                <a:spcPts val="0"/>
              </a:spcAft>
              <a:buNone/>
              <a:defRPr sz="1800"/>
            </a:lvl2pPr>
          </a:lstStyle>
          <a:p>
            <a:pPr lvl="0"/>
            <a:r>
              <a:rPr lang="fr-FR" dirty="0"/>
              <a:t>Titre</a:t>
            </a:r>
          </a:p>
          <a:p>
            <a:pPr lvl="1"/>
            <a:r>
              <a:rPr lang="fr-FR" dirty="0"/>
              <a:t>Sous-titre</a:t>
            </a:r>
          </a:p>
        </p:txBody>
      </p:sp>
    </p:spTree>
    <p:extLst>
      <p:ext uri="{BB962C8B-B14F-4D97-AF65-F5344CB8AC3E}">
        <p14:creationId xmlns:p14="http://schemas.microsoft.com/office/powerpoint/2010/main" val="372166414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Sommaire">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a:xfrm>
            <a:off x="467543" y="900000"/>
            <a:ext cx="8208913" cy="720000"/>
          </a:xfrm>
        </p:spPr>
        <p:txBody>
          <a:bodyPr/>
          <a:lstStyle>
            <a:lvl1pPr>
              <a:defRPr sz="2500">
                <a:solidFill>
                  <a:schemeClr val="tx1"/>
                </a:solidFill>
              </a:defRPr>
            </a:lvl1pPr>
          </a:lstStyle>
          <a:p>
            <a:r>
              <a:rPr lang="fr-FR" dirty="0"/>
              <a:t>Titre</a:t>
            </a:r>
          </a:p>
        </p:txBody>
      </p:sp>
      <p:sp>
        <p:nvSpPr>
          <p:cNvPr id="8" name="Espace réservé du texte 7"/>
          <p:cNvSpPr>
            <a:spLocks noGrp="1"/>
          </p:cNvSpPr>
          <p:nvPr>
            <p:ph type="body" sz="quarter" idx="13" hasCustomPrompt="1"/>
          </p:nvPr>
        </p:nvSpPr>
        <p:spPr bwMode="gray">
          <a:xfrm>
            <a:off x="467543" y="1891968"/>
            <a:ext cx="2520000" cy="2530800"/>
          </a:xfrm>
        </p:spPr>
        <p:txBody>
          <a:bodyPr/>
          <a:lstStyle>
            <a:lvl1pPr marL="144000" indent="-144000">
              <a:spcBef>
                <a:spcPts val="400"/>
              </a:spcBef>
              <a:spcAft>
                <a:spcPts val="800"/>
              </a:spcAft>
              <a:buFont typeface="+mj-lt"/>
              <a:buAutoNum type="arabicPeriod"/>
              <a:defRPr b="1">
                <a:solidFill>
                  <a:schemeClr val="tx1"/>
                </a:solidFill>
              </a:defRPr>
            </a:lvl1pPr>
            <a:lvl2pPr marL="324000" indent="-144000">
              <a:spcBef>
                <a:spcPts val="600"/>
              </a:spcBef>
              <a:spcAft>
                <a:spcPts val="800"/>
              </a:spcAft>
              <a:buFont typeface="+mj-lt"/>
              <a:buAutoNum type="alphaLcPeriod"/>
              <a:defRPr>
                <a:solidFill>
                  <a:srgbClr val="EC130E"/>
                </a:solidFill>
              </a:defRPr>
            </a:lvl2pPr>
          </a:lstStyle>
          <a:p>
            <a:pPr lvl="0"/>
            <a:r>
              <a:rPr lang="fr-FR" dirty="0"/>
              <a:t>Titre de la partie</a:t>
            </a:r>
          </a:p>
          <a:p>
            <a:pPr lvl="1"/>
            <a:r>
              <a:rPr lang="fr-FR" dirty="0"/>
              <a:t>Deuxième niveau</a:t>
            </a:r>
          </a:p>
        </p:txBody>
      </p:sp>
      <p:sp>
        <p:nvSpPr>
          <p:cNvPr id="9" name="Espace réservé du texte 7"/>
          <p:cNvSpPr>
            <a:spLocks noGrp="1"/>
          </p:cNvSpPr>
          <p:nvPr>
            <p:ph type="body" sz="quarter" idx="14" hasCustomPrompt="1"/>
          </p:nvPr>
        </p:nvSpPr>
        <p:spPr bwMode="gray">
          <a:xfrm>
            <a:off x="3312000" y="1893600"/>
            <a:ext cx="2520000" cy="2530800"/>
          </a:xfrm>
        </p:spPr>
        <p:txBody>
          <a:bodyPr/>
          <a:lstStyle>
            <a:lvl1pPr marL="144000" indent="-144000">
              <a:spcBef>
                <a:spcPts val="400"/>
              </a:spcBef>
              <a:spcAft>
                <a:spcPts val="800"/>
              </a:spcAft>
              <a:buFont typeface="+mj-lt"/>
              <a:buAutoNum type="arabicPeriod"/>
              <a:defRPr b="1">
                <a:solidFill>
                  <a:schemeClr val="tx1"/>
                </a:solidFill>
              </a:defRPr>
            </a:lvl1pPr>
            <a:lvl2pPr marL="324000" indent="-144000">
              <a:spcBef>
                <a:spcPts val="600"/>
              </a:spcBef>
              <a:spcAft>
                <a:spcPts val="800"/>
              </a:spcAft>
              <a:buFont typeface="+mj-lt"/>
              <a:buAutoNum type="alphaLcPeriod"/>
              <a:defRPr>
                <a:solidFill>
                  <a:srgbClr val="EC130E"/>
                </a:solidFill>
              </a:defRPr>
            </a:lvl2pPr>
          </a:lstStyle>
          <a:p>
            <a:pPr lvl="0"/>
            <a:r>
              <a:rPr lang="fr-FR" dirty="0"/>
              <a:t>Titre de la partie</a:t>
            </a:r>
          </a:p>
          <a:p>
            <a:pPr lvl="1"/>
            <a:r>
              <a:rPr lang="fr-FR" dirty="0"/>
              <a:t>Deuxième niveau</a:t>
            </a:r>
          </a:p>
        </p:txBody>
      </p:sp>
      <p:sp>
        <p:nvSpPr>
          <p:cNvPr id="10" name="Espace réservé du texte 7"/>
          <p:cNvSpPr>
            <a:spLocks noGrp="1"/>
          </p:cNvSpPr>
          <p:nvPr>
            <p:ph type="body" sz="quarter" idx="15" hasCustomPrompt="1"/>
          </p:nvPr>
        </p:nvSpPr>
        <p:spPr bwMode="gray">
          <a:xfrm>
            <a:off x="6156456" y="1893600"/>
            <a:ext cx="2520000" cy="2530800"/>
          </a:xfrm>
        </p:spPr>
        <p:txBody>
          <a:bodyPr/>
          <a:lstStyle>
            <a:lvl1pPr marL="144000" indent="-144000">
              <a:spcBef>
                <a:spcPts val="400"/>
              </a:spcBef>
              <a:spcAft>
                <a:spcPts val="800"/>
              </a:spcAft>
              <a:buFont typeface="+mj-lt"/>
              <a:buAutoNum type="arabicPeriod"/>
              <a:defRPr b="1">
                <a:solidFill>
                  <a:schemeClr val="tx1"/>
                </a:solidFill>
              </a:defRPr>
            </a:lvl1pPr>
            <a:lvl2pPr marL="324000" indent="-144000">
              <a:spcBef>
                <a:spcPts val="600"/>
              </a:spcBef>
              <a:spcAft>
                <a:spcPts val="800"/>
              </a:spcAft>
              <a:buFont typeface="+mj-lt"/>
              <a:buAutoNum type="alphaLcPeriod"/>
              <a:defRPr>
                <a:solidFill>
                  <a:srgbClr val="EC130E"/>
                </a:solidFill>
              </a:defRPr>
            </a:lvl2pPr>
          </a:lstStyle>
          <a:p>
            <a:pPr lvl="0"/>
            <a:r>
              <a:rPr lang="fr-FR" dirty="0"/>
              <a:t>Titre de la partie</a:t>
            </a:r>
          </a:p>
          <a:p>
            <a:pPr lvl="1"/>
            <a:r>
              <a:rPr lang="fr-FR" dirty="0"/>
              <a:t>Deuxième niveau</a:t>
            </a:r>
          </a:p>
        </p:txBody>
      </p:sp>
      <p:sp>
        <p:nvSpPr>
          <p:cNvPr id="11" name="Espace réservé de la date 1">
            <a:extLst>
              <a:ext uri="{FF2B5EF4-FFF2-40B4-BE49-F238E27FC236}">
                <a16:creationId xmlns:a16="http://schemas.microsoft.com/office/drawing/2014/main" id="{FB55AB75-56F3-004E-8A4E-57EB4CAB795F}"/>
              </a:ext>
            </a:extLst>
          </p:cNvPr>
          <p:cNvSpPr>
            <a:spLocks noGrp="1"/>
          </p:cNvSpPr>
          <p:nvPr>
            <p:ph type="dt" sz="half" idx="10"/>
          </p:nvPr>
        </p:nvSpPr>
        <p:spPr bwMode="gray">
          <a:xfrm>
            <a:off x="6426336" y="4783500"/>
            <a:ext cx="1170000" cy="360000"/>
          </a:xfrm>
          <a:prstGeom prst="rect">
            <a:avLst/>
          </a:prstGeom>
        </p:spPr>
        <p:txBody>
          <a:bodyPr/>
          <a:lstStyle/>
          <a:p>
            <a:pPr algn="r"/>
            <a:fld id="{48A1FCF9-6FFD-4635-A651-75F724D18F81}" type="datetime1">
              <a:rPr lang="fr-FR" cap="all" smtClean="0"/>
              <a:pPr algn="r"/>
              <a:t>07/01/2025</a:t>
            </a:fld>
            <a:endParaRPr lang="fr-FR" cap="all" dirty="0"/>
          </a:p>
        </p:txBody>
      </p:sp>
      <p:sp>
        <p:nvSpPr>
          <p:cNvPr id="12" name="Espace réservé du numéro de diapositive 7">
            <a:extLst>
              <a:ext uri="{FF2B5EF4-FFF2-40B4-BE49-F238E27FC236}">
                <a16:creationId xmlns:a16="http://schemas.microsoft.com/office/drawing/2014/main" id="{4527032A-C74F-2941-8AD5-E7F64BD5B044}"/>
              </a:ext>
            </a:extLst>
          </p:cNvPr>
          <p:cNvSpPr>
            <a:spLocks noGrp="1"/>
          </p:cNvSpPr>
          <p:nvPr>
            <p:ph type="sldNum" sz="quarter" idx="12"/>
          </p:nvPr>
        </p:nvSpPr>
        <p:spPr bwMode="gray">
          <a:xfrm>
            <a:off x="7596336" y="4783500"/>
            <a:ext cx="1080120" cy="360000"/>
          </a:xfrm>
          <a:prstGeom prst="rect">
            <a:avLst/>
          </a:prstGeom>
        </p:spPr>
        <p:txBody>
          <a:bodyPr/>
          <a:lstStyle>
            <a:lvl1pPr algn="r">
              <a:defRPr sz="1400">
                <a:solidFill>
                  <a:srgbClr val="FF0000"/>
                </a:solidFill>
              </a:defRPr>
            </a:lvl1pPr>
          </a:lstStyle>
          <a:p>
            <a:fld id="{733122C9-A0B9-462F-8757-0847AD287B63}" type="slidenum">
              <a:rPr lang="fr-FR" smtClean="0"/>
              <a:pPr/>
              <a:t>‹N°›</a:t>
            </a:fld>
            <a:endParaRPr lang="fr-FR" dirty="0"/>
          </a:p>
        </p:txBody>
      </p:sp>
    </p:spTree>
    <p:extLst>
      <p:ext uri="{BB962C8B-B14F-4D97-AF65-F5344CB8AC3E}">
        <p14:creationId xmlns:p14="http://schemas.microsoft.com/office/powerpoint/2010/main" val="378871531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hapitre">
    <p:spTree>
      <p:nvGrpSpPr>
        <p:cNvPr id="1" name=""/>
        <p:cNvGrpSpPr/>
        <p:nvPr/>
      </p:nvGrpSpPr>
      <p:grpSpPr>
        <a:xfrm>
          <a:off x="0" y="0"/>
          <a:ext cx="0" cy="0"/>
          <a:chOff x="0" y="0"/>
          <a:chExt cx="0" cy="0"/>
        </a:xfrm>
      </p:grpSpPr>
      <p:sp>
        <p:nvSpPr>
          <p:cNvPr id="7" name="Espace réservé de la date 1">
            <a:extLst>
              <a:ext uri="{FF2B5EF4-FFF2-40B4-BE49-F238E27FC236}">
                <a16:creationId xmlns:a16="http://schemas.microsoft.com/office/drawing/2014/main" id="{9748505C-3D2A-D74D-9CDB-23720A2BFF18}"/>
              </a:ext>
            </a:extLst>
          </p:cNvPr>
          <p:cNvSpPr>
            <a:spLocks noGrp="1"/>
          </p:cNvSpPr>
          <p:nvPr>
            <p:ph type="dt" sz="half" idx="10"/>
          </p:nvPr>
        </p:nvSpPr>
        <p:spPr bwMode="gray">
          <a:xfrm>
            <a:off x="6419323" y="4783500"/>
            <a:ext cx="1170000" cy="360000"/>
          </a:xfrm>
          <a:prstGeom prst="rect">
            <a:avLst/>
          </a:prstGeom>
        </p:spPr>
        <p:txBody>
          <a:bodyPr/>
          <a:lstStyle/>
          <a:p>
            <a:pPr algn="r"/>
            <a:fld id="{80708A47-EF35-45C3-8BF0-5C29E8226EDF}" type="datetime1">
              <a:rPr lang="fr-FR" cap="all" smtClean="0"/>
              <a:pPr algn="r"/>
              <a:t>07/01/2025</a:t>
            </a:fld>
            <a:endParaRPr lang="fr-FR" cap="all" dirty="0"/>
          </a:p>
        </p:txBody>
      </p:sp>
      <p:sp>
        <p:nvSpPr>
          <p:cNvPr id="3" name="Espace réservé pour une image  7">
            <a:extLst>
              <a:ext uri="{FF2B5EF4-FFF2-40B4-BE49-F238E27FC236}">
                <a16:creationId xmlns:a16="http://schemas.microsoft.com/office/drawing/2014/main" id="{55E8919A-91DF-308C-6983-D0C2960095CE}"/>
              </a:ext>
            </a:extLst>
          </p:cNvPr>
          <p:cNvSpPr>
            <a:spLocks noGrp="1"/>
          </p:cNvSpPr>
          <p:nvPr>
            <p:ph type="pic" sz="quarter" idx="13" hasCustomPrompt="1"/>
          </p:nvPr>
        </p:nvSpPr>
        <p:spPr bwMode="gray">
          <a:xfrm>
            <a:off x="467544" y="915566"/>
            <a:ext cx="8208912" cy="3672408"/>
          </a:xfrm>
          <a:solidFill>
            <a:schemeClr val="bg1">
              <a:lumMod val="85000"/>
            </a:schemeClr>
          </a:solidFill>
        </p:spPr>
        <p:txBody>
          <a:bodyPr tIns="1080000" anchor="ctr" anchorCtr="0"/>
          <a:lstStyle>
            <a:lvl1pPr algn="ctr">
              <a:defRPr cap="all" baseline="0"/>
            </a:lvl1pPr>
          </a:lstStyle>
          <a:p>
            <a:r>
              <a:rPr lang="fr-FR" dirty="0"/>
              <a:t>Sélectionner l’icône pour insérer une image, </a:t>
            </a:r>
            <a:br>
              <a:rPr lang="fr-FR" dirty="0"/>
            </a:br>
            <a:r>
              <a:rPr lang="fr-FR" dirty="0"/>
              <a:t>puis disposer l’image en arrière plan </a:t>
            </a:r>
            <a:br>
              <a:rPr lang="fr-FR" dirty="0"/>
            </a:br>
            <a:r>
              <a:rPr lang="fr-FR" dirty="0"/>
              <a:t>(Sélectionner l’image avec le bouton droit de la souris / </a:t>
            </a:r>
            <a:br>
              <a:rPr lang="fr-FR" dirty="0"/>
            </a:br>
            <a:r>
              <a:rPr lang="fr-FR" dirty="0"/>
              <a:t>Mettre à l’arrière plan)</a:t>
            </a:r>
          </a:p>
        </p:txBody>
      </p:sp>
      <p:sp>
        <p:nvSpPr>
          <p:cNvPr id="4" name="Titre 1">
            <a:extLst>
              <a:ext uri="{FF2B5EF4-FFF2-40B4-BE49-F238E27FC236}">
                <a16:creationId xmlns:a16="http://schemas.microsoft.com/office/drawing/2014/main" id="{A3279743-2313-328C-9CAD-4BCAC0AD9A4A}"/>
              </a:ext>
            </a:extLst>
          </p:cNvPr>
          <p:cNvSpPr>
            <a:spLocks noGrp="1"/>
          </p:cNvSpPr>
          <p:nvPr>
            <p:ph type="title" hasCustomPrompt="1"/>
          </p:nvPr>
        </p:nvSpPr>
        <p:spPr bwMode="gray">
          <a:xfrm>
            <a:off x="827585" y="915566"/>
            <a:ext cx="7560840" cy="3672408"/>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noFill/>
          </a:ln>
        </p:spPr>
        <p:txBody>
          <a:bodyPr lIns="0" bIns="360000" anchor="ctr" anchorCtr="0"/>
          <a:lstStyle>
            <a:lvl1pPr marL="396000" indent="-396000">
              <a:buFont typeface="+mj-lt"/>
              <a:buAutoNum type="arabicPeriod"/>
              <a:defRPr sz="3250">
                <a:solidFill>
                  <a:schemeClr val="tx1"/>
                </a:solidFill>
              </a:defRPr>
            </a:lvl1pPr>
          </a:lstStyle>
          <a:p>
            <a:r>
              <a:rPr lang="fr-FR" dirty="0"/>
              <a:t>Titre</a:t>
            </a:r>
          </a:p>
        </p:txBody>
      </p:sp>
      <p:sp>
        <p:nvSpPr>
          <p:cNvPr id="5" name="Espace réservé du numéro de diapositive 7">
            <a:extLst>
              <a:ext uri="{FF2B5EF4-FFF2-40B4-BE49-F238E27FC236}">
                <a16:creationId xmlns:a16="http://schemas.microsoft.com/office/drawing/2014/main" id="{E23B90F1-215F-7EF3-5D58-DC5482A30459}"/>
              </a:ext>
            </a:extLst>
          </p:cNvPr>
          <p:cNvSpPr>
            <a:spLocks noGrp="1"/>
          </p:cNvSpPr>
          <p:nvPr>
            <p:ph type="sldNum" sz="quarter" idx="12"/>
          </p:nvPr>
        </p:nvSpPr>
        <p:spPr bwMode="gray">
          <a:xfrm>
            <a:off x="7596336" y="4783500"/>
            <a:ext cx="1080120" cy="360000"/>
          </a:xfrm>
          <a:prstGeom prst="rect">
            <a:avLst/>
          </a:prstGeom>
        </p:spPr>
        <p:txBody>
          <a:bodyPr/>
          <a:lstStyle>
            <a:lvl1pPr algn="r">
              <a:defRPr sz="1400">
                <a:solidFill>
                  <a:srgbClr val="FF0000"/>
                </a:solidFill>
              </a:defRPr>
            </a:lvl1pPr>
          </a:lstStyle>
          <a:p>
            <a:fld id="{733122C9-A0B9-462F-8757-0847AD287B63}" type="slidenum">
              <a:rPr lang="fr-FR" smtClean="0"/>
              <a:pPr/>
              <a:t>‹N°›</a:t>
            </a:fld>
            <a:endParaRPr lang="fr-FR" dirty="0"/>
          </a:p>
        </p:txBody>
      </p:sp>
    </p:spTree>
    <p:extLst>
      <p:ext uri="{BB962C8B-B14F-4D97-AF65-F5344CB8AC3E}">
        <p14:creationId xmlns:p14="http://schemas.microsoft.com/office/powerpoint/2010/main" val="111569169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re et textes 3 colonnes">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a:xfrm>
            <a:off x="467543" y="900000"/>
            <a:ext cx="8208913" cy="720000"/>
          </a:xfrm>
        </p:spPr>
        <p:txBody>
          <a:bodyPr/>
          <a:lstStyle>
            <a:lvl1pPr>
              <a:defRPr>
                <a:solidFill>
                  <a:schemeClr val="tx1"/>
                </a:solidFill>
              </a:defRPr>
            </a:lvl1pPr>
          </a:lstStyle>
          <a:p>
            <a:r>
              <a:rPr lang="fr-FR" dirty="0"/>
              <a:t>Titre</a:t>
            </a:r>
          </a:p>
        </p:txBody>
      </p:sp>
      <p:sp>
        <p:nvSpPr>
          <p:cNvPr id="10" name="Espace réservé du texte 9"/>
          <p:cNvSpPr>
            <a:spLocks noGrp="1"/>
          </p:cNvSpPr>
          <p:nvPr>
            <p:ph type="body" sz="quarter" idx="13" hasCustomPrompt="1"/>
          </p:nvPr>
        </p:nvSpPr>
        <p:spPr bwMode="gray">
          <a:xfrm>
            <a:off x="3312000" y="180000"/>
            <a:ext cx="5364456" cy="360000"/>
          </a:xfrm>
        </p:spPr>
        <p:txBody>
          <a:bodyPr/>
          <a:lstStyle>
            <a:lvl1pPr marL="108000" indent="-108000" algn="r">
              <a:spcAft>
                <a:spcPts val="0"/>
              </a:spcAft>
              <a:buFont typeface="+mj-lt"/>
              <a:buAutoNum type="arabicPeriod"/>
              <a:defRPr sz="750" b="1">
                <a:solidFill>
                  <a:schemeClr val="tx1"/>
                </a:solidFill>
              </a:defRPr>
            </a:lvl1pPr>
            <a:lvl2pPr marL="108000" indent="-108000" algn="r">
              <a:spcBef>
                <a:spcPts val="0"/>
              </a:spcBef>
              <a:spcAft>
                <a:spcPts val="0"/>
              </a:spcAft>
              <a:buFont typeface="+mj-lt"/>
              <a:buAutoNum type="alphaLcPeriod"/>
              <a:defRPr sz="750">
                <a:solidFill>
                  <a:schemeClr val="tx1"/>
                </a:solidFill>
              </a:defRPr>
            </a:lvl2pPr>
          </a:lstStyle>
          <a:p>
            <a:pPr lvl="0"/>
            <a:r>
              <a:rPr lang="fr-FR" dirty="0"/>
              <a:t>Titre</a:t>
            </a:r>
          </a:p>
          <a:p>
            <a:pPr lvl="1"/>
            <a:r>
              <a:rPr lang="fr-FR" dirty="0"/>
              <a:t>Sous-titre</a:t>
            </a:r>
          </a:p>
        </p:txBody>
      </p:sp>
      <p:sp>
        <p:nvSpPr>
          <p:cNvPr id="12" name="Espace réservé du texte 11"/>
          <p:cNvSpPr>
            <a:spLocks noGrp="1"/>
          </p:cNvSpPr>
          <p:nvPr>
            <p:ph type="body" sz="quarter" idx="14" hasCustomPrompt="1"/>
          </p:nvPr>
        </p:nvSpPr>
        <p:spPr bwMode="gray">
          <a:xfrm>
            <a:off x="467543" y="1836000"/>
            <a:ext cx="2520000" cy="2574000"/>
          </a:xfrm>
        </p:spPr>
        <p:txBody>
          <a:bodyPr/>
          <a:lstStyle>
            <a:lvl1pPr>
              <a:defRPr>
                <a:solidFill>
                  <a:schemeClr val="tx1"/>
                </a:solidFill>
              </a:defRPr>
            </a:lvl1pPr>
            <a:lvl2pPr>
              <a:defRPr/>
            </a:lvl2pPr>
            <a:lvl3pPr>
              <a:defRPr baseline="0"/>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13" name="Espace réservé du texte 11"/>
          <p:cNvSpPr>
            <a:spLocks noGrp="1"/>
          </p:cNvSpPr>
          <p:nvPr>
            <p:ph type="body" sz="quarter" idx="15" hasCustomPrompt="1"/>
          </p:nvPr>
        </p:nvSpPr>
        <p:spPr bwMode="gray">
          <a:xfrm>
            <a:off x="3312000" y="1836000"/>
            <a:ext cx="2520000" cy="2574000"/>
          </a:xfrm>
        </p:spPr>
        <p:txBody>
          <a:bodyPr/>
          <a:lstStyle>
            <a:lvl1pPr>
              <a:defRPr>
                <a:solidFill>
                  <a:schemeClr val="tx1"/>
                </a:solidFill>
              </a:defRPr>
            </a:lvl1pPr>
            <a:lvl2pPr>
              <a:defRPr/>
            </a:lvl2pPr>
            <a:lvl3pPr>
              <a:defRPr baseline="0"/>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14" name="Espace réservé du texte 11"/>
          <p:cNvSpPr>
            <a:spLocks noGrp="1"/>
          </p:cNvSpPr>
          <p:nvPr>
            <p:ph type="body" sz="quarter" idx="16" hasCustomPrompt="1"/>
          </p:nvPr>
        </p:nvSpPr>
        <p:spPr bwMode="gray">
          <a:xfrm>
            <a:off x="6156456" y="1836000"/>
            <a:ext cx="2520000" cy="2574000"/>
          </a:xfrm>
        </p:spPr>
        <p:txBody>
          <a:bodyPr/>
          <a:lstStyle>
            <a:lvl1pPr>
              <a:defRPr>
                <a:solidFill>
                  <a:schemeClr val="tx1"/>
                </a:solidFill>
              </a:defRPr>
            </a:lvl1pPr>
            <a:lvl2pPr>
              <a:defRPr/>
            </a:lvl2pPr>
            <a:lvl3pPr>
              <a:defRPr baseline="0"/>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11" name="Espace réservé de la date 1">
            <a:extLst>
              <a:ext uri="{FF2B5EF4-FFF2-40B4-BE49-F238E27FC236}">
                <a16:creationId xmlns:a16="http://schemas.microsoft.com/office/drawing/2014/main" id="{9F5F8F36-9414-6946-BDAE-0A76E569CDF2}"/>
              </a:ext>
            </a:extLst>
          </p:cNvPr>
          <p:cNvSpPr>
            <a:spLocks noGrp="1"/>
          </p:cNvSpPr>
          <p:nvPr>
            <p:ph type="dt" sz="half" idx="10"/>
          </p:nvPr>
        </p:nvSpPr>
        <p:spPr bwMode="gray">
          <a:xfrm>
            <a:off x="6426336" y="4783500"/>
            <a:ext cx="1170000" cy="360000"/>
          </a:xfrm>
          <a:prstGeom prst="rect">
            <a:avLst/>
          </a:prstGeom>
        </p:spPr>
        <p:txBody>
          <a:bodyPr/>
          <a:lstStyle/>
          <a:p>
            <a:pPr algn="r"/>
            <a:fld id="{74A03300-A62F-4DF5-966E-3CB9D38AC02B}" type="datetime1">
              <a:rPr lang="fr-FR" cap="all" smtClean="0"/>
              <a:pPr algn="r"/>
              <a:t>07/01/2025</a:t>
            </a:fld>
            <a:endParaRPr lang="fr-FR" cap="all" dirty="0"/>
          </a:p>
        </p:txBody>
      </p:sp>
      <p:sp>
        <p:nvSpPr>
          <p:cNvPr id="15" name="Espace réservé du numéro de diapositive 7">
            <a:extLst>
              <a:ext uri="{FF2B5EF4-FFF2-40B4-BE49-F238E27FC236}">
                <a16:creationId xmlns:a16="http://schemas.microsoft.com/office/drawing/2014/main" id="{39B13F4C-6D78-BF47-94DF-EE7823417253}"/>
              </a:ext>
            </a:extLst>
          </p:cNvPr>
          <p:cNvSpPr>
            <a:spLocks noGrp="1"/>
          </p:cNvSpPr>
          <p:nvPr>
            <p:ph type="sldNum" sz="quarter" idx="12"/>
          </p:nvPr>
        </p:nvSpPr>
        <p:spPr bwMode="gray">
          <a:xfrm>
            <a:off x="7596336" y="4783500"/>
            <a:ext cx="1080120" cy="360000"/>
          </a:xfrm>
          <a:prstGeom prst="rect">
            <a:avLst/>
          </a:prstGeom>
        </p:spPr>
        <p:txBody>
          <a:bodyPr/>
          <a:lstStyle>
            <a:lvl1pPr algn="r">
              <a:defRPr sz="1400">
                <a:solidFill>
                  <a:srgbClr val="FF0000"/>
                </a:solidFill>
              </a:defRPr>
            </a:lvl1pPr>
          </a:lstStyle>
          <a:p>
            <a:fld id="{733122C9-A0B9-462F-8757-0847AD287B63}" type="slidenum">
              <a:rPr lang="fr-FR" smtClean="0"/>
              <a:pPr/>
              <a:t>‹N°›</a:t>
            </a:fld>
            <a:endParaRPr lang="fr-FR" dirty="0"/>
          </a:p>
        </p:txBody>
      </p:sp>
    </p:spTree>
    <p:extLst>
      <p:ext uri="{BB962C8B-B14F-4D97-AF65-F5344CB8AC3E}">
        <p14:creationId xmlns:p14="http://schemas.microsoft.com/office/powerpoint/2010/main" val="327732203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8" name="Espace réservé de la date 1">
            <a:extLst>
              <a:ext uri="{FF2B5EF4-FFF2-40B4-BE49-F238E27FC236}">
                <a16:creationId xmlns:a16="http://schemas.microsoft.com/office/drawing/2014/main" id="{48DF368D-0C4B-2743-8FE5-01F96D2C1253}"/>
              </a:ext>
            </a:extLst>
          </p:cNvPr>
          <p:cNvSpPr>
            <a:spLocks noGrp="1"/>
          </p:cNvSpPr>
          <p:nvPr>
            <p:ph type="dt" sz="half" idx="10"/>
          </p:nvPr>
        </p:nvSpPr>
        <p:spPr bwMode="gray">
          <a:xfrm>
            <a:off x="6426336" y="4783500"/>
            <a:ext cx="1170000" cy="360000"/>
          </a:xfrm>
          <a:prstGeom prst="rect">
            <a:avLst/>
          </a:prstGeom>
        </p:spPr>
        <p:txBody>
          <a:bodyPr/>
          <a:lstStyle/>
          <a:p>
            <a:pPr algn="r"/>
            <a:fld id="{6F42726C-76A3-45BB-9E3B-0F2EB6320166}" type="datetime1">
              <a:rPr lang="fr-FR" cap="all" smtClean="0"/>
              <a:pPr algn="r"/>
              <a:t>07/01/2025</a:t>
            </a:fld>
            <a:endParaRPr lang="fr-FR" cap="all" dirty="0"/>
          </a:p>
        </p:txBody>
      </p:sp>
      <p:sp>
        <p:nvSpPr>
          <p:cNvPr id="2" name="Espace réservé du numéro de diapositive 7">
            <a:extLst>
              <a:ext uri="{FF2B5EF4-FFF2-40B4-BE49-F238E27FC236}">
                <a16:creationId xmlns:a16="http://schemas.microsoft.com/office/drawing/2014/main" id="{612AD668-5605-0B84-EA9A-52941CBBB539}"/>
              </a:ext>
            </a:extLst>
          </p:cNvPr>
          <p:cNvSpPr>
            <a:spLocks noGrp="1"/>
          </p:cNvSpPr>
          <p:nvPr>
            <p:ph type="sldNum" sz="quarter" idx="12"/>
          </p:nvPr>
        </p:nvSpPr>
        <p:spPr bwMode="gray">
          <a:xfrm>
            <a:off x="7596336" y="4783500"/>
            <a:ext cx="1080120" cy="360000"/>
          </a:xfrm>
          <a:prstGeom prst="rect">
            <a:avLst/>
          </a:prstGeom>
        </p:spPr>
        <p:txBody>
          <a:bodyPr/>
          <a:lstStyle>
            <a:lvl1pPr algn="r">
              <a:defRPr sz="1400">
                <a:solidFill>
                  <a:srgbClr val="FF0000"/>
                </a:solidFill>
              </a:defRPr>
            </a:lvl1pPr>
          </a:lstStyle>
          <a:p>
            <a:fld id="{733122C9-A0B9-462F-8757-0847AD287B63}" type="slidenum">
              <a:rPr lang="fr-FR" smtClean="0"/>
              <a:pPr/>
              <a:t>‹N°›</a:t>
            </a:fld>
            <a:endParaRPr lang="fr-FR" dirty="0"/>
          </a:p>
        </p:txBody>
      </p:sp>
      <p:sp>
        <p:nvSpPr>
          <p:cNvPr id="3" name="Titre 3">
            <a:extLst>
              <a:ext uri="{FF2B5EF4-FFF2-40B4-BE49-F238E27FC236}">
                <a16:creationId xmlns:a16="http://schemas.microsoft.com/office/drawing/2014/main" id="{B48BACCF-B43B-FD48-8507-2AE58579F486}"/>
              </a:ext>
            </a:extLst>
          </p:cNvPr>
          <p:cNvSpPr>
            <a:spLocks noGrp="1"/>
          </p:cNvSpPr>
          <p:nvPr>
            <p:ph type="title" hasCustomPrompt="1"/>
          </p:nvPr>
        </p:nvSpPr>
        <p:spPr bwMode="gray">
          <a:xfrm>
            <a:off x="467543" y="900000"/>
            <a:ext cx="8208913" cy="720000"/>
          </a:xfrm>
        </p:spPr>
        <p:txBody>
          <a:bodyPr/>
          <a:lstStyle>
            <a:lvl1pPr>
              <a:defRPr>
                <a:solidFill>
                  <a:schemeClr val="tx1"/>
                </a:solidFill>
              </a:defRPr>
            </a:lvl1pPr>
          </a:lstStyle>
          <a:p>
            <a:r>
              <a:rPr lang="fr-FR" noProof="0" dirty="0"/>
              <a:t>Titre</a:t>
            </a:r>
            <a:endParaRPr lang="fr-FR" dirty="0"/>
          </a:p>
        </p:txBody>
      </p:sp>
      <p:sp>
        <p:nvSpPr>
          <p:cNvPr id="5" name="Espace réservé du contenu 8">
            <a:extLst>
              <a:ext uri="{FF2B5EF4-FFF2-40B4-BE49-F238E27FC236}">
                <a16:creationId xmlns:a16="http://schemas.microsoft.com/office/drawing/2014/main" id="{CD5C58DF-C09C-D6BD-75E3-7222C9048AEE}"/>
              </a:ext>
            </a:extLst>
          </p:cNvPr>
          <p:cNvSpPr>
            <a:spLocks noGrp="1"/>
          </p:cNvSpPr>
          <p:nvPr>
            <p:ph sz="quarter" idx="14" hasCustomPrompt="1"/>
          </p:nvPr>
        </p:nvSpPr>
        <p:spPr bwMode="gray">
          <a:xfrm>
            <a:off x="467543" y="1836000"/>
            <a:ext cx="8208914" cy="2574000"/>
          </a:xfrm>
        </p:spPr>
        <p:txBody>
          <a:bodyPr/>
          <a:lstStyle>
            <a:lvl1pPr>
              <a:defRPr>
                <a:solidFill>
                  <a:schemeClr val="tx1"/>
                </a:solidFill>
              </a:defRPr>
            </a:lvl1pPr>
            <a:lvl2pPr>
              <a:defRPr/>
            </a:lvl2pPr>
            <a:lvl3pPr>
              <a:defRPr/>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6" name="Espace réservé du texte 9">
            <a:extLst>
              <a:ext uri="{FF2B5EF4-FFF2-40B4-BE49-F238E27FC236}">
                <a16:creationId xmlns:a16="http://schemas.microsoft.com/office/drawing/2014/main" id="{17705B73-EB86-1315-9143-5893B3935B33}"/>
              </a:ext>
            </a:extLst>
          </p:cNvPr>
          <p:cNvSpPr>
            <a:spLocks noGrp="1"/>
          </p:cNvSpPr>
          <p:nvPr>
            <p:ph type="body" sz="quarter" idx="13" hasCustomPrompt="1"/>
          </p:nvPr>
        </p:nvSpPr>
        <p:spPr bwMode="gray">
          <a:xfrm>
            <a:off x="3312000" y="180000"/>
            <a:ext cx="5364456" cy="360000"/>
          </a:xfrm>
        </p:spPr>
        <p:txBody>
          <a:bodyPr/>
          <a:lstStyle>
            <a:lvl1pPr marL="108000" indent="-108000" algn="r">
              <a:spcAft>
                <a:spcPts val="0"/>
              </a:spcAft>
              <a:buFont typeface="+mj-lt"/>
              <a:buAutoNum type="arabicPeriod"/>
              <a:defRPr sz="750" b="1">
                <a:solidFill>
                  <a:schemeClr val="tx1"/>
                </a:solidFill>
              </a:defRPr>
            </a:lvl1pPr>
            <a:lvl2pPr marL="108000" indent="-108000" algn="r">
              <a:spcBef>
                <a:spcPts val="0"/>
              </a:spcBef>
              <a:spcAft>
                <a:spcPts val="0"/>
              </a:spcAft>
              <a:buFont typeface="+mj-lt"/>
              <a:buAutoNum type="alphaLcPeriod"/>
              <a:defRPr sz="750">
                <a:solidFill>
                  <a:schemeClr val="tx1"/>
                </a:solidFill>
              </a:defRPr>
            </a:lvl2pPr>
          </a:lstStyle>
          <a:p>
            <a:pPr lvl="0"/>
            <a:r>
              <a:rPr lang="fr-FR" dirty="0"/>
              <a:t>Titre</a:t>
            </a:r>
          </a:p>
          <a:p>
            <a:pPr lvl="1"/>
            <a:r>
              <a:rPr lang="fr-FR" dirty="0"/>
              <a:t>Sous-titre</a:t>
            </a:r>
          </a:p>
        </p:txBody>
      </p:sp>
    </p:spTree>
    <p:extLst>
      <p:ext uri="{BB962C8B-B14F-4D97-AF65-F5344CB8AC3E}">
        <p14:creationId xmlns:p14="http://schemas.microsoft.com/office/powerpoint/2010/main" val="63926258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1_Chapitre">
    <p:spTree>
      <p:nvGrpSpPr>
        <p:cNvPr id="1" name=""/>
        <p:cNvGrpSpPr/>
        <p:nvPr/>
      </p:nvGrpSpPr>
      <p:grpSpPr>
        <a:xfrm>
          <a:off x="0" y="0"/>
          <a:ext cx="0" cy="0"/>
          <a:chOff x="0" y="0"/>
          <a:chExt cx="0" cy="0"/>
        </a:xfrm>
      </p:grpSpPr>
      <p:sp>
        <p:nvSpPr>
          <p:cNvPr id="8" name="Espace réservé pour une image  7"/>
          <p:cNvSpPr>
            <a:spLocks noGrp="1"/>
          </p:cNvSpPr>
          <p:nvPr>
            <p:ph type="pic" sz="quarter" idx="13" hasCustomPrompt="1"/>
          </p:nvPr>
        </p:nvSpPr>
        <p:spPr bwMode="gray">
          <a:xfrm>
            <a:off x="467544" y="915566"/>
            <a:ext cx="8208912" cy="3672408"/>
          </a:xfrm>
          <a:solidFill>
            <a:schemeClr val="bg1">
              <a:lumMod val="85000"/>
            </a:schemeClr>
          </a:solidFill>
        </p:spPr>
        <p:txBody>
          <a:bodyPr tIns="1080000" anchor="ctr" anchorCtr="0"/>
          <a:lstStyle>
            <a:lvl1pPr algn="ctr">
              <a:defRPr cap="all" baseline="0"/>
            </a:lvl1pPr>
          </a:lstStyle>
          <a:p>
            <a:r>
              <a:rPr lang="fr-FR" dirty="0"/>
              <a:t>Sélectionner l’icône pour insérer une image, </a:t>
            </a:r>
            <a:br>
              <a:rPr lang="fr-FR" dirty="0"/>
            </a:br>
            <a:r>
              <a:rPr lang="fr-FR" dirty="0"/>
              <a:t>puis disposer l’image en arrière plan </a:t>
            </a:r>
            <a:br>
              <a:rPr lang="fr-FR" dirty="0"/>
            </a:br>
            <a:r>
              <a:rPr lang="fr-FR" dirty="0"/>
              <a:t>(Sélectionner l’image avec le bouton droit de la souris / </a:t>
            </a:r>
            <a:br>
              <a:rPr lang="fr-FR" dirty="0"/>
            </a:br>
            <a:r>
              <a:rPr lang="fr-FR" dirty="0"/>
              <a:t>Mettre à l’arrière plan)</a:t>
            </a:r>
          </a:p>
        </p:txBody>
      </p:sp>
      <p:sp>
        <p:nvSpPr>
          <p:cNvPr id="2" name="Titre 1"/>
          <p:cNvSpPr>
            <a:spLocks noGrp="1"/>
          </p:cNvSpPr>
          <p:nvPr>
            <p:ph type="title" hasCustomPrompt="1"/>
          </p:nvPr>
        </p:nvSpPr>
        <p:spPr bwMode="gray">
          <a:xfrm>
            <a:off x="827585" y="915566"/>
            <a:ext cx="7560840" cy="3672408"/>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noFill/>
          </a:ln>
        </p:spPr>
        <p:txBody>
          <a:bodyPr lIns="0" bIns="360000" anchor="ctr" anchorCtr="0"/>
          <a:lstStyle>
            <a:lvl1pPr marL="396000" indent="-396000">
              <a:buFont typeface="+mj-lt"/>
              <a:buAutoNum type="arabicPeriod"/>
              <a:defRPr sz="3250">
                <a:solidFill>
                  <a:schemeClr val="tx1"/>
                </a:solidFill>
              </a:defRPr>
            </a:lvl1pPr>
          </a:lstStyle>
          <a:p>
            <a:r>
              <a:rPr lang="fr-FR" dirty="0"/>
              <a:t>Titre</a:t>
            </a:r>
          </a:p>
        </p:txBody>
      </p:sp>
      <p:sp>
        <p:nvSpPr>
          <p:cNvPr id="7" name="Espace réservé de la date 1">
            <a:extLst>
              <a:ext uri="{FF2B5EF4-FFF2-40B4-BE49-F238E27FC236}">
                <a16:creationId xmlns:a16="http://schemas.microsoft.com/office/drawing/2014/main" id="{9748505C-3D2A-D74D-9CDB-23720A2BFF18}"/>
              </a:ext>
            </a:extLst>
          </p:cNvPr>
          <p:cNvSpPr>
            <a:spLocks noGrp="1"/>
          </p:cNvSpPr>
          <p:nvPr>
            <p:ph type="dt" sz="half" idx="10"/>
          </p:nvPr>
        </p:nvSpPr>
        <p:spPr bwMode="gray">
          <a:xfrm>
            <a:off x="6419323" y="4783500"/>
            <a:ext cx="1170000" cy="360000"/>
          </a:xfrm>
          <a:prstGeom prst="rect">
            <a:avLst/>
          </a:prstGeom>
        </p:spPr>
        <p:txBody>
          <a:bodyPr/>
          <a:lstStyle/>
          <a:p>
            <a:pPr algn="r"/>
            <a:fld id="{80708A47-EF35-45C3-8BF0-5C29E8226EDF}" type="datetime1">
              <a:rPr lang="fr-FR" cap="all" smtClean="0"/>
              <a:pPr algn="r"/>
              <a:t>07/01/2025</a:t>
            </a:fld>
            <a:endParaRPr lang="fr-FR" cap="all" dirty="0"/>
          </a:p>
        </p:txBody>
      </p:sp>
      <p:sp>
        <p:nvSpPr>
          <p:cNvPr id="3" name="Espace réservé du numéro de diapositive 7">
            <a:extLst>
              <a:ext uri="{FF2B5EF4-FFF2-40B4-BE49-F238E27FC236}">
                <a16:creationId xmlns:a16="http://schemas.microsoft.com/office/drawing/2014/main" id="{1940E8B4-C46B-0CD5-4E5C-AC62375365F3}"/>
              </a:ext>
            </a:extLst>
          </p:cNvPr>
          <p:cNvSpPr>
            <a:spLocks noGrp="1"/>
          </p:cNvSpPr>
          <p:nvPr>
            <p:ph type="sldNum" sz="quarter" idx="12"/>
          </p:nvPr>
        </p:nvSpPr>
        <p:spPr bwMode="gray">
          <a:xfrm>
            <a:off x="7596336" y="4783500"/>
            <a:ext cx="1080120" cy="360000"/>
          </a:xfrm>
          <a:prstGeom prst="rect">
            <a:avLst/>
          </a:prstGeom>
        </p:spPr>
        <p:txBody>
          <a:bodyPr/>
          <a:lstStyle>
            <a:lvl1pPr algn="r">
              <a:defRPr sz="1400">
                <a:solidFill>
                  <a:srgbClr val="FF0000"/>
                </a:solidFill>
              </a:defRPr>
            </a:lvl1pPr>
          </a:lstStyle>
          <a:p>
            <a:fld id="{733122C9-A0B9-462F-8757-0847AD287B63}" type="slidenum">
              <a:rPr lang="fr-FR" smtClean="0"/>
              <a:pPr/>
              <a:t>‹N°›</a:t>
            </a:fld>
            <a:endParaRPr lang="fr-FR" dirty="0"/>
          </a:p>
        </p:txBody>
      </p:sp>
    </p:spTree>
    <p:extLst>
      <p:ext uri="{BB962C8B-B14F-4D97-AF65-F5344CB8AC3E}">
        <p14:creationId xmlns:p14="http://schemas.microsoft.com/office/powerpoint/2010/main" val="418157503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1_Titre et textes 3 colonnes">
    <p:spTree>
      <p:nvGrpSpPr>
        <p:cNvPr id="1" name=""/>
        <p:cNvGrpSpPr/>
        <p:nvPr/>
      </p:nvGrpSpPr>
      <p:grpSpPr>
        <a:xfrm>
          <a:off x="0" y="0"/>
          <a:ext cx="0" cy="0"/>
          <a:chOff x="0" y="0"/>
          <a:chExt cx="0" cy="0"/>
        </a:xfrm>
      </p:grpSpPr>
      <p:sp>
        <p:nvSpPr>
          <p:cNvPr id="11" name="Espace réservé de la date 1">
            <a:extLst>
              <a:ext uri="{FF2B5EF4-FFF2-40B4-BE49-F238E27FC236}">
                <a16:creationId xmlns:a16="http://schemas.microsoft.com/office/drawing/2014/main" id="{9F5F8F36-9414-6946-BDAE-0A76E569CDF2}"/>
              </a:ext>
            </a:extLst>
          </p:cNvPr>
          <p:cNvSpPr>
            <a:spLocks noGrp="1"/>
          </p:cNvSpPr>
          <p:nvPr>
            <p:ph type="dt" sz="half" idx="10"/>
          </p:nvPr>
        </p:nvSpPr>
        <p:spPr bwMode="gray">
          <a:xfrm>
            <a:off x="6426336" y="4783500"/>
            <a:ext cx="1170000" cy="360000"/>
          </a:xfrm>
          <a:prstGeom prst="rect">
            <a:avLst/>
          </a:prstGeom>
        </p:spPr>
        <p:txBody>
          <a:bodyPr/>
          <a:lstStyle/>
          <a:p>
            <a:pPr algn="r"/>
            <a:fld id="{74A03300-A62F-4DF5-966E-3CB9D38AC02B}" type="datetime1">
              <a:rPr lang="fr-FR" cap="all" smtClean="0"/>
              <a:pPr algn="r"/>
              <a:t>07/01/2025</a:t>
            </a:fld>
            <a:endParaRPr lang="fr-FR" cap="all" dirty="0"/>
          </a:p>
        </p:txBody>
      </p:sp>
      <p:sp>
        <p:nvSpPr>
          <p:cNvPr id="3" name="Espace réservé du numéro de diapositive 7">
            <a:extLst>
              <a:ext uri="{FF2B5EF4-FFF2-40B4-BE49-F238E27FC236}">
                <a16:creationId xmlns:a16="http://schemas.microsoft.com/office/drawing/2014/main" id="{2354CB20-7A21-D185-F6CE-62A1EFA4E0F9}"/>
              </a:ext>
            </a:extLst>
          </p:cNvPr>
          <p:cNvSpPr>
            <a:spLocks noGrp="1"/>
          </p:cNvSpPr>
          <p:nvPr>
            <p:ph type="sldNum" sz="quarter" idx="12"/>
          </p:nvPr>
        </p:nvSpPr>
        <p:spPr bwMode="gray">
          <a:xfrm>
            <a:off x="7596336" y="4783500"/>
            <a:ext cx="1080120" cy="360000"/>
          </a:xfrm>
          <a:prstGeom prst="rect">
            <a:avLst/>
          </a:prstGeom>
        </p:spPr>
        <p:txBody>
          <a:bodyPr/>
          <a:lstStyle>
            <a:lvl1pPr algn="r">
              <a:defRPr sz="1400">
                <a:solidFill>
                  <a:srgbClr val="FF0000"/>
                </a:solidFill>
              </a:defRPr>
            </a:lvl1pPr>
          </a:lstStyle>
          <a:p>
            <a:fld id="{733122C9-A0B9-462F-8757-0847AD287B63}" type="slidenum">
              <a:rPr lang="fr-FR" smtClean="0"/>
              <a:pPr/>
              <a:t>‹N°›</a:t>
            </a:fld>
            <a:endParaRPr lang="fr-FR" dirty="0"/>
          </a:p>
        </p:txBody>
      </p:sp>
      <p:sp>
        <p:nvSpPr>
          <p:cNvPr id="4" name="Titre 1">
            <a:extLst>
              <a:ext uri="{FF2B5EF4-FFF2-40B4-BE49-F238E27FC236}">
                <a16:creationId xmlns:a16="http://schemas.microsoft.com/office/drawing/2014/main" id="{77A21E3B-B8D7-F7DC-C195-ABB7173A265E}"/>
              </a:ext>
            </a:extLst>
          </p:cNvPr>
          <p:cNvSpPr>
            <a:spLocks noGrp="1"/>
          </p:cNvSpPr>
          <p:nvPr>
            <p:ph type="title" hasCustomPrompt="1"/>
          </p:nvPr>
        </p:nvSpPr>
        <p:spPr bwMode="gray">
          <a:xfrm>
            <a:off x="467543" y="900000"/>
            <a:ext cx="8208913" cy="720000"/>
          </a:xfrm>
        </p:spPr>
        <p:txBody>
          <a:bodyPr/>
          <a:lstStyle>
            <a:lvl1pPr>
              <a:defRPr>
                <a:solidFill>
                  <a:schemeClr val="tx1"/>
                </a:solidFill>
              </a:defRPr>
            </a:lvl1pPr>
          </a:lstStyle>
          <a:p>
            <a:r>
              <a:rPr lang="fr-FR" dirty="0"/>
              <a:t>Titre</a:t>
            </a:r>
          </a:p>
        </p:txBody>
      </p:sp>
      <p:sp>
        <p:nvSpPr>
          <p:cNvPr id="5" name="Espace réservé du texte 11">
            <a:extLst>
              <a:ext uri="{FF2B5EF4-FFF2-40B4-BE49-F238E27FC236}">
                <a16:creationId xmlns:a16="http://schemas.microsoft.com/office/drawing/2014/main" id="{4D88517F-0652-24B7-CECE-FA7727AFB41F}"/>
              </a:ext>
            </a:extLst>
          </p:cNvPr>
          <p:cNvSpPr>
            <a:spLocks noGrp="1"/>
          </p:cNvSpPr>
          <p:nvPr>
            <p:ph type="body" sz="quarter" idx="14" hasCustomPrompt="1"/>
          </p:nvPr>
        </p:nvSpPr>
        <p:spPr bwMode="gray">
          <a:xfrm>
            <a:off x="467543" y="1836000"/>
            <a:ext cx="2520000" cy="2574000"/>
          </a:xfrm>
        </p:spPr>
        <p:txBody>
          <a:bodyPr/>
          <a:lstStyle>
            <a:lvl1pPr>
              <a:defRPr>
                <a:solidFill>
                  <a:schemeClr val="tx1"/>
                </a:solidFill>
              </a:defRPr>
            </a:lvl1pPr>
            <a:lvl2pPr>
              <a:defRPr/>
            </a:lvl2pPr>
            <a:lvl3pPr>
              <a:defRPr baseline="0"/>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6" name="Espace réservé du texte 11">
            <a:extLst>
              <a:ext uri="{FF2B5EF4-FFF2-40B4-BE49-F238E27FC236}">
                <a16:creationId xmlns:a16="http://schemas.microsoft.com/office/drawing/2014/main" id="{088B7A66-D08B-A398-E00A-DCBEE9483299}"/>
              </a:ext>
            </a:extLst>
          </p:cNvPr>
          <p:cNvSpPr>
            <a:spLocks noGrp="1"/>
          </p:cNvSpPr>
          <p:nvPr>
            <p:ph type="body" sz="quarter" idx="15" hasCustomPrompt="1"/>
          </p:nvPr>
        </p:nvSpPr>
        <p:spPr bwMode="gray">
          <a:xfrm>
            <a:off x="3312000" y="1836000"/>
            <a:ext cx="2520000" cy="2574000"/>
          </a:xfrm>
        </p:spPr>
        <p:txBody>
          <a:bodyPr/>
          <a:lstStyle>
            <a:lvl1pPr>
              <a:defRPr>
                <a:solidFill>
                  <a:schemeClr val="tx1"/>
                </a:solidFill>
              </a:defRPr>
            </a:lvl1pPr>
            <a:lvl2pPr>
              <a:defRPr/>
            </a:lvl2pPr>
            <a:lvl3pPr>
              <a:defRPr baseline="0"/>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7" name="Espace réservé du texte 11">
            <a:extLst>
              <a:ext uri="{FF2B5EF4-FFF2-40B4-BE49-F238E27FC236}">
                <a16:creationId xmlns:a16="http://schemas.microsoft.com/office/drawing/2014/main" id="{B49F00CA-DD42-B9AD-65A7-C2E0B613E49F}"/>
              </a:ext>
            </a:extLst>
          </p:cNvPr>
          <p:cNvSpPr>
            <a:spLocks noGrp="1"/>
          </p:cNvSpPr>
          <p:nvPr>
            <p:ph type="body" sz="quarter" idx="16" hasCustomPrompt="1"/>
          </p:nvPr>
        </p:nvSpPr>
        <p:spPr bwMode="gray">
          <a:xfrm>
            <a:off x="6156456" y="1836000"/>
            <a:ext cx="2520000" cy="2574000"/>
          </a:xfrm>
        </p:spPr>
        <p:txBody>
          <a:bodyPr/>
          <a:lstStyle>
            <a:lvl1pPr>
              <a:defRPr>
                <a:solidFill>
                  <a:schemeClr val="tx1"/>
                </a:solidFill>
              </a:defRPr>
            </a:lvl1pPr>
            <a:lvl2pPr>
              <a:defRPr/>
            </a:lvl2pPr>
            <a:lvl3pPr>
              <a:defRPr baseline="0"/>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8" name="Espace réservé du texte 9">
            <a:extLst>
              <a:ext uri="{FF2B5EF4-FFF2-40B4-BE49-F238E27FC236}">
                <a16:creationId xmlns:a16="http://schemas.microsoft.com/office/drawing/2014/main" id="{BE58713C-7CC1-D768-942B-0C6A202C4A9A}"/>
              </a:ext>
            </a:extLst>
          </p:cNvPr>
          <p:cNvSpPr>
            <a:spLocks noGrp="1"/>
          </p:cNvSpPr>
          <p:nvPr>
            <p:ph type="body" sz="quarter" idx="13" hasCustomPrompt="1"/>
          </p:nvPr>
        </p:nvSpPr>
        <p:spPr bwMode="gray">
          <a:xfrm>
            <a:off x="3312000" y="180000"/>
            <a:ext cx="5364456" cy="360000"/>
          </a:xfrm>
        </p:spPr>
        <p:txBody>
          <a:bodyPr/>
          <a:lstStyle>
            <a:lvl1pPr marL="108000" indent="-108000" algn="r">
              <a:spcAft>
                <a:spcPts val="0"/>
              </a:spcAft>
              <a:buFont typeface="+mj-lt"/>
              <a:buAutoNum type="arabicPeriod"/>
              <a:defRPr sz="750" b="1">
                <a:solidFill>
                  <a:schemeClr val="tx1"/>
                </a:solidFill>
              </a:defRPr>
            </a:lvl1pPr>
            <a:lvl2pPr marL="108000" indent="-108000" algn="r">
              <a:spcBef>
                <a:spcPts val="0"/>
              </a:spcBef>
              <a:spcAft>
                <a:spcPts val="0"/>
              </a:spcAft>
              <a:buFont typeface="+mj-lt"/>
              <a:buAutoNum type="alphaLcPeriod"/>
              <a:defRPr sz="750">
                <a:solidFill>
                  <a:schemeClr val="tx1"/>
                </a:solidFill>
              </a:defRPr>
            </a:lvl2pPr>
          </a:lstStyle>
          <a:p>
            <a:pPr lvl="0"/>
            <a:r>
              <a:rPr lang="fr-FR" dirty="0"/>
              <a:t>Titre</a:t>
            </a:r>
          </a:p>
          <a:p>
            <a:pPr lvl="1"/>
            <a:r>
              <a:rPr lang="fr-FR" dirty="0"/>
              <a:t>Sous-titre</a:t>
            </a:r>
          </a:p>
        </p:txBody>
      </p:sp>
    </p:spTree>
    <p:extLst>
      <p:ext uri="{BB962C8B-B14F-4D97-AF65-F5344CB8AC3E}">
        <p14:creationId xmlns:p14="http://schemas.microsoft.com/office/powerpoint/2010/main" val="194213891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2_Titre et contenu">
    <p:spTree>
      <p:nvGrpSpPr>
        <p:cNvPr id="1" name=""/>
        <p:cNvGrpSpPr/>
        <p:nvPr/>
      </p:nvGrpSpPr>
      <p:grpSpPr>
        <a:xfrm>
          <a:off x="0" y="0"/>
          <a:ext cx="0" cy="0"/>
          <a:chOff x="0" y="0"/>
          <a:chExt cx="0" cy="0"/>
        </a:xfrm>
      </p:grpSpPr>
      <p:sp>
        <p:nvSpPr>
          <p:cNvPr id="8" name="Espace réservé de la date 1">
            <a:extLst>
              <a:ext uri="{FF2B5EF4-FFF2-40B4-BE49-F238E27FC236}">
                <a16:creationId xmlns:a16="http://schemas.microsoft.com/office/drawing/2014/main" id="{48DF368D-0C4B-2743-8FE5-01F96D2C1253}"/>
              </a:ext>
            </a:extLst>
          </p:cNvPr>
          <p:cNvSpPr>
            <a:spLocks noGrp="1"/>
          </p:cNvSpPr>
          <p:nvPr>
            <p:ph type="dt" sz="half" idx="10"/>
          </p:nvPr>
        </p:nvSpPr>
        <p:spPr bwMode="gray">
          <a:xfrm>
            <a:off x="6426336" y="4783500"/>
            <a:ext cx="1170000" cy="360000"/>
          </a:xfrm>
          <a:prstGeom prst="rect">
            <a:avLst/>
          </a:prstGeom>
        </p:spPr>
        <p:txBody>
          <a:bodyPr/>
          <a:lstStyle/>
          <a:p>
            <a:pPr algn="r"/>
            <a:fld id="{6F42726C-76A3-45BB-9E3B-0F2EB6320166}" type="datetime1">
              <a:rPr lang="fr-FR" cap="all" smtClean="0"/>
              <a:pPr algn="r"/>
              <a:t>07/01/2025</a:t>
            </a:fld>
            <a:endParaRPr lang="fr-FR" cap="all" dirty="0"/>
          </a:p>
        </p:txBody>
      </p:sp>
      <p:sp>
        <p:nvSpPr>
          <p:cNvPr id="2" name="Espace réservé du numéro de diapositive 7">
            <a:extLst>
              <a:ext uri="{FF2B5EF4-FFF2-40B4-BE49-F238E27FC236}">
                <a16:creationId xmlns:a16="http://schemas.microsoft.com/office/drawing/2014/main" id="{5627B9E6-EB77-0A01-D53D-30EDB7418B79}"/>
              </a:ext>
            </a:extLst>
          </p:cNvPr>
          <p:cNvSpPr>
            <a:spLocks noGrp="1"/>
          </p:cNvSpPr>
          <p:nvPr>
            <p:ph type="sldNum" sz="quarter" idx="12"/>
          </p:nvPr>
        </p:nvSpPr>
        <p:spPr bwMode="gray">
          <a:xfrm>
            <a:off x="7596336" y="4783500"/>
            <a:ext cx="1080120" cy="360000"/>
          </a:xfrm>
          <a:prstGeom prst="rect">
            <a:avLst/>
          </a:prstGeom>
        </p:spPr>
        <p:txBody>
          <a:bodyPr/>
          <a:lstStyle>
            <a:lvl1pPr algn="r">
              <a:defRPr sz="1400">
                <a:solidFill>
                  <a:srgbClr val="FF0000"/>
                </a:solidFill>
              </a:defRPr>
            </a:lvl1pPr>
          </a:lstStyle>
          <a:p>
            <a:fld id="{733122C9-A0B9-462F-8757-0847AD287B63}" type="slidenum">
              <a:rPr lang="fr-FR" smtClean="0"/>
              <a:pPr/>
              <a:t>‹N°›</a:t>
            </a:fld>
            <a:endParaRPr lang="fr-FR" dirty="0"/>
          </a:p>
        </p:txBody>
      </p:sp>
      <p:sp>
        <p:nvSpPr>
          <p:cNvPr id="3" name="Titre 3">
            <a:extLst>
              <a:ext uri="{FF2B5EF4-FFF2-40B4-BE49-F238E27FC236}">
                <a16:creationId xmlns:a16="http://schemas.microsoft.com/office/drawing/2014/main" id="{47857BB5-8B72-4B4D-18CA-F32ACE431C80}"/>
              </a:ext>
            </a:extLst>
          </p:cNvPr>
          <p:cNvSpPr>
            <a:spLocks noGrp="1"/>
          </p:cNvSpPr>
          <p:nvPr>
            <p:ph type="title" hasCustomPrompt="1"/>
          </p:nvPr>
        </p:nvSpPr>
        <p:spPr bwMode="gray">
          <a:xfrm>
            <a:off x="467543" y="900000"/>
            <a:ext cx="8208913" cy="720000"/>
          </a:xfrm>
        </p:spPr>
        <p:txBody>
          <a:bodyPr/>
          <a:lstStyle>
            <a:lvl1pPr>
              <a:defRPr>
                <a:solidFill>
                  <a:schemeClr val="tx1"/>
                </a:solidFill>
              </a:defRPr>
            </a:lvl1pPr>
          </a:lstStyle>
          <a:p>
            <a:r>
              <a:rPr lang="fr-FR" noProof="0" dirty="0"/>
              <a:t>Titre</a:t>
            </a:r>
            <a:endParaRPr lang="fr-FR" dirty="0"/>
          </a:p>
        </p:txBody>
      </p:sp>
      <p:sp>
        <p:nvSpPr>
          <p:cNvPr id="5" name="Espace réservé du contenu 8">
            <a:extLst>
              <a:ext uri="{FF2B5EF4-FFF2-40B4-BE49-F238E27FC236}">
                <a16:creationId xmlns:a16="http://schemas.microsoft.com/office/drawing/2014/main" id="{D6AC0A31-242B-827C-B5BA-CF77E9ED29D7}"/>
              </a:ext>
            </a:extLst>
          </p:cNvPr>
          <p:cNvSpPr>
            <a:spLocks noGrp="1"/>
          </p:cNvSpPr>
          <p:nvPr>
            <p:ph sz="quarter" idx="14" hasCustomPrompt="1"/>
          </p:nvPr>
        </p:nvSpPr>
        <p:spPr bwMode="gray">
          <a:xfrm>
            <a:off x="467543" y="1836000"/>
            <a:ext cx="8208914" cy="2574000"/>
          </a:xfrm>
        </p:spPr>
        <p:txBody>
          <a:bodyPr/>
          <a:lstStyle>
            <a:lvl1pPr>
              <a:defRPr>
                <a:solidFill>
                  <a:schemeClr val="tx1"/>
                </a:solidFill>
              </a:defRPr>
            </a:lvl1pPr>
            <a:lvl2pPr>
              <a:defRPr/>
            </a:lvl2pPr>
            <a:lvl3pPr>
              <a:defRPr/>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6" name="Espace réservé du texte 9">
            <a:extLst>
              <a:ext uri="{FF2B5EF4-FFF2-40B4-BE49-F238E27FC236}">
                <a16:creationId xmlns:a16="http://schemas.microsoft.com/office/drawing/2014/main" id="{E969AD70-87AF-3A72-8CE0-A63CF1D6C0BD}"/>
              </a:ext>
            </a:extLst>
          </p:cNvPr>
          <p:cNvSpPr>
            <a:spLocks noGrp="1"/>
          </p:cNvSpPr>
          <p:nvPr>
            <p:ph type="body" sz="quarter" idx="13" hasCustomPrompt="1"/>
          </p:nvPr>
        </p:nvSpPr>
        <p:spPr bwMode="gray">
          <a:xfrm>
            <a:off x="3312000" y="180000"/>
            <a:ext cx="5364456" cy="360000"/>
          </a:xfrm>
        </p:spPr>
        <p:txBody>
          <a:bodyPr/>
          <a:lstStyle>
            <a:lvl1pPr marL="108000" indent="-108000" algn="r">
              <a:spcAft>
                <a:spcPts val="0"/>
              </a:spcAft>
              <a:buFont typeface="+mj-lt"/>
              <a:buAutoNum type="arabicPeriod"/>
              <a:defRPr sz="750" b="1">
                <a:solidFill>
                  <a:schemeClr val="tx1"/>
                </a:solidFill>
              </a:defRPr>
            </a:lvl1pPr>
            <a:lvl2pPr marL="108000" indent="-108000" algn="r">
              <a:spcBef>
                <a:spcPts val="0"/>
              </a:spcBef>
              <a:spcAft>
                <a:spcPts val="0"/>
              </a:spcAft>
              <a:buFont typeface="+mj-lt"/>
              <a:buAutoNum type="alphaLcPeriod"/>
              <a:defRPr sz="750">
                <a:solidFill>
                  <a:schemeClr val="tx1"/>
                </a:solidFill>
              </a:defRPr>
            </a:lvl2pPr>
          </a:lstStyle>
          <a:p>
            <a:pPr lvl="0"/>
            <a:r>
              <a:rPr lang="fr-FR" dirty="0"/>
              <a:t>Titre</a:t>
            </a:r>
          </a:p>
          <a:p>
            <a:pPr lvl="1"/>
            <a:r>
              <a:rPr lang="fr-FR" dirty="0"/>
              <a:t>Sous-titre</a:t>
            </a:r>
          </a:p>
        </p:txBody>
      </p:sp>
    </p:spTree>
    <p:extLst>
      <p:ext uri="{BB962C8B-B14F-4D97-AF65-F5344CB8AC3E}">
        <p14:creationId xmlns:p14="http://schemas.microsoft.com/office/powerpoint/2010/main" val="107064434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2_Chapitre">
    <p:spTree>
      <p:nvGrpSpPr>
        <p:cNvPr id="1" name=""/>
        <p:cNvGrpSpPr/>
        <p:nvPr/>
      </p:nvGrpSpPr>
      <p:grpSpPr>
        <a:xfrm>
          <a:off x="0" y="0"/>
          <a:ext cx="0" cy="0"/>
          <a:chOff x="0" y="0"/>
          <a:chExt cx="0" cy="0"/>
        </a:xfrm>
      </p:grpSpPr>
      <p:sp>
        <p:nvSpPr>
          <p:cNvPr id="8" name="Espace réservé pour une image  7"/>
          <p:cNvSpPr>
            <a:spLocks noGrp="1"/>
          </p:cNvSpPr>
          <p:nvPr>
            <p:ph type="pic" sz="quarter" idx="13" hasCustomPrompt="1"/>
          </p:nvPr>
        </p:nvSpPr>
        <p:spPr bwMode="gray">
          <a:xfrm>
            <a:off x="467544" y="915566"/>
            <a:ext cx="8208912" cy="3672408"/>
          </a:xfrm>
          <a:solidFill>
            <a:schemeClr val="bg1">
              <a:lumMod val="85000"/>
            </a:schemeClr>
          </a:solidFill>
        </p:spPr>
        <p:txBody>
          <a:bodyPr tIns="1080000" anchor="ctr" anchorCtr="0"/>
          <a:lstStyle>
            <a:lvl1pPr algn="ctr">
              <a:defRPr cap="all" baseline="0"/>
            </a:lvl1pPr>
          </a:lstStyle>
          <a:p>
            <a:r>
              <a:rPr lang="fr-FR" dirty="0"/>
              <a:t>Sélectionner l’icône pour insérer une image, </a:t>
            </a:r>
            <a:br>
              <a:rPr lang="fr-FR" dirty="0"/>
            </a:br>
            <a:r>
              <a:rPr lang="fr-FR" dirty="0"/>
              <a:t>puis disposer l’image en arrière plan </a:t>
            </a:r>
            <a:br>
              <a:rPr lang="fr-FR" dirty="0"/>
            </a:br>
            <a:r>
              <a:rPr lang="fr-FR" dirty="0"/>
              <a:t>(Sélectionner l’image avec le bouton droit de la souris / </a:t>
            </a:r>
            <a:br>
              <a:rPr lang="fr-FR" dirty="0"/>
            </a:br>
            <a:r>
              <a:rPr lang="fr-FR" dirty="0"/>
              <a:t>Mettre à l’arrière plan)</a:t>
            </a:r>
          </a:p>
        </p:txBody>
      </p:sp>
      <p:sp>
        <p:nvSpPr>
          <p:cNvPr id="2" name="Titre 1"/>
          <p:cNvSpPr>
            <a:spLocks noGrp="1"/>
          </p:cNvSpPr>
          <p:nvPr>
            <p:ph type="title" hasCustomPrompt="1"/>
          </p:nvPr>
        </p:nvSpPr>
        <p:spPr bwMode="gray">
          <a:xfrm>
            <a:off x="827585" y="915566"/>
            <a:ext cx="7560840" cy="3672408"/>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noFill/>
          </a:ln>
        </p:spPr>
        <p:txBody>
          <a:bodyPr lIns="0" bIns="360000" anchor="ctr" anchorCtr="0"/>
          <a:lstStyle>
            <a:lvl1pPr marL="396000" indent="-396000">
              <a:buFont typeface="+mj-lt"/>
              <a:buAutoNum type="arabicPeriod"/>
              <a:defRPr sz="3250">
                <a:solidFill>
                  <a:schemeClr val="tx1"/>
                </a:solidFill>
              </a:defRPr>
            </a:lvl1pPr>
          </a:lstStyle>
          <a:p>
            <a:r>
              <a:rPr lang="fr-FR" dirty="0"/>
              <a:t>Titre</a:t>
            </a:r>
          </a:p>
        </p:txBody>
      </p:sp>
      <p:sp>
        <p:nvSpPr>
          <p:cNvPr id="7" name="Espace réservé de la date 1">
            <a:extLst>
              <a:ext uri="{FF2B5EF4-FFF2-40B4-BE49-F238E27FC236}">
                <a16:creationId xmlns:a16="http://schemas.microsoft.com/office/drawing/2014/main" id="{9748505C-3D2A-D74D-9CDB-23720A2BFF18}"/>
              </a:ext>
            </a:extLst>
          </p:cNvPr>
          <p:cNvSpPr>
            <a:spLocks noGrp="1"/>
          </p:cNvSpPr>
          <p:nvPr>
            <p:ph type="dt" sz="half" idx="10"/>
          </p:nvPr>
        </p:nvSpPr>
        <p:spPr bwMode="gray">
          <a:xfrm>
            <a:off x="6419323" y="4783500"/>
            <a:ext cx="1170000" cy="360000"/>
          </a:xfrm>
          <a:prstGeom prst="rect">
            <a:avLst/>
          </a:prstGeom>
        </p:spPr>
        <p:txBody>
          <a:bodyPr/>
          <a:lstStyle/>
          <a:p>
            <a:pPr algn="r"/>
            <a:fld id="{80708A47-EF35-45C3-8BF0-5C29E8226EDF}" type="datetime1">
              <a:rPr lang="fr-FR" cap="all" smtClean="0"/>
              <a:pPr algn="r"/>
              <a:t>07/01/2025</a:t>
            </a:fld>
            <a:endParaRPr lang="fr-FR" cap="all" dirty="0"/>
          </a:p>
        </p:txBody>
      </p:sp>
      <p:sp>
        <p:nvSpPr>
          <p:cNvPr id="3" name="Espace réservé du numéro de diapositive 7">
            <a:extLst>
              <a:ext uri="{FF2B5EF4-FFF2-40B4-BE49-F238E27FC236}">
                <a16:creationId xmlns:a16="http://schemas.microsoft.com/office/drawing/2014/main" id="{71C90EFA-E0FE-E045-609C-5D8B6B7B8415}"/>
              </a:ext>
            </a:extLst>
          </p:cNvPr>
          <p:cNvSpPr>
            <a:spLocks noGrp="1"/>
          </p:cNvSpPr>
          <p:nvPr>
            <p:ph type="sldNum" sz="quarter" idx="12"/>
          </p:nvPr>
        </p:nvSpPr>
        <p:spPr bwMode="gray">
          <a:xfrm>
            <a:off x="7596336" y="4783500"/>
            <a:ext cx="1080120" cy="360000"/>
          </a:xfrm>
          <a:prstGeom prst="rect">
            <a:avLst/>
          </a:prstGeom>
        </p:spPr>
        <p:txBody>
          <a:bodyPr/>
          <a:lstStyle>
            <a:lvl1pPr algn="r">
              <a:defRPr sz="1400">
                <a:solidFill>
                  <a:srgbClr val="FF0000"/>
                </a:solidFill>
              </a:defRPr>
            </a:lvl1pPr>
          </a:lstStyle>
          <a:p>
            <a:fld id="{733122C9-A0B9-462F-8757-0847AD287B63}" type="slidenum">
              <a:rPr lang="fr-FR" smtClean="0"/>
              <a:pPr/>
              <a:t>‹N°›</a:t>
            </a:fld>
            <a:endParaRPr lang="fr-FR" dirty="0"/>
          </a:p>
        </p:txBody>
      </p:sp>
    </p:spTree>
    <p:extLst>
      <p:ext uri="{BB962C8B-B14F-4D97-AF65-F5344CB8AC3E}">
        <p14:creationId xmlns:p14="http://schemas.microsoft.com/office/powerpoint/2010/main" val="241957178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2_Titre et textes 3 colonnes">
    <p:spTree>
      <p:nvGrpSpPr>
        <p:cNvPr id="1" name=""/>
        <p:cNvGrpSpPr/>
        <p:nvPr/>
      </p:nvGrpSpPr>
      <p:grpSpPr>
        <a:xfrm>
          <a:off x="0" y="0"/>
          <a:ext cx="0" cy="0"/>
          <a:chOff x="0" y="0"/>
          <a:chExt cx="0" cy="0"/>
        </a:xfrm>
      </p:grpSpPr>
      <p:sp>
        <p:nvSpPr>
          <p:cNvPr id="11" name="Espace réservé de la date 1">
            <a:extLst>
              <a:ext uri="{FF2B5EF4-FFF2-40B4-BE49-F238E27FC236}">
                <a16:creationId xmlns:a16="http://schemas.microsoft.com/office/drawing/2014/main" id="{9F5F8F36-9414-6946-BDAE-0A76E569CDF2}"/>
              </a:ext>
            </a:extLst>
          </p:cNvPr>
          <p:cNvSpPr>
            <a:spLocks noGrp="1"/>
          </p:cNvSpPr>
          <p:nvPr>
            <p:ph type="dt" sz="half" idx="10"/>
          </p:nvPr>
        </p:nvSpPr>
        <p:spPr bwMode="gray">
          <a:xfrm>
            <a:off x="6426336" y="4783500"/>
            <a:ext cx="1170000" cy="360000"/>
          </a:xfrm>
          <a:prstGeom prst="rect">
            <a:avLst/>
          </a:prstGeom>
        </p:spPr>
        <p:txBody>
          <a:bodyPr/>
          <a:lstStyle/>
          <a:p>
            <a:pPr algn="r"/>
            <a:fld id="{74A03300-A62F-4DF5-966E-3CB9D38AC02B}" type="datetime1">
              <a:rPr lang="fr-FR" cap="all" smtClean="0"/>
              <a:pPr algn="r"/>
              <a:t>07/01/2025</a:t>
            </a:fld>
            <a:endParaRPr lang="fr-FR" cap="all" dirty="0"/>
          </a:p>
        </p:txBody>
      </p:sp>
      <p:sp>
        <p:nvSpPr>
          <p:cNvPr id="3" name="Espace réservé du numéro de diapositive 7">
            <a:extLst>
              <a:ext uri="{FF2B5EF4-FFF2-40B4-BE49-F238E27FC236}">
                <a16:creationId xmlns:a16="http://schemas.microsoft.com/office/drawing/2014/main" id="{7FFCCFED-02DC-08EC-199E-29F138E6FD3E}"/>
              </a:ext>
            </a:extLst>
          </p:cNvPr>
          <p:cNvSpPr>
            <a:spLocks noGrp="1"/>
          </p:cNvSpPr>
          <p:nvPr>
            <p:ph type="sldNum" sz="quarter" idx="12"/>
          </p:nvPr>
        </p:nvSpPr>
        <p:spPr bwMode="gray">
          <a:xfrm>
            <a:off x="7596336" y="4783500"/>
            <a:ext cx="1080120" cy="360000"/>
          </a:xfrm>
          <a:prstGeom prst="rect">
            <a:avLst/>
          </a:prstGeom>
        </p:spPr>
        <p:txBody>
          <a:bodyPr/>
          <a:lstStyle>
            <a:lvl1pPr algn="r">
              <a:defRPr sz="1400">
                <a:solidFill>
                  <a:srgbClr val="FF0000"/>
                </a:solidFill>
              </a:defRPr>
            </a:lvl1pPr>
          </a:lstStyle>
          <a:p>
            <a:fld id="{733122C9-A0B9-462F-8757-0847AD287B63}" type="slidenum">
              <a:rPr lang="fr-FR" smtClean="0"/>
              <a:pPr/>
              <a:t>‹N°›</a:t>
            </a:fld>
            <a:endParaRPr lang="fr-FR" dirty="0"/>
          </a:p>
        </p:txBody>
      </p:sp>
      <p:sp>
        <p:nvSpPr>
          <p:cNvPr id="4" name="Titre 1">
            <a:extLst>
              <a:ext uri="{FF2B5EF4-FFF2-40B4-BE49-F238E27FC236}">
                <a16:creationId xmlns:a16="http://schemas.microsoft.com/office/drawing/2014/main" id="{902FD0BE-20C2-98A4-80BF-26E2E4CE4A32}"/>
              </a:ext>
            </a:extLst>
          </p:cNvPr>
          <p:cNvSpPr>
            <a:spLocks noGrp="1"/>
          </p:cNvSpPr>
          <p:nvPr>
            <p:ph type="title" hasCustomPrompt="1"/>
          </p:nvPr>
        </p:nvSpPr>
        <p:spPr bwMode="gray">
          <a:xfrm>
            <a:off x="467543" y="900000"/>
            <a:ext cx="8208913" cy="720000"/>
          </a:xfrm>
        </p:spPr>
        <p:txBody>
          <a:bodyPr/>
          <a:lstStyle>
            <a:lvl1pPr>
              <a:defRPr>
                <a:solidFill>
                  <a:schemeClr val="tx1"/>
                </a:solidFill>
              </a:defRPr>
            </a:lvl1pPr>
          </a:lstStyle>
          <a:p>
            <a:r>
              <a:rPr lang="fr-FR" dirty="0"/>
              <a:t>Titre</a:t>
            </a:r>
          </a:p>
        </p:txBody>
      </p:sp>
      <p:sp>
        <p:nvSpPr>
          <p:cNvPr id="5" name="Espace réservé du texte 11">
            <a:extLst>
              <a:ext uri="{FF2B5EF4-FFF2-40B4-BE49-F238E27FC236}">
                <a16:creationId xmlns:a16="http://schemas.microsoft.com/office/drawing/2014/main" id="{D78EB4C2-0797-C1C8-2713-C16D8D7195FF}"/>
              </a:ext>
            </a:extLst>
          </p:cNvPr>
          <p:cNvSpPr>
            <a:spLocks noGrp="1"/>
          </p:cNvSpPr>
          <p:nvPr>
            <p:ph type="body" sz="quarter" idx="14" hasCustomPrompt="1"/>
          </p:nvPr>
        </p:nvSpPr>
        <p:spPr bwMode="gray">
          <a:xfrm>
            <a:off x="467543" y="1836000"/>
            <a:ext cx="2520000" cy="2574000"/>
          </a:xfrm>
        </p:spPr>
        <p:txBody>
          <a:bodyPr/>
          <a:lstStyle>
            <a:lvl1pPr>
              <a:defRPr>
                <a:solidFill>
                  <a:schemeClr val="tx1"/>
                </a:solidFill>
              </a:defRPr>
            </a:lvl1pPr>
            <a:lvl2pPr>
              <a:defRPr/>
            </a:lvl2pPr>
            <a:lvl3pPr>
              <a:defRPr baseline="0"/>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6" name="Espace réservé du texte 11">
            <a:extLst>
              <a:ext uri="{FF2B5EF4-FFF2-40B4-BE49-F238E27FC236}">
                <a16:creationId xmlns:a16="http://schemas.microsoft.com/office/drawing/2014/main" id="{1EAF8653-EBBB-E723-93E8-4EAEA88D6E8A}"/>
              </a:ext>
            </a:extLst>
          </p:cNvPr>
          <p:cNvSpPr>
            <a:spLocks noGrp="1"/>
          </p:cNvSpPr>
          <p:nvPr>
            <p:ph type="body" sz="quarter" idx="15" hasCustomPrompt="1"/>
          </p:nvPr>
        </p:nvSpPr>
        <p:spPr bwMode="gray">
          <a:xfrm>
            <a:off x="3312000" y="1836000"/>
            <a:ext cx="2520000" cy="2574000"/>
          </a:xfrm>
        </p:spPr>
        <p:txBody>
          <a:bodyPr/>
          <a:lstStyle>
            <a:lvl1pPr>
              <a:defRPr>
                <a:solidFill>
                  <a:schemeClr val="tx1"/>
                </a:solidFill>
              </a:defRPr>
            </a:lvl1pPr>
            <a:lvl2pPr>
              <a:defRPr/>
            </a:lvl2pPr>
            <a:lvl3pPr>
              <a:defRPr baseline="0"/>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7" name="Espace réservé du texte 11">
            <a:extLst>
              <a:ext uri="{FF2B5EF4-FFF2-40B4-BE49-F238E27FC236}">
                <a16:creationId xmlns:a16="http://schemas.microsoft.com/office/drawing/2014/main" id="{767BF9AD-A3E5-B2AC-B1C5-8DC87EC46ECD}"/>
              </a:ext>
            </a:extLst>
          </p:cNvPr>
          <p:cNvSpPr>
            <a:spLocks noGrp="1"/>
          </p:cNvSpPr>
          <p:nvPr>
            <p:ph type="body" sz="quarter" idx="16" hasCustomPrompt="1"/>
          </p:nvPr>
        </p:nvSpPr>
        <p:spPr bwMode="gray">
          <a:xfrm>
            <a:off x="6156456" y="1836000"/>
            <a:ext cx="2520000" cy="2574000"/>
          </a:xfrm>
        </p:spPr>
        <p:txBody>
          <a:bodyPr/>
          <a:lstStyle>
            <a:lvl1pPr>
              <a:defRPr>
                <a:solidFill>
                  <a:schemeClr val="tx1"/>
                </a:solidFill>
              </a:defRPr>
            </a:lvl1pPr>
            <a:lvl2pPr>
              <a:defRPr/>
            </a:lvl2pPr>
            <a:lvl3pPr>
              <a:defRPr baseline="0"/>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8" name="Espace réservé du texte 9">
            <a:extLst>
              <a:ext uri="{FF2B5EF4-FFF2-40B4-BE49-F238E27FC236}">
                <a16:creationId xmlns:a16="http://schemas.microsoft.com/office/drawing/2014/main" id="{D3FD874F-D58B-C7F8-80C5-06579D5E867C}"/>
              </a:ext>
            </a:extLst>
          </p:cNvPr>
          <p:cNvSpPr>
            <a:spLocks noGrp="1"/>
          </p:cNvSpPr>
          <p:nvPr>
            <p:ph type="body" sz="quarter" idx="13" hasCustomPrompt="1"/>
          </p:nvPr>
        </p:nvSpPr>
        <p:spPr bwMode="gray">
          <a:xfrm>
            <a:off x="3312000" y="180000"/>
            <a:ext cx="5364456" cy="360000"/>
          </a:xfrm>
        </p:spPr>
        <p:txBody>
          <a:bodyPr/>
          <a:lstStyle>
            <a:lvl1pPr marL="108000" indent="-108000" algn="r">
              <a:spcAft>
                <a:spcPts val="0"/>
              </a:spcAft>
              <a:buFont typeface="+mj-lt"/>
              <a:buAutoNum type="arabicPeriod"/>
              <a:defRPr sz="750" b="1">
                <a:solidFill>
                  <a:schemeClr val="tx1"/>
                </a:solidFill>
              </a:defRPr>
            </a:lvl1pPr>
            <a:lvl2pPr marL="108000" indent="-108000" algn="r">
              <a:spcBef>
                <a:spcPts val="0"/>
              </a:spcBef>
              <a:spcAft>
                <a:spcPts val="0"/>
              </a:spcAft>
              <a:buFont typeface="+mj-lt"/>
              <a:buAutoNum type="alphaLcPeriod"/>
              <a:defRPr sz="750">
                <a:solidFill>
                  <a:schemeClr val="tx1"/>
                </a:solidFill>
              </a:defRPr>
            </a:lvl2pPr>
          </a:lstStyle>
          <a:p>
            <a:pPr lvl="0"/>
            <a:r>
              <a:rPr lang="fr-FR" dirty="0"/>
              <a:t>Titre</a:t>
            </a:r>
          </a:p>
          <a:p>
            <a:pPr lvl="1"/>
            <a:r>
              <a:rPr lang="fr-FR" dirty="0"/>
              <a:t>Sous-titre</a:t>
            </a:r>
          </a:p>
        </p:txBody>
      </p:sp>
    </p:spTree>
    <p:extLst>
      <p:ext uri="{BB962C8B-B14F-4D97-AF65-F5344CB8AC3E}">
        <p14:creationId xmlns:p14="http://schemas.microsoft.com/office/powerpoint/2010/main" val="100260754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3_Titre et contenu">
    <p:spTree>
      <p:nvGrpSpPr>
        <p:cNvPr id="1" name=""/>
        <p:cNvGrpSpPr/>
        <p:nvPr/>
      </p:nvGrpSpPr>
      <p:grpSpPr>
        <a:xfrm>
          <a:off x="0" y="0"/>
          <a:ext cx="0" cy="0"/>
          <a:chOff x="0" y="0"/>
          <a:chExt cx="0" cy="0"/>
        </a:xfrm>
      </p:grpSpPr>
      <p:sp>
        <p:nvSpPr>
          <p:cNvPr id="8" name="Espace réservé de la date 1">
            <a:extLst>
              <a:ext uri="{FF2B5EF4-FFF2-40B4-BE49-F238E27FC236}">
                <a16:creationId xmlns:a16="http://schemas.microsoft.com/office/drawing/2014/main" id="{48DF368D-0C4B-2743-8FE5-01F96D2C1253}"/>
              </a:ext>
            </a:extLst>
          </p:cNvPr>
          <p:cNvSpPr>
            <a:spLocks noGrp="1"/>
          </p:cNvSpPr>
          <p:nvPr>
            <p:ph type="dt" sz="half" idx="10"/>
          </p:nvPr>
        </p:nvSpPr>
        <p:spPr bwMode="gray">
          <a:xfrm>
            <a:off x="6426336" y="4783500"/>
            <a:ext cx="1170000" cy="360000"/>
          </a:xfrm>
          <a:prstGeom prst="rect">
            <a:avLst/>
          </a:prstGeom>
        </p:spPr>
        <p:txBody>
          <a:bodyPr/>
          <a:lstStyle/>
          <a:p>
            <a:pPr algn="r"/>
            <a:fld id="{6F42726C-76A3-45BB-9E3B-0F2EB6320166}" type="datetime1">
              <a:rPr lang="fr-FR" cap="all" smtClean="0"/>
              <a:pPr algn="r"/>
              <a:t>07/01/2025</a:t>
            </a:fld>
            <a:endParaRPr lang="fr-FR" cap="all" dirty="0"/>
          </a:p>
        </p:txBody>
      </p:sp>
      <p:sp>
        <p:nvSpPr>
          <p:cNvPr id="2" name="Espace réservé du numéro de diapositive 7">
            <a:extLst>
              <a:ext uri="{FF2B5EF4-FFF2-40B4-BE49-F238E27FC236}">
                <a16:creationId xmlns:a16="http://schemas.microsoft.com/office/drawing/2014/main" id="{3FEBFD50-4011-BD8E-6F33-91EE334F822A}"/>
              </a:ext>
            </a:extLst>
          </p:cNvPr>
          <p:cNvSpPr>
            <a:spLocks noGrp="1"/>
          </p:cNvSpPr>
          <p:nvPr>
            <p:ph type="sldNum" sz="quarter" idx="12"/>
          </p:nvPr>
        </p:nvSpPr>
        <p:spPr bwMode="gray">
          <a:xfrm>
            <a:off x="7596336" y="4783500"/>
            <a:ext cx="1080120" cy="360000"/>
          </a:xfrm>
          <a:prstGeom prst="rect">
            <a:avLst/>
          </a:prstGeom>
        </p:spPr>
        <p:txBody>
          <a:bodyPr/>
          <a:lstStyle>
            <a:lvl1pPr algn="r">
              <a:defRPr sz="1400">
                <a:solidFill>
                  <a:srgbClr val="FF0000"/>
                </a:solidFill>
              </a:defRPr>
            </a:lvl1pPr>
          </a:lstStyle>
          <a:p>
            <a:fld id="{733122C9-A0B9-462F-8757-0847AD287B63}" type="slidenum">
              <a:rPr lang="fr-FR" smtClean="0"/>
              <a:pPr/>
              <a:t>‹N°›</a:t>
            </a:fld>
            <a:endParaRPr lang="fr-FR" dirty="0"/>
          </a:p>
        </p:txBody>
      </p:sp>
      <p:sp>
        <p:nvSpPr>
          <p:cNvPr id="3" name="Titre 3">
            <a:extLst>
              <a:ext uri="{FF2B5EF4-FFF2-40B4-BE49-F238E27FC236}">
                <a16:creationId xmlns:a16="http://schemas.microsoft.com/office/drawing/2014/main" id="{053E4752-B7BE-C251-601F-E85D791F72E5}"/>
              </a:ext>
            </a:extLst>
          </p:cNvPr>
          <p:cNvSpPr>
            <a:spLocks noGrp="1"/>
          </p:cNvSpPr>
          <p:nvPr>
            <p:ph type="title" hasCustomPrompt="1"/>
          </p:nvPr>
        </p:nvSpPr>
        <p:spPr bwMode="gray">
          <a:xfrm>
            <a:off x="467543" y="900000"/>
            <a:ext cx="8208913" cy="720000"/>
          </a:xfrm>
        </p:spPr>
        <p:txBody>
          <a:bodyPr/>
          <a:lstStyle>
            <a:lvl1pPr>
              <a:defRPr>
                <a:solidFill>
                  <a:schemeClr val="tx1"/>
                </a:solidFill>
              </a:defRPr>
            </a:lvl1pPr>
          </a:lstStyle>
          <a:p>
            <a:r>
              <a:rPr lang="fr-FR" noProof="0" dirty="0"/>
              <a:t>Titre</a:t>
            </a:r>
            <a:endParaRPr lang="fr-FR" dirty="0"/>
          </a:p>
        </p:txBody>
      </p:sp>
      <p:sp>
        <p:nvSpPr>
          <p:cNvPr id="5" name="Espace réservé du contenu 8">
            <a:extLst>
              <a:ext uri="{FF2B5EF4-FFF2-40B4-BE49-F238E27FC236}">
                <a16:creationId xmlns:a16="http://schemas.microsoft.com/office/drawing/2014/main" id="{7A84DCE6-CC5A-62D3-7F72-C44C2473D024}"/>
              </a:ext>
            </a:extLst>
          </p:cNvPr>
          <p:cNvSpPr>
            <a:spLocks noGrp="1"/>
          </p:cNvSpPr>
          <p:nvPr>
            <p:ph sz="quarter" idx="14" hasCustomPrompt="1"/>
          </p:nvPr>
        </p:nvSpPr>
        <p:spPr bwMode="gray">
          <a:xfrm>
            <a:off x="467543" y="1836000"/>
            <a:ext cx="8208914" cy="2574000"/>
          </a:xfrm>
        </p:spPr>
        <p:txBody>
          <a:bodyPr/>
          <a:lstStyle>
            <a:lvl1pPr>
              <a:defRPr>
                <a:solidFill>
                  <a:schemeClr val="tx1"/>
                </a:solidFill>
              </a:defRPr>
            </a:lvl1pPr>
            <a:lvl2pPr>
              <a:defRPr/>
            </a:lvl2pPr>
            <a:lvl3pPr>
              <a:defRPr/>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6" name="Espace réservé du texte 9">
            <a:extLst>
              <a:ext uri="{FF2B5EF4-FFF2-40B4-BE49-F238E27FC236}">
                <a16:creationId xmlns:a16="http://schemas.microsoft.com/office/drawing/2014/main" id="{B5A000C1-691E-F104-1902-9EF057D87053}"/>
              </a:ext>
            </a:extLst>
          </p:cNvPr>
          <p:cNvSpPr>
            <a:spLocks noGrp="1"/>
          </p:cNvSpPr>
          <p:nvPr>
            <p:ph type="body" sz="quarter" idx="13" hasCustomPrompt="1"/>
          </p:nvPr>
        </p:nvSpPr>
        <p:spPr bwMode="gray">
          <a:xfrm>
            <a:off x="3312000" y="180000"/>
            <a:ext cx="5364456" cy="360000"/>
          </a:xfrm>
        </p:spPr>
        <p:txBody>
          <a:bodyPr/>
          <a:lstStyle>
            <a:lvl1pPr marL="108000" indent="-108000" algn="r">
              <a:spcAft>
                <a:spcPts val="0"/>
              </a:spcAft>
              <a:buFont typeface="+mj-lt"/>
              <a:buAutoNum type="arabicPeriod"/>
              <a:defRPr sz="750" b="1">
                <a:solidFill>
                  <a:schemeClr val="tx1"/>
                </a:solidFill>
              </a:defRPr>
            </a:lvl1pPr>
            <a:lvl2pPr marL="108000" indent="-108000" algn="r">
              <a:spcBef>
                <a:spcPts val="0"/>
              </a:spcBef>
              <a:spcAft>
                <a:spcPts val="0"/>
              </a:spcAft>
              <a:buFont typeface="+mj-lt"/>
              <a:buAutoNum type="alphaLcPeriod"/>
              <a:defRPr sz="750">
                <a:solidFill>
                  <a:schemeClr val="tx1"/>
                </a:solidFill>
              </a:defRPr>
            </a:lvl2pPr>
          </a:lstStyle>
          <a:p>
            <a:pPr lvl="0"/>
            <a:r>
              <a:rPr lang="fr-FR" dirty="0"/>
              <a:t>Titre</a:t>
            </a:r>
          </a:p>
          <a:p>
            <a:pPr lvl="1"/>
            <a:r>
              <a:rPr lang="fr-FR" dirty="0"/>
              <a:t>Sous-titre</a:t>
            </a:r>
          </a:p>
        </p:txBody>
      </p:sp>
    </p:spTree>
    <p:extLst>
      <p:ext uri="{BB962C8B-B14F-4D97-AF65-F5344CB8AC3E}">
        <p14:creationId xmlns:p14="http://schemas.microsoft.com/office/powerpoint/2010/main" val="279649548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3_Chapitre">
    <p:spTree>
      <p:nvGrpSpPr>
        <p:cNvPr id="1" name=""/>
        <p:cNvGrpSpPr/>
        <p:nvPr/>
      </p:nvGrpSpPr>
      <p:grpSpPr>
        <a:xfrm>
          <a:off x="0" y="0"/>
          <a:ext cx="0" cy="0"/>
          <a:chOff x="0" y="0"/>
          <a:chExt cx="0" cy="0"/>
        </a:xfrm>
      </p:grpSpPr>
      <p:sp>
        <p:nvSpPr>
          <p:cNvPr id="7" name="Espace réservé de la date 1">
            <a:extLst>
              <a:ext uri="{FF2B5EF4-FFF2-40B4-BE49-F238E27FC236}">
                <a16:creationId xmlns:a16="http://schemas.microsoft.com/office/drawing/2014/main" id="{9748505C-3D2A-D74D-9CDB-23720A2BFF18}"/>
              </a:ext>
            </a:extLst>
          </p:cNvPr>
          <p:cNvSpPr>
            <a:spLocks noGrp="1"/>
          </p:cNvSpPr>
          <p:nvPr>
            <p:ph type="dt" sz="half" idx="10"/>
          </p:nvPr>
        </p:nvSpPr>
        <p:spPr bwMode="gray">
          <a:xfrm>
            <a:off x="6419323" y="4783500"/>
            <a:ext cx="1170000" cy="360000"/>
          </a:xfrm>
          <a:prstGeom prst="rect">
            <a:avLst/>
          </a:prstGeom>
        </p:spPr>
        <p:txBody>
          <a:bodyPr/>
          <a:lstStyle/>
          <a:p>
            <a:pPr algn="r"/>
            <a:fld id="{80708A47-EF35-45C3-8BF0-5C29E8226EDF}" type="datetime1">
              <a:rPr lang="fr-FR" cap="all" smtClean="0"/>
              <a:pPr algn="r"/>
              <a:t>07/01/2025</a:t>
            </a:fld>
            <a:endParaRPr lang="fr-FR" cap="all" dirty="0"/>
          </a:p>
        </p:txBody>
      </p:sp>
      <p:sp>
        <p:nvSpPr>
          <p:cNvPr id="3" name="Espace réservé du numéro de diapositive 7">
            <a:extLst>
              <a:ext uri="{FF2B5EF4-FFF2-40B4-BE49-F238E27FC236}">
                <a16:creationId xmlns:a16="http://schemas.microsoft.com/office/drawing/2014/main" id="{21EDD869-98C0-F59E-578F-8389EEA6B6DA}"/>
              </a:ext>
            </a:extLst>
          </p:cNvPr>
          <p:cNvSpPr>
            <a:spLocks noGrp="1"/>
          </p:cNvSpPr>
          <p:nvPr>
            <p:ph type="sldNum" sz="quarter" idx="12"/>
          </p:nvPr>
        </p:nvSpPr>
        <p:spPr bwMode="gray">
          <a:xfrm>
            <a:off x="7596336" y="4783500"/>
            <a:ext cx="1080120" cy="360000"/>
          </a:xfrm>
          <a:prstGeom prst="rect">
            <a:avLst/>
          </a:prstGeom>
        </p:spPr>
        <p:txBody>
          <a:bodyPr/>
          <a:lstStyle>
            <a:lvl1pPr algn="r">
              <a:defRPr sz="1400">
                <a:solidFill>
                  <a:srgbClr val="FF0000"/>
                </a:solidFill>
              </a:defRPr>
            </a:lvl1pPr>
          </a:lstStyle>
          <a:p>
            <a:fld id="{733122C9-A0B9-462F-8757-0847AD287B63}" type="slidenum">
              <a:rPr lang="fr-FR" smtClean="0"/>
              <a:pPr/>
              <a:t>‹N°›</a:t>
            </a:fld>
            <a:endParaRPr lang="fr-FR" dirty="0"/>
          </a:p>
        </p:txBody>
      </p:sp>
      <p:sp>
        <p:nvSpPr>
          <p:cNvPr id="5" name="Espace réservé pour une image  7">
            <a:extLst>
              <a:ext uri="{FF2B5EF4-FFF2-40B4-BE49-F238E27FC236}">
                <a16:creationId xmlns:a16="http://schemas.microsoft.com/office/drawing/2014/main" id="{267D06C0-A8EA-E608-4A6F-B67EDDDD287E}"/>
              </a:ext>
            </a:extLst>
          </p:cNvPr>
          <p:cNvSpPr>
            <a:spLocks noGrp="1"/>
          </p:cNvSpPr>
          <p:nvPr>
            <p:ph type="pic" sz="quarter" idx="13" hasCustomPrompt="1"/>
          </p:nvPr>
        </p:nvSpPr>
        <p:spPr bwMode="gray">
          <a:xfrm>
            <a:off x="467544" y="915566"/>
            <a:ext cx="8208912" cy="3672408"/>
          </a:xfrm>
          <a:solidFill>
            <a:schemeClr val="bg1">
              <a:lumMod val="85000"/>
            </a:schemeClr>
          </a:solidFill>
        </p:spPr>
        <p:txBody>
          <a:bodyPr tIns="1080000" anchor="ctr" anchorCtr="0"/>
          <a:lstStyle>
            <a:lvl1pPr algn="ctr">
              <a:defRPr cap="all" baseline="0"/>
            </a:lvl1pPr>
          </a:lstStyle>
          <a:p>
            <a:r>
              <a:rPr lang="fr-FR" dirty="0"/>
              <a:t>Sélectionner l’icône pour insérer une image, </a:t>
            </a:r>
            <a:br>
              <a:rPr lang="fr-FR" dirty="0"/>
            </a:br>
            <a:r>
              <a:rPr lang="fr-FR" dirty="0"/>
              <a:t>puis disposer l’image en arrière plan </a:t>
            </a:r>
            <a:br>
              <a:rPr lang="fr-FR" dirty="0"/>
            </a:br>
            <a:r>
              <a:rPr lang="fr-FR" dirty="0"/>
              <a:t>(Sélectionner l’image avec le bouton droit de la souris / </a:t>
            </a:r>
            <a:br>
              <a:rPr lang="fr-FR" dirty="0"/>
            </a:br>
            <a:r>
              <a:rPr lang="fr-FR" dirty="0"/>
              <a:t>Mettre à l’arrière plan)</a:t>
            </a:r>
          </a:p>
        </p:txBody>
      </p:sp>
      <p:sp>
        <p:nvSpPr>
          <p:cNvPr id="6" name="Titre 1">
            <a:extLst>
              <a:ext uri="{FF2B5EF4-FFF2-40B4-BE49-F238E27FC236}">
                <a16:creationId xmlns:a16="http://schemas.microsoft.com/office/drawing/2014/main" id="{F25B2DE6-0EBC-ACE2-BF9B-00ABA60A7E75}"/>
              </a:ext>
            </a:extLst>
          </p:cNvPr>
          <p:cNvSpPr>
            <a:spLocks noGrp="1"/>
          </p:cNvSpPr>
          <p:nvPr>
            <p:ph type="title" hasCustomPrompt="1"/>
          </p:nvPr>
        </p:nvSpPr>
        <p:spPr bwMode="gray">
          <a:xfrm>
            <a:off x="827585" y="915566"/>
            <a:ext cx="7560840" cy="3672408"/>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noFill/>
          </a:ln>
        </p:spPr>
        <p:txBody>
          <a:bodyPr lIns="0" bIns="360000" anchor="ctr" anchorCtr="0"/>
          <a:lstStyle>
            <a:lvl1pPr marL="396000" indent="-396000">
              <a:buFont typeface="+mj-lt"/>
              <a:buAutoNum type="arabicPeriod"/>
              <a:defRPr sz="3250">
                <a:solidFill>
                  <a:schemeClr val="tx1"/>
                </a:solidFill>
              </a:defRPr>
            </a:lvl1pPr>
          </a:lstStyle>
          <a:p>
            <a:r>
              <a:rPr lang="fr-FR" dirty="0"/>
              <a:t>Titre</a:t>
            </a:r>
          </a:p>
        </p:txBody>
      </p:sp>
    </p:spTree>
    <p:extLst>
      <p:ext uri="{BB962C8B-B14F-4D97-AF65-F5344CB8AC3E}">
        <p14:creationId xmlns:p14="http://schemas.microsoft.com/office/powerpoint/2010/main" val="83287914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3_Titre et textes 3 colonnes">
    <p:spTree>
      <p:nvGrpSpPr>
        <p:cNvPr id="1" name=""/>
        <p:cNvGrpSpPr/>
        <p:nvPr/>
      </p:nvGrpSpPr>
      <p:grpSpPr>
        <a:xfrm>
          <a:off x="0" y="0"/>
          <a:ext cx="0" cy="0"/>
          <a:chOff x="0" y="0"/>
          <a:chExt cx="0" cy="0"/>
        </a:xfrm>
      </p:grpSpPr>
      <p:sp>
        <p:nvSpPr>
          <p:cNvPr id="11" name="Espace réservé de la date 1">
            <a:extLst>
              <a:ext uri="{FF2B5EF4-FFF2-40B4-BE49-F238E27FC236}">
                <a16:creationId xmlns:a16="http://schemas.microsoft.com/office/drawing/2014/main" id="{9F5F8F36-9414-6946-BDAE-0A76E569CDF2}"/>
              </a:ext>
            </a:extLst>
          </p:cNvPr>
          <p:cNvSpPr>
            <a:spLocks noGrp="1"/>
          </p:cNvSpPr>
          <p:nvPr>
            <p:ph type="dt" sz="half" idx="10"/>
          </p:nvPr>
        </p:nvSpPr>
        <p:spPr bwMode="gray">
          <a:xfrm>
            <a:off x="6426336" y="4783500"/>
            <a:ext cx="1170000" cy="360000"/>
          </a:xfrm>
          <a:prstGeom prst="rect">
            <a:avLst/>
          </a:prstGeom>
        </p:spPr>
        <p:txBody>
          <a:bodyPr/>
          <a:lstStyle/>
          <a:p>
            <a:pPr algn="r"/>
            <a:fld id="{74A03300-A62F-4DF5-966E-3CB9D38AC02B}" type="datetime1">
              <a:rPr lang="fr-FR" cap="all" smtClean="0"/>
              <a:pPr algn="r"/>
              <a:t>07/01/2025</a:t>
            </a:fld>
            <a:endParaRPr lang="fr-FR" cap="all" dirty="0"/>
          </a:p>
        </p:txBody>
      </p:sp>
      <p:sp>
        <p:nvSpPr>
          <p:cNvPr id="3" name="Espace réservé du numéro de diapositive 7">
            <a:extLst>
              <a:ext uri="{FF2B5EF4-FFF2-40B4-BE49-F238E27FC236}">
                <a16:creationId xmlns:a16="http://schemas.microsoft.com/office/drawing/2014/main" id="{C713303D-957D-C3FF-65F8-AC7AE214D0E7}"/>
              </a:ext>
            </a:extLst>
          </p:cNvPr>
          <p:cNvSpPr>
            <a:spLocks noGrp="1"/>
          </p:cNvSpPr>
          <p:nvPr>
            <p:ph type="sldNum" sz="quarter" idx="12"/>
          </p:nvPr>
        </p:nvSpPr>
        <p:spPr bwMode="gray">
          <a:xfrm>
            <a:off x="7596336" y="4783500"/>
            <a:ext cx="1080120" cy="360000"/>
          </a:xfrm>
          <a:prstGeom prst="rect">
            <a:avLst/>
          </a:prstGeom>
        </p:spPr>
        <p:txBody>
          <a:bodyPr/>
          <a:lstStyle>
            <a:lvl1pPr algn="r">
              <a:defRPr sz="1400">
                <a:solidFill>
                  <a:srgbClr val="FF0000"/>
                </a:solidFill>
              </a:defRPr>
            </a:lvl1pPr>
          </a:lstStyle>
          <a:p>
            <a:fld id="{733122C9-A0B9-462F-8757-0847AD287B63}" type="slidenum">
              <a:rPr lang="fr-FR" smtClean="0"/>
              <a:pPr/>
              <a:t>‹N°›</a:t>
            </a:fld>
            <a:endParaRPr lang="fr-FR" dirty="0"/>
          </a:p>
        </p:txBody>
      </p:sp>
      <p:sp>
        <p:nvSpPr>
          <p:cNvPr id="4" name="Titre 1">
            <a:extLst>
              <a:ext uri="{FF2B5EF4-FFF2-40B4-BE49-F238E27FC236}">
                <a16:creationId xmlns:a16="http://schemas.microsoft.com/office/drawing/2014/main" id="{C6099BCD-2997-F0EE-6D31-BF84EA2CF9D6}"/>
              </a:ext>
            </a:extLst>
          </p:cNvPr>
          <p:cNvSpPr>
            <a:spLocks noGrp="1"/>
          </p:cNvSpPr>
          <p:nvPr>
            <p:ph type="title" hasCustomPrompt="1"/>
          </p:nvPr>
        </p:nvSpPr>
        <p:spPr bwMode="gray">
          <a:xfrm>
            <a:off x="467543" y="900000"/>
            <a:ext cx="8208913" cy="720000"/>
          </a:xfrm>
        </p:spPr>
        <p:txBody>
          <a:bodyPr/>
          <a:lstStyle>
            <a:lvl1pPr>
              <a:defRPr>
                <a:solidFill>
                  <a:schemeClr val="tx1"/>
                </a:solidFill>
              </a:defRPr>
            </a:lvl1pPr>
          </a:lstStyle>
          <a:p>
            <a:r>
              <a:rPr lang="fr-FR" dirty="0"/>
              <a:t>Titre</a:t>
            </a:r>
          </a:p>
        </p:txBody>
      </p:sp>
      <p:sp>
        <p:nvSpPr>
          <p:cNvPr id="5" name="Espace réservé du texte 11">
            <a:extLst>
              <a:ext uri="{FF2B5EF4-FFF2-40B4-BE49-F238E27FC236}">
                <a16:creationId xmlns:a16="http://schemas.microsoft.com/office/drawing/2014/main" id="{CE9E1EE3-B96E-FEEE-9B11-160E25A960C5}"/>
              </a:ext>
            </a:extLst>
          </p:cNvPr>
          <p:cNvSpPr>
            <a:spLocks noGrp="1"/>
          </p:cNvSpPr>
          <p:nvPr>
            <p:ph type="body" sz="quarter" idx="14" hasCustomPrompt="1"/>
          </p:nvPr>
        </p:nvSpPr>
        <p:spPr bwMode="gray">
          <a:xfrm>
            <a:off x="467543" y="1836000"/>
            <a:ext cx="2520000" cy="2574000"/>
          </a:xfrm>
        </p:spPr>
        <p:txBody>
          <a:bodyPr/>
          <a:lstStyle>
            <a:lvl1pPr>
              <a:defRPr>
                <a:solidFill>
                  <a:schemeClr val="tx1"/>
                </a:solidFill>
              </a:defRPr>
            </a:lvl1pPr>
            <a:lvl2pPr>
              <a:defRPr/>
            </a:lvl2pPr>
            <a:lvl3pPr>
              <a:defRPr baseline="0"/>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6" name="Espace réservé du texte 11">
            <a:extLst>
              <a:ext uri="{FF2B5EF4-FFF2-40B4-BE49-F238E27FC236}">
                <a16:creationId xmlns:a16="http://schemas.microsoft.com/office/drawing/2014/main" id="{0623D511-8F3A-BC6C-8B9A-4A61EB517828}"/>
              </a:ext>
            </a:extLst>
          </p:cNvPr>
          <p:cNvSpPr>
            <a:spLocks noGrp="1"/>
          </p:cNvSpPr>
          <p:nvPr>
            <p:ph type="body" sz="quarter" idx="15" hasCustomPrompt="1"/>
          </p:nvPr>
        </p:nvSpPr>
        <p:spPr bwMode="gray">
          <a:xfrm>
            <a:off x="3312000" y="1836000"/>
            <a:ext cx="2520000" cy="2574000"/>
          </a:xfrm>
        </p:spPr>
        <p:txBody>
          <a:bodyPr/>
          <a:lstStyle>
            <a:lvl1pPr>
              <a:defRPr>
                <a:solidFill>
                  <a:schemeClr val="tx1"/>
                </a:solidFill>
              </a:defRPr>
            </a:lvl1pPr>
            <a:lvl2pPr>
              <a:defRPr/>
            </a:lvl2pPr>
            <a:lvl3pPr>
              <a:defRPr baseline="0"/>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7" name="Espace réservé du texte 11">
            <a:extLst>
              <a:ext uri="{FF2B5EF4-FFF2-40B4-BE49-F238E27FC236}">
                <a16:creationId xmlns:a16="http://schemas.microsoft.com/office/drawing/2014/main" id="{F86BDA20-4BE9-39FB-F411-8371EDBFAA68}"/>
              </a:ext>
            </a:extLst>
          </p:cNvPr>
          <p:cNvSpPr>
            <a:spLocks noGrp="1"/>
          </p:cNvSpPr>
          <p:nvPr>
            <p:ph type="body" sz="quarter" idx="16" hasCustomPrompt="1"/>
          </p:nvPr>
        </p:nvSpPr>
        <p:spPr bwMode="gray">
          <a:xfrm>
            <a:off x="6156456" y="1836000"/>
            <a:ext cx="2520000" cy="2574000"/>
          </a:xfrm>
        </p:spPr>
        <p:txBody>
          <a:bodyPr/>
          <a:lstStyle>
            <a:lvl1pPr>
              <a:defRPr>
                <a:solidFill>
                  <a:schemeClr val="tx1"/>
                </a:solidFill>
              </a:defRPr>
            </a:lvl1pPr>
            <a:lvl2pPr>
              <a:defRPr/>
            </a:lvl2pPr>
            <a:lvl3pPr>
              <a:defRPr baseline="0"/>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8" name="Espace réservé du texte 9">
            <a:extLst>
              <a:ext uri="{FF2B5EF4-FFF2-40B4-BE49-F238E27FC236}">
                <a16:creationId xmlns:a16="http://schemas.microsoft.com/office/drawing/2014/main" id="{40D48E26-A627-507B-7D1B-FCA789939791}"/>
              </a:ext>
            </a:extLst>
          </p:cNvPr>
          <p:cNvSpPr>
            <a:spLocks noGrp="1"/>
          </p:cNvSpPr>
          <p:nvPr>
            <p:ph type="body" sz="quarter" idx="13" hasCustomPrompt="1"/>
          </p:nvPr>
        </p:nvSpPr>
        <p:spPr bwMode="gray">
          <a:xfrm>
            <a:off x="3312000" y="180000"/>
            <a:ext cx="5364456" cy="360000"/>
          </a:xfrm>
        </p:spPr>
        <p:txBody>
          <a:bodyPr/>
          <a:lstStyle>
            <a:lvl1pPr marL="108000" indent="-108000" algn="r">
              <a:spcAft>
                <a:spcPts val="0"/>
              </a:spcAft>
              <a:buFont typeface="+mj-lt"/>
              <a:buAutoNum type="arabicPeriod"/>
              <a:defRPr sz="750" b="1">
                <a:solidFill>
                  <a:schemeClr val="tx1"/>
                </a:solidFill>
              </a:defRPr>
            </a:lvl1pPr>
            <a:lvl2pPr marL="108000" indent="-108000" algn="r">
              <a:spcBef>
                <a:spcPts val="0"/>
              </a:spcBef>
              <a:spcAft>
                <a:spcPts val="0"/>
              </a:spcAft>
              <a:buFont typeface="+mj-lt"/>
              <a:buAutoNum type="alphaLcPeriod"/>
              <a:defRPr sz="750">
                <a:solidFill>
                  <a:schemeClr val="tx1"/>
                </a:solidFill>
              </a:defRPr>
            </a:lvl2pPr>
          </a:lstStyle>
          <a:p>
            <a:pPr lvl="0"/>
            <a:r>
              <a:rPr lang="fr-FR" dirty="0"/>
              <a:t>Titre</a:t>
            </a:r>
          </a:p>
          <a:p>
            <a:pPr lvl="1"/>
            <a:r>
              <a:rPr lang="fr-FR" dirty="0"/>
              <a:t>Sous-titre</a:t>
            </a:r>
          </a:p>
        </p:txBody>
      </p:sp>
    </p:spTree>
    <p:extLst>
      <p:ext uri="{BB962C8B-B14F-4D97-AF65-F5344CB8AC3E}">
        <p14:creationId xmlns:p14="http://schemas.microsoft.com/office/powerpoint/2010/main" val="286624542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4_Titre et contenu">
    <p:spTree>
      <p:nvGrpSpPr>
        <p:cNvPr id="1" name=""/>
        <p:cNvGrpSpPr/>
        <p:nvPr/>
      </p:nvGrpSpPr>
      <p:grpSpPr>
        <a:xfrm>
          <a:off x="0" y="0"/>
          <a:ext cx="0" cy="0"/>
          <a:chOff x="0" y="0"/>
          <a:chExt cx="0" cy="0"/>
        </a:xfrm>
      </p:grpSpPr>
      <p:sp>
        <p:nvSpPr>
          <p:cNvPr id="8" name="Espace réservé de la date 1">
            <a:extLst>
              <a:ext uri="{FF2B5EF4-FFF2-40B4-BE49-F238E27FC236}">
                <a16:creationId xmlns:a16="http://schemas.microsoft.com/office/drawing/2014/main" id="{48DF368D-0C4B-2743-8FE5-01F96D2C1253}"/>
              </a:ext>
            </a:extLst>
          </p:cNvPr>
          <p:cNvSpPr>
            <a:spLocks noGrp="1"/>
          </p:cNvSpPr>
          <p:nvPr>
            <p:ph type="dt" sz="half" idx="10"/>
          </p:nvPr>
        </p:nvSpPr>
        <p:spPr bwMode="gray">
          <a:xfrm>
            <a:off x="6426336" y="4783500"/>
            <a:ext cx="1170000" cy="360000"/>
          </a:xfrm>
          <a:prstGeom prst="rect">
            <a:avLst/>
          </a:prstGeom>
        </p:spPr>
        <p:txBody>
          <a:bodyPr/>
          <a:lstStyle/>
          <a:p>
            <a:pPr algn="r"/>
            <a:fld id="{6F42726C-76A3-45BB-9E3B-0F2EB6320166}" type="datetime1">
              <a:rPr lang="fr-FR" cap="all" smtClean="0"/>
              <a:pPr algn="r"/>
              <a:t>07/01/2025</a:t>
            </a:fld>
            <a:endParaRPr lang="fr-FR" cap="all" dirty="0"/>
          </a:p>
        </p:txBody>
      </p:sp>
      <p:sp>
        <p:nvSpPr>
          <p:cNvPr id="2" name="Espace réservé du numéro de diapositive 7">
            <a:extLst>
              <a:ext uri="{FF2B5EF4-FFF2-40B4-BE49-F238E27FC236}">
                <a16:creationId xmlns:a16="http://schemas.microsoft.com/office/drawing/2014/main" id="{D3D6716E-35E6-9A46-3401-322FD6C560B3}"/>
              </a:ext>
            </a:extLst>
          </p:cNvPr>
          <p:cNvSpPr>
            <a:spLocks noGrp="1"/>
          </p:cNvSpPr>
          <p:nvPr>
            <p:ph type="sldNum" sz="quarter" idx="12"/>
          </p:nvPr>
        </p:nvSpPr>
        <p:spPr bwMode="gray">
          <a:xfrm>
            <a:off x="7596336" y="4783500"/>
            <a:ext cx="1080120" cy="360000"/>
          </a:xfrm>
          <a:prstGeom prst="rect">
            <a:avLst/>
          </a:prstGeom>
        </p:spPr>
        <p:txBody>
          <a:bodyPr/>
          <a:lstStyle>
            <a:lvl1pPr algn="r">
              <a:defRPr sz="1400">
                <a:solidFill>
                  <a:srgbClr val="FF0000"/>
                </a:solidFill>
              </a:defRPr>
            </a:lvl1pPr>
          </a:lstStyle>
          <a:p>
            <a:fld id="{733122C9-A0B9-462F-8757-0847AD287B63}" type="slidenum">
              <a:rPr lang="fr-FR" smtClean="0"/>
              <a:pPr/>
              <a:t>‹N°›</a:t>
            </a:fld>
            <a:endParaRPr lang="fr-FR" dirty="0"/>
          </a:p>
        </p:txBody>
      </p:sp>
      <p:sp>
        <p:nvSpPr>
          <p:cNvPr id="3" name="Titre 3">
            <a:extLst>
              <a:ext uri="{FF2B5EF4-FFF2-40B4-BE49-F238E27FC236}">
                <a16:creationId xmlns:a16="http://schemas.microsoft.com/office/drawing/2014/main" id="{DDB6F684-FFF0-9BFF-F28E-73B95625953A}"/>
              </a:ext>
            </a:extLst>
          </p:cNvPr>
          <p:cNvSpPr>
            <a:spLocks noGrp="1"/>
          </p:cNvSpPr>
          <p:nvPr>
            <p:ph type="title" hasCustomPrompt="1"/>
          </p:nvPr>
        </p:nvSpPr>
        <p:spPr bwMode="gray">
          <a:xfrm>
            <a:off x="467543" y="900000"/>
            <a:ext cx="8208913" cy="720000"/>
          </a:xfrm>
        </p:spPr>
        <p:txBody>
          <a:bodyPr/>
          <a:lstStyle>
            <a:lvl1pPr>
              <a:defRPr>
                <a:solidFill>
                  <a:schemeClr val="tx1"/>
                </a:solidFill>
              </a:defRPr>
            </a:lvl1pPr>
          </a:lstStyle>
          <a:p>
            <a:r>
              <a:rPr lang="fr-FR" noProof="0" dirty="0"/>
              <a:t>Titre</a:t>
            </a:r>
            <a:endParaRPr lang="fr-FR" dirty="0"/>
          </a:p>
        </p:txBody>
      </p:sp>
      <p:sp>
        <p:nvSpPr>
          <p:cNvPr id="5" name="Espace réservé du contenu 8">
            <a:extLst>
              <a:ext uri="{FF2B5EF4-FFF2-40B4-BE49-F238E27FC236}">
                <a16:creationId xmlns:a16="http://schemas.microsoft.com/office/drawing/2014/main" id="{D4B03BF3-C378-2FE2-8D59-9E342E83CE0E}"/>
              </a:ext>
            </a:extLst>
          </p:cNvPr>
          <p:cNvSpPr>
            <a:spLocks noGrp="1"/>
          </p:cNvSpPr>
          <p:nvPr>
            <p:ph sz="quarter" idx="14" hasCustomPrompt="1"/>
          </p:nvPr>
        </p:nvSpPr>
        <p:spPr bwMode="gray">
          <a:xfrm>
            <a:off x="467543" y="1836000"/>
            <a:ext cx="8208914" cy="2574000"/>
          </a:xfrm>
        </p:spPr>
        <p:txBody>
          <a:bodyPr/>
          <a:lstStyle>
            <a:lvl1pPr>
              <a:defRPr>
                <a:solidFill>
                  <a:schemeClr val="tx1"/>
                </a:solidFill>
              </a:defRPr>
            </a:lvl1pPr>
            <a:lvl2pPr>
              <a:defRPr/>
            </a:lvl2pPr>
            <a:lvl3pPr>
              <a:defRPr/>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6" name="Espace réservé du texte 9">
            <a:extLst>
              <a:ext uri="{FF2B5EF4-FFF2-40B4-BE49-F238E27FC236}">
                <a16:creationId xmlns:a16="http://schemas.microsoft.com/office/drawing/2014/main" id="{372358B2-A1B9-F1AD-6A34-48FD17F0F3CB}"/>
              </a:ext>
            </a:extLst>
          </p:cNvPr>
          <p:cNvSpPr>
            <a:spLocks noGrp="1"/>
          </p:cNvSpPr>
          <p:nvPr>
            <p:ph type="body" sz="quarter" idx="13" hasCustomPrompt="1"/>
          </p:nvPr>
        </p:nvSpPr>
        <p:spPr bwMode="gray">
          <a:xfrm>
            <a:off x="3312000" y="180000"/>
            <a:ext cx="5364456" cy="360000"/>
          </a:xfrm>
        </p:spPr>
        <p:txBody>
          <a:bodyPr/>
          <a:lstStyle>
            <a:lvl1pPr marL="108000" indent="-108000" algn="r">
              <a:spcAft>
                <a:spcPts val="0"/>
              </a:spcAft>
              <a:buFont typeface="+mj-lt"/>
              <a:buAutoNum type="arabicPeriod"/>
              <a:defRPr sz="750" b="1">
                <a:solidFill>
                  <a:schemeClr val="tx1"/>
                </a:solidFill>
              </a:defRPr>
            </a:lvl1pPr>
            <a:lvl2pPr marL="108000" indent="-108000" algn="r">
              <a:spcBef>
                <a:spcPts val="0"/>
              </a:spcBef>
              <a:spcAft>
                <a:spcPts val="0"/>
              </a:spcAft>
              <a:buFont typeface="+mj-lt"/>
              <a:buAutoNum type="alphaLcPeriod"/>
              <a:defRPr sz="750">
                <a:solidFill>
                  <a:schemeClr val="tx1"/>
                </a:solidFill>
              </a:defRPr>
            </a:lvl2pPr>
          </a:lstStyle>
          <a:p>
            <a:pPr lvl="0"/>
            <a:r>
              <a:rPr lang="fr-FR" dirty="0"/>
              <a:t>Titre</a:t>
            </a:r>
          </a:p>
          <a:p>
            <a:pPr lvl="1"/>
            <a:r>
              <a:rPr lang="fr-FR" dirty="0"/>
              <a:t>Sous-titre</a:t>
            </a:r>
          </a:p>
        </p:txBody>
      </p:sp>
    </p:spTree>
    <p:extLst>
      <p:ext uri="{BB962C8B-B14F-4D97-AF65-F5344CB8AC3E}">
        <p14:creationId xmlns:p14="http://schemas.microsoft.com/office/powerpoint/2010/main" val="143152947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4_Chapitre">
    <p:spTree>
      <p:nvGrpSpPr>
        <p:cNvPr id="1" name=""/>
        <p:cNvGrpSpPr/>
        <p:nvPr/>
      </p:nvGrpSpPr>
      <p:grpSpPr>
        <a:xfrm>
          <a:off x="0" y="0"/>
          <a:ext cx="0" cy="0"/>
          <a:chOff x="0" y="0"/>
          <a:chExt cx="0" cy="0"/>
        </a:xfrm>
      </p:grpSpPr>
      <p:sp>
        <p:nvSpPr>
          <p:cNvPr id="7" name="Espace réservé de la date 1">
            <a:extLst>
              <a:ext uri="{FF2B5EF4-FFF2-40B4-BE49-F238E27FC236}">
                <a16:creationId xmlns:a16="http://schemas.microsoft.com/office/drawing/2014/main" id="{9748505C-3D2A-D74D-9CDB-23720A2BFF18}"/>
              </a:ext>
            </a:extLst>
          </p:cNvPr>
          <p:cNvSpPr>
            <a:spLocks noGrp="1"/>
          </p:cNvSpPr>
          <p:nvPr>
            <p:ph type="dt" sz="half" idx="10"/>
          </p:nvPr>
        </p:nvSpPr>
        <p:spPr bwMode="gray">
          <a:xfrm>
            <a:off x="6419323" y="4783500"/>
            <a:ext cx="1170000" cy="360000"/>
          </a:xfrm>
          <a:prstGeom prst="rect">
            <a:avLst/>
          </a:prstGeom>
        </p:spPr>
        <p:txBody>
          <a:bodyPr/>
          <a:lstStyle/>
          <a:p>
            <a:pPr algn="r"/>
            <a:fld id="{80708A47-EF35-45C3-8BF0-5C29E8226EDF}" type="datetime1">
              <a:rPr lang="fr-FR" cap="all" smtClean="0"/>
              <a:pPr algn="r"/>
              <a:t>07/01/2025</a:t>
            </a:fld>
            <a:endParaRPr lang="fr-FR" cap="all" dirty="0"/>
          </a:p>
        </p:txBody>
      </p:sp>
      <p:sp>
        <p:nvSpPr>
          <p:cNvPr id="3" name="Espace réservé du numéro de diapositive 7">
            <a:extLst>
              <a:ext uri="{FF2B5EF4-FFF2-40B4-BE49-F238E27FC236}">
                <a16:creationId xmlns:a16="http://schemas.microsoft.com/office/drawing/2014/main" id="{D2261B49-61BC-08FD-F4D5-755ADDBDF97D}"/>
              </a:ext>
            </a:extLst>
          </p:cNvPr>
          <p:cNvSpPr>
            <a:spLocks noGrp="1"/>
          </p:cNvSpPr>
          <p:nvPr>
            <p:ph type="sldNum" sz="quarter" idx="12"/>
          </p:nvPr>
        </p:nvSpPr>
        <p:spPr bwMode="gray">
          <a:xfrm>
            <a:off x="7596336" y="4783500"/>
            <a:ext cx="1080120" cy="360000"/>
          </a:xfrm>
          <a:prstGeom prst="rect">
            <a:avLst/>
          </a:prstGeom>
        </p:spPr>
        <p:txBody>
          <a:bodyPr/>
          <a:lstStyle>
            <a:lvl1pPr algn="r">
              <a:defRPr sz="1400">
                <a:solidFill>
                  <a:srgbClr val="FF0000"/>
                </a:solidFill>
              </a:defRPr>
            </a:lvl1pPr>
          </a:lstStyle>
          <a:p>
            <a:fld id="{733122C9-A0B9-462F-8757-0847AD287B63}" type="slidenum">
              <a:rPr lang="fr-FR" smtClean="0"/>
              <a:pPr/>
              <a:t>‹N°›</a:t>
            </a:fld>
            <a:endParaRPr lang="fr-FR" dirty="0"/>
          </a:p>
        </p:txBody>
      </p:sp>
      <p:sp>
        <p:nvSpPr>
          <p:cNvPr id="4" name="Espace réservé pour une image  7">
            <a:extLst>
              <a:ext uri="{FF2B5EF4-FFF2-40B4-BE49-F238E27FC236}">
                <a16:creationId xmlns:a16="http://schemas.microsoft.com/office/drawing/2014/main" id="{19FE17F8-3961-56C2-F560-271C7C130BC7}"/>
              </a:ext>
            </a:extLst>
          </p:cNvPr>
          <p:cNvSpPr>
            <a:spLocks noGrp="1"/>
          </p:cNvSpPr>
          <p:nvPr>
            <p:ph type="pic" sz="quarter" idx="13" hasCustomPrompt="1"/>
          </p:nvPr>
        </p:nvSpPr>
        <p:spPr bwMode="gray">
          <a:xfrm>
            <a:off x="467544" y="915566"/>
            <a:ext cx="8208912" cy="3672408"/>
          </a:xfrm>
          <a:solidFill>
            <a:schemeClr val="bg1">
              <a:lumMod val="85000"/>
            </a:schemeClr>
          </a:solidFill>
        </p:spPr>
        <p:txBody>
          <a:bodyPr tIns="1080000" anchor="ctr" anchorCtr="0"/>
          <a:lstStyle>
            <a:lvl1pPr algn="ctr">
              <a:defRPr cap="all" baseline="0"/>
            </a:lvl1pPr>
          </a:lstStyle>
          <a:p>
            <a:r>
              <a:rPr lang="fr-FR" dirty="0"/>
              <a:t>Sélectionner l’icône pour insérer une image, </a:t>
            </a:r>
            <a:br>
              <a:rPr lang="fr-FR" dirty="0"/>
            </a:br>
            <a:r>
              <a:rPr lang="fr-FR" dirty="0"/>
              <a:t>puis disposer l’image en arrière plan </a:t>
            </a:r>
            <a:br>
              <a:rPr lang="fr-FR" dirty="0"/>
            </a:br>
            <a:r>
              <a:rPr lang="fr-FR" dirty="0"/>
              <a:t>(Sélectionner l’image avec le bouton droit de la souris / </a:t>
            </a:r>
            <a:br>
              <a:rPr lang="fr-FR" dirty="0"/>
            </a:br>
            <a:r>
              <a:rPr lang="fr-FR" dirty="0"/>
              <a:t>Mettre à l’arrière plan)</a:t>
            </a:r>
          </a:p>
        </p:txBody>
      </p:sp>
      <p:sp>
        <p:nvSpPr>
          <p:cNvPr id="5" name="Titre 1">
            <a:extLst>
              <a:ext uri="{FF2B5EF4-FFF2-40B4-BE49-F238E27FC236}">
                <a16:creationId xmlns:a16="http://schemas.microsoft.com/office/drawing/2014/main" id="{FAD2F008-B2DE-BF59-0EF6-5FE51C2BB01C}"/>
              </a:ext>
            </a:extLst>
          </p:cNvPr>
          <p:cNvSpPr>
            <a:spLocks noGrp="1"/>
          </p:cNvSpPr>
          <p:nvPr>
            <p:ph type="title" hasCustomPrompt="1"/>
          </p:nvPr>
        </p:nvSpPr>
        <p:spPr bwMode="gray">
          <a:xfrm>
            <a:off x="827585" y="915566"/>
            <a:ext cx="7560840" cy="3672408"/>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noFill/>
          </a:ln>
        </p:spPr>
        <p:txBody>
          <a:bodyPr lIns="0" bIns="360000" anchor="ctr" anchorCtr="0"/>
          <a:lstStyle>
            <a:lvl1pPr marL="396000" indent="-396000">
              <a:buFont typeface="+mj-lt"/>
              <a:buAutoNum type="arabicPeriod"/>
              <a:defRPr sz="3250">
                <a:solidFill>
                  <a:schemeClr val="tx1"/>
                </a:solidFill>
              </a:defRPr>
            </a:lvl1pPr>
          </a:lstStyle>
          <a:p>
            <a:r>
              <a:rPr lang="fr-FR" dirty="0"/>
              <a:t>Titre</a:t>
            </a:r>
          </a:p>
        </p:txBody>
      </p:sp>
    </p:spTree>
    <p:extLst>
      <p:ext uri="{BB962C8B-B14F-4D97-AF65-F5344CB8AC3E}">
        <p14:creationId xmlns:p14="http://schemas.microsoft.com/office/powerpoint/2010/main" val="324422059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4_Titre et textes 3 colonnes">
    <p:spTree>
      <p:nvGrpSpPr>
        <p:cNvPr id="1" name=""/>
        <p:cNvGrpSpPr/>
        <p:nvPr/>
      </p:nvGrpSpPr>
      <p:grpSpPr>
        <a:xfrm>
          <a:off x="0" y="0"/>
          <a:ext cx="0" cy="0"/>
          <a:chOff x="0" y="0"/>
          <a:chExt cx="0" cy="0"/>
        </a:xfrm>
      </p:grpSpPr>
      <p:sp>
        <p:nvSpPr>
          <p:cNvPr id="11" name="Espace réservé de la date 1">
            <a:extLst>
              <a:ext uri="{FF2B5EF4-FFF2-40B4-BE49-F238E27FC236}">
                <a16:creationId xmlns:a16="http://schemas.microsoft.com/office/drawing/2014/main" id="{9F5F8F36-9414-6946-BDAE-0A76E569CDF2}"/>
              </a:ext>
            </a:extLst>
          </p:cNvPr>
          <p:cNvSpPr>
            <a:spLocks noGrp="1"/>
          </p:cNvSpPr>
          <p:nvPr>
            <p:ph type="dt" sz="half" idx="10"/>
          </p:nvPr>
        </p:nvSpPr>
        <p:spPr bwMode="gray">
          <a:xfrm>
            <a:off x="6426336" y="4783500"/>
            <a:ext cx="1170000" cy="360000"/>
          </a:xfrm>
          <a:prstGeom prst="rect">
            <a:avLst/>
          </a:prstGeom>
        </p:spPr>
        <p:txBody>
          <a:bodyPr/>
          <a:lstStyle/>
          <a:p>
            <a:pPr algn="r"/>
            <a:fld id="{74A03300-A62F-4DF5-966E-3CB9D38AC02B}" type="datetime1">
              <a:rPr lang="fr-FR" cap="all" smtClean="0"/>
              <a:pPr algn="r"/>
              <a:t>07/01/2025</a:t>
            </a:fld>
            <a:endParaRPr lang="fr-FR" cap="all" dirty="0"/>
          </a:p>
        </p:txBody>
      </p:sp>
      <p:sp>
        <p:nvSpPr>
          <p:cNvPr id="3" name="Espace réservé du numéro de diapositive 7">
            <a:extLst>
              <a:ext uri="{FF2B5EF4-FFF2-40B4-BE49-F238E27FC236}">
                <a16:creationId xmlns:a16="http://schemas.microsoft.com/office/drawing/2014/main" id="{B90D4875-6211-D712-5823-AC28DCEDD361}"/>
              </a:ext>
            </a:extLst>
          </p:cNvPr>
          <p:cNvSpPr>
            <a:spLocks noGrp="1"/>
          </p:cNvSpPr>
          <p:nvPr>
            <p:ph type="sldNum" sz="quarter" idx="12"/>
          </p:nvPr>
        </p:nvSpPr>
        <p:spPr bwMode="gray">
          <a:xfrm>
            <a:off x="7596336" y="4783500"/>
            <a:ext cx="1080120" cy="360000"/>
          </a:xfrm>
          <a:prstGeom prst="rect">
            <a:avLst/>
          </a:prstGeom>
        </p:spPr>
        <p:txBody>
          <a:bodyPr/>
          <a:lstStyle>
            <a:lvl1pPr algn="r">
              <a:defRPr sz="1400">
                <a:solidFill>
                  <a:srgbClr val="FF0000"/>
                </a:solidFill>
              </a:defRPr>
            </a:lvl1pPr>
          </a:lstStyle>
          <a:p>
            <a:fld id="{733122C9-A0B9-462F-8757-0847AD287B63}" type="slidenum">
              <a:rPr lang="fr-FR" smtClean="0"/>
              <a:pPr/>
              <a:t>‹N°›</a:t>
            </a:fld>
            <a:endParaRPr lang="fr-FR" dirty="0"/>
          </a:p>
        </p:txBody>
      </p:sp>
      <p:sp>
        <p:nvSpPr>
          <p:cNvPr id="4" name="Titre 1">
            <a:extLst>
              <a:ext uri="{FF2B5EF4-FFF2-40B4-BE49-F238E27FC236}">
                <a16:creationId xmlns:a16="http://schemas.microsoft.com/office/drawing/2014/main" id="{C3E13540-A18A-96B0-6A60-14EAD0037620}"/>
              </a:ext>
            </a:extLst>
          </p:cNvPr>
          <p:cNvSpPr>
            <a:spLocks noGrp="1"/>
          </p:cNvSpPr>
          <p:nvPr>
            <p:ph type="title" hasCustomPrompt="1"/>
          </p:nvPr>
        </p:nvSpPr>
        <p:spPr bwMode="gray">
          <a:xfrm>
            <a:off x="467543" y="900000"/>
            <a:ext cx="8208913" cy="720000"/>
          </a:xfrm>
        </p:spPr>
        <p:txBody>
          <a:bodyPr/>
          <a:lstStyle>
            <a:lvl1pPr>
              <a:defRPr>
                <a:solidFill>
                  <a:schemeClr val="tx1"/>
                </a:solidFill>
              </a:defRPr>
            </a:lvl1pPr>
          </a:lstStyle>
          <a:p>
            <a:r>
              <a:rPr lang="fr-FR" dirty="0"/>
              <a:t>Titre</a:t>
            </a:r>
          </a:p>
        </p:txBody>
      </p:sp>
      <p:sp>
        <p:nvSpPr>
          <p:cNvPr id="5" name="Espace réservé du texte 11">
            <a:extLst>
              <a:ext uri="{FF2B5EF4-FFF2-40B4-BE49-F238E27FC236}">
                <a16:creationId xmlns:a16="http://schemas.microsoft.com/office/drawing/2014/main" id="{FD8B63AE-DF04-8B65-882C-7D2998FF32C1}"/>
              </a:ext>
            </a:extLst>
          </p:cNvPr>
          <p:cNvSpPr>
            <a:spLocks noGrp="1"/>
          </p:cNvSpPr>
          <p:nvPr>
            <p:ph type="body" sz="quarter" idx="14" hasCustomPrompt="1"/>
          </p:nvPr>
        </p:nvSpPr>
        <p:spPr bwMode="gray">
          <a:xfrm>
            <a:off x="467543" y="1836000"/>
            <a:ext cx="2520000" cy="2574000"/>
          </a:xfrm>
        </p:spPr>
        <p:txBody>
          <a:bodyPr/>
          <a:lstStyle>
            <a:lvl1pPr>
              <a:defRPr>
                <a:solidFill>
                  <a:schemeClr val="tx1"/>
                </a:solidFill>
              </a:defRPr>
            </a:lvl1pPr>
            <a:lvl2pPr>
              <a:defRPr/>
            </a:lvl2pPr>
            <a:lvl3pPr>
              <a:defRPr baseline="0"/>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6" name="Espace réservé du texte 11">
            <a:extLst>
              <a:ext uri="{FF2B5EF4-FFF2-40B4-BE49-F238E27FC236}">
                <a16:creationId xmlns:a16="http://schemas.microsoft.com/office/drawing/2014/main" id="{60733CAB-28DE-FA77-DF74-BC7D5FD70951}"/>
              </a:ext>
            </a:extLst>
          </p:cNvPr>
          <p:cNvSpPr>
            <a:spLocks noGrp="1"/>
          </p:cNvSpPr>
          <p:nvPr>
            <p:ph type="body" sz="quarter" idx="15" hasCustomPrompt="1"/>
          </p:nvPr>
        </p:nvSpPr>
        <p:spPr bwMode="gray">
          <a:xfrm>
            <a:off x="3312000" y="1836000"/>
            <a:ext cx="2520000" cy="2574000"/>
          </a:xfrm>
        </p:spPr>
        <p:txBody>
          <a:bodyPr/>
          <a:lstStyle>
            <a:lvl1pPr>
              <a:defRPr>
                <a:solidFill>
                  <a:schemeClr val="tx1"/>
                </a:solidFill>
              </a:defRPr>
            </a:lvl1pPr>
            <a:lvl2pPr>
              <a:defRPr/>
            </a:lvl2pPr>
            <a:lvl3pPr>
              <a:defRPr baseline="0"/>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7" name="Espace réservé du texte 11">
            <a:extLst>
              <a:ext uri="{FF2B5EF4-FFF2-40B4-BE49-F238E27FC236}">
                <a16:creationId xmlns:a16="http://schemas.microsoft.com/office/drawing/2014/main" id="{C77177D9-F143-9BEF-8488-7BDBDDA84EBB}"/>
              </a:ext>
            </a:extLst>
          </p:cNvPr>
          <p:cNvSpPr>
            <a:spLocks noGrp="1"/>
          </p:cNvSpPr>
          <p:nvPr>
            <p:ph type="body" sz="quarter" idx="16" hasCustomPrompt="1"/>
          </p:nvPr>
        </p:nvSpPr>
        <p:spPr bwMode="gray">
          <a:xfrm>
            <a:off x="6156456" y="1836000"/>
            <a:ext cx="2520000" cy="2574000"/>
          </a:xfrm>
        </p:spPr>
        <p:txBody>
          <a:bodyPr/>
          <a:lstStyle>
            <a:lvl1pPr>
              <a:defRPr>
                <a:solidFill>
                  <a:schemeClr val="tx1"/>
                </a:solidFill>
              </a:defRPr>
            </a:lvl1pPr>
            <a:lvl2pPr>
              <a:defRPr/>
            </a:lvl2pPr>
            <a:lvl3pPr>
              <a:defRPr baseline="0"/>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8" name="Espace réservé du texte 9">
            <a:extLst>
              <a:ext uri="{FF2B5EF4-FFF2-40B4-BE49-F238E27FC236}">
                <a16:creationId xmlns:a16="http://schemas.microsoft.com/office/drawing/2014/main" id="{C50B2D90-1933-7507-D820-8E312EB3B786}"/>
              </a:ext>
            </a:extLst>
          </p:cNvPr>
          <p:cNvSpPr>
            <a:spLocks noGrp="1"/>
          </p:cNvSpPr>
          <p:nvPr>
            <p:ph type="body" sz="quarter" idx="13" hasCustomPrompt="1"/>
          </p:nvPr>
        </p:nvSpPr>
        <p:spPr bwMode="gray">
          <a:xfrm>
            <a:off x="3312000" y="180000"/>
            <a:ext cx="5364456" cy="360000"/>
          </a:xfrm>
        </p:spPr>
        <p:txBody>
          <a:bodyPr/>
          <a:lstStyle>
            <a:lvl1pPr marL="108000" indent="-108000" algn="r">
              <a:spcAft>
                <a:spcPts val="0"/>
              </a:spcAft>
              <a:buFont typeface="+mj-lt"/>
              <a:buAutoNum type="arabicPeriod"/>
              <a:defRPr sz="750" b="1">
                <a:solidFill>
                  <a:schemeClr val="tx1"/>
                </a:solidFill>
              </a:defRPr>
            </a:lvl1pPr>
            <a:lvl2pPr marL="108000" indent="-108000" algn="r">
              <a:spcBef>
                <a:spcPts val="0"/>
              </a:spcBef>
              <a:spcAft>
                <a:spcPts val="0"/>
              </a:spcAft>
              <a:buFont typeface="+mj-lt"/>
              <a:buAutoNum type="alphaLcPeriod"/>
              <a:defRPr sz="750">
                <a:solidFill>
                  <a:schemeClr val="tx1"/>
                </a:solidFill>
              </a:defRPr>
            </a:lvl2pPr>
          </a:lstStyle>
          <a:p>
            <a:pPr lvl="0"/>
            <a:r>
              <a:rPr lang="fr-FR" dirty="0"/>
              <a:t>Titre</a:t>
            </a:r>
          </a:p>
          <a:p>
            <a:pPr lvl="1"/>
            <a:r>
              <a:rPr lang="fr-FR" dirty="0"/>
              <a:t>Sous-titre</a:t>
            </a:r>
          </a:p>
        </p:txBody>
      </p:sp>
    </p:spTree>
    <p:extLst>
      <p:ext uri="{BB962C8B-B14F-4D97-AF65-F5344CB8AC3E}">
        <p14:creationId xmlns:p14="http://schemas.microsoft.com/office/powerpoint/2010/main" val="149704600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blank">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34359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15.xml"/><Relationship Id="rId7"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1.xml"/><Relationship Id="rId7" Type="http://schemas.openxmlformats.org/officeDocument/2006/relationships/image" Target="../media/image1.jpeg"/><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theme" Target="../theme/theme3.xml"/><Relationship Id="rId5" Type="http://schemas.openxmlformats.org/officeDocument/2006/relationships/slideLayout" Target="../slideLayouts/slideLayout23.xml"/><Relationship Id="rId4" Type="http://schemas.openxmlformats.org/officeDocument/2006/relationships/slideLayout" Target="../slideLayouts/slideLayout22.xml"/></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26.xml"/><Relationship Id="rId7" Type="http://schemas.openxmlformats.org/officeDocument/2006/relationships/theme" Target="../theme/theme4.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5" Type="http://schemas.openxmlformats.org/officeDocument/2006/relationships/slideLayout" Target="../slideLayouts/slideLayout28.xml"/><Relationship Id="rId4" Type="http://schemas.openxmlformats.org/officeDocument/2006/relationships/slideLayout" Target="../slideLayouts/slideLayout27.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32.xml"/><Relationship Id="rId7" Type="http://schemas.openxmlformats.org/officeDocument/2006/relationships/image" Target="../media/image1.jpeg"/><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theme" Target="../theme/theme5.xml"/><Relationship Id="rId5" Type="http://schemas.openxmlformats.org/officeDocument/2006/relationships/slideLayout" Target="../slideLayouts/slideLayout34.xml"/><Relationship Id="rId4" Type="http://schemas.openxmlformats.org/officeDocument/2006/relationships/slideLayout" Target="../slideLayouts/slideLayout33.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37.xml"/><Relationship Id="rId7" Type="http://schemas.openxmlformats.org/officeDocument/2006/relationships/image" Target="../media/image1.jpeg"/><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theme" Target="../theme/theme6.xml"/><Relationship Id="rId5" Type="http://schemas.openxmlformats.org/officeDocument/2006/relationships/slideLayout" Target="../slideLayouts/slideLayout39.xml"/><Relationship Id="rId4" Type="http://schemas.openxmlformats.org/officeDocument/2006/relationships/slideLayout" Target="../slideLayouts/slideLayout38.xml"/></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42.xml"/><Relationship Id="rId7" Type="http://schemas.openxmlformats.org/officeDocument/2006/relationships/image" Target="../media/image1.jpeg"/><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theme" Target="../theme/theme7.xml"/><Relationship Id="rId5" Type="http://schemas.openxmlformats.org/officeDocument/2006/relationships/slideLayout" Target="../slideLayouts/slideLayout44.xml"/><Relationship Id="rId4" Type="http://schemas.openxmlformats.org/officeDocument/2006/relationships/slideLayout" Target="../slideLayouts/slideLayout43.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slideLayout" Target="../slideLayouts/slideLayout57.xml"/><Relationship Id="rId18" Type="http://schemas.openxmlformats.org/officeDocument/2006/relationships/slideLayout" Target="../slideLayouts/slideLayout6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17" Type="http://schemas.openxmlformats.org/officeDocument/2006/relationships/slideLayout" Target="../slideLayouts/slideLayout61.xml"/><Relationship Id="rId2" Type="http://schemas.openxmlformats.org/officeDocument/2006/relationships/slideLayout" Target="../slideLayouts/slideLayout46.xml"/><Relationship Id="rId16" Type="http://schemas.openxmlformats.org/officeDocument/2006/relationships/slideLayout" Target="../slideLayouts/slideLayout60.xml"/><Relationship Id="rId20" Type="http://schemas.openxmlformats.org/officeDocument/2006/relationships/image" Target="../media/image5.jpeg"/><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5" Type="http://schemas.openxmlformats.org/officeDocument/2006/relationships/slideLayout" Target="../slideLayouts/slideLayout59.xml"/><Relationship Id="rId10" Type="http://schemas.openxmlformats.org/officeDocument/2006/relationships/slideLayout" Target="../slideLayouts/slideLayout54.xml"/><Relationship Id="rId19" Type="http://schemas.openxmlformats.org/officeDocument/2006/relationships/theme" Target="../theme/theme8.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slideLayout" Target="../slideLayouts/slideLayout5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70.xml"/><Relationship Id="rId13" Type="http://schemas.openxmlformats.org/officeDocument/2006/relationships/slideLayout" Target="../slideLayouts/slideLayout75.xml"/><Relationship Id="rId18" Type="http://schemas.openxmlformats.org/officeDocument/2006/relationships/slideLayout" Target="../slideLayouts/slideLayout80.xml"/><Relationship Id="rId3" Type="http://schemas.openxmlformats.org/officeDocument/2006/relationships/slideLayout" Target="../slideLayouts/slideLayout65.xml"/><Relationship Id="rId7" Type="http://schemas.openxmlformats.org/officeDocument/2006/relationships/slideLayout" Target="../slideLayouts/slideLayout69.xml"/><Relationship Id="rId12" Type="http://schemas.openxmlformats.org/officeDocument/2006/relationships/slideLayout" Target="../slideLayouts/slideLayout74.xml"/><Relationship Id="rId17" Type="http://schemas.openxmlformats.org/officeDocument/2006/relationships/slideLayout" Target="../slideLayouts/slideLayout79.xml"/><Relationship Id="rId2" Type="http://schemas.openxmlformats.org/officeDocument/2006/relationships/slideLayout" Target="../slideLayouts/slideLayout64.xml"/><Relationship Id="rId16" Type="http://schemas.openxmlformats.org/officeDocument/2006/relationships/slideLayout" Target="../slideLayouts/slideLayout78.xml"/><Relationship Id="rId20" Type="http://schemas.openxmlformats.org/officeDocument/2006/relationships/image" Target="../media/image5.jpeg"/><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5" Type="http://schemas.openxmlformats.org/officeDocument/2006/relationships/slideLayout" Target="../slideLayouts/slideLayout67.xml"/><Relationship Id="rId15" Type="http://schemas.openxmlformats.org/officeDocument/2006/relationships/slideLayout" Target="../slideLayouts/slideLayout77.xml"/><Relationship Id="rId10" Type="http://schemas.openxmlformats.org/officeDocument/2006/relationships/slideLayout" Target="../slideLayouts/slideLayout72.xml"/><Relationship Id="rId19" Type="http://schemas.openxmlformats.org/officeDocument/2006/relationships/theme" Target="../theme/theme9.xml"/><Relationship Id="rId4" Type="http://schemas.openxmlformats.org/officeDocument/2006/relationships/slideLayout" Target="../slideLayouts/slideLayout66.xml"/><Relationship Id="rId9" Type="http://schemas.openxmlformats.org/officeDocument/2006/relationships/slideLayout" Target="../slideLayouts/slideLayout71.xml"/><Relationship Id="rId14" Type="http://schemas.openxmlformats.org/officeDocument/2006/relationships/slideLayout" Target="../slideLayouts/slideLayout7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6">
                <a:lumMod val="75000"/>
              </a:schemeClr>
            </a:gs>
            <a:gs pos="50000">
              <a:schemeClr val="accent1">
                <a:tint val="44500"/>
                <a:satMod val="160000"/>
              </a:schemeClr>
            </a:gs>
            <a:gs pos="100000">
              <a:schemeClr val="accent1">
                <a:tint val="23500"/>
                <a:satMod val="160000"/>
              </a:schemeClr>
            </a:gs>
          </a:gsLst>
          <a:lin ang="5400000" scaled="0"/>
          <a:tileRect/>
        </a:gradFill>
        <a:effectLst/>
      </p:bgPr>
    </p:bg>
    <p:spTree>
      <p:nvGrpSpPr>
        <p:cNvPr id="1" name=""/>
        <p:cNvGrpSpPr/>
        <p:nvPr/>
      </p:nvGrpSpPr>
      <p:grpSpPr>
        <a:xfrm>
          <a:off x="0" y="0"/>
          <a:ext cx="0" cy="0"/>
          <a:chOff x="0" y="0"/>
          <a:chExt cx="0" cy="0"/>
        </a:xfrm>
      </p:grpSpPr>
      <p:pic>
        <p:nvPicPr>
          <p:cNvPr id="2" name="Image 11"/>
          <p:cNvPicPr>
            <a:picLocks noChangeAspect="1"/>
          </p:cNvPicPr>
          <p:nvPr/>
        </p:nvPicPr>
        <p:blipFill>
          <a:blip r:embed="rId14" cstate="print">
            <a:lum/>
            <a:alphaModFix/>
          </a:blip>
          <a:srcRect/>
          <a:stretch>
            <a:fillRect/>
          </a:stretch>
        </p:blipFill>
        <p:spPr>
          <a:xfrm>
            <a:off x="-23400" y="0"/>
            <a:ext cx="9160560" cy="5152680"/>
          </a:xfrm>
          <a:prstGeom prst="rect">
            <a:avLst/>
          </a:prstGeom>
          <a:noFill/>
          <a:ln>
            <a:noFill/>
          </a:ln>
        </p:spPr>
      </p:pic>
      <p:sp>
        <p:nvSpPr>
          <p:cNvPr id="3" name="Espace réservé de la date 3"/>
          <p:cNvSpPr txBox="1">
            <a:spLocks noGrp="1"/>
          </p:cNvSpPr>
          <p:nvPr>
            <p:ph type="dt" sz="half" idx="2"/>
          </p:nvPr>
        </p:nvSpPr>
        <p:spPr>
          <a:xfrm>
            <a:off x="0" y="4963679"/>
            <a:ext cx="179640" cy="179640"/>
          </a:xfrm>
          <a:prstGeom prst="rect">
            <a:avLst/>
          </a:prstGeom>
          <a:noFill/>
          <a:ln w="0">
            <a:solidFill>
              <a:srgbClr val="000000">
                <a:alpha val="0"/>
              </a:srgbClr>
            </a:solidFill>
            <a:prstDash val="solid"/>
          </a:ln>
        </p:spPr>
        <p:txBody>
          <a:bodyPr wrap="square" lIns="90000" tIns="45000" rIns="90000" bIns="45000" anchor="t" anchorCtr="0">
            <a:noAutofit/>
          </a:bodyPr>
          <a:lstStyle>
            <a:lvl1pPr marL="0" marR="0" lvl="0" indent="0" algn="l" rtl="0" hangingPunct="1">
              <a:spcBef>
                <a:spcPts val="0"/>
              </a:spcBef>
              <a:spcAft>
                <a:spcPts val="0"/>
              </a:spcAft>
              <a:buNone/>
              <a:tabLst/>
              <a:defRPr lang="fr-FR" sz="100" b="0" i="0" u="none" strike="noStrike" kern="1200" spc="0">
                <a:solidFill>
                  <a:srgbClr val="000000"/>
                </a:solidFill>
                <a:latin typeface="Arial" pitchFamily="18"/>
                <a:ea typeface="Lucida Sans Unicode" pitchFamily="2"/>
                <a:cs typeface="Tahoma" pitchFamily="2"/>
              </a:defRPr>
            </a:lvl1pPr>
          </a:lstStyle>
          <a:p>
            <a:pPr lvl="0"/>
            <a:fld id="{A052787F-0CA1-4596-B922-B0E168E39343}" type="datetime1">
              <a:rPr lang="fr-FR"/>
              <a:pPr lvl="0"/>
              <a:t>07/01/2025</a:t>
            </a:fld>
            <a:endParaRPr lang="fr-FR"/>
          </a:p>
        </p:txBody>
      </p:sp>
      <p:sp>
        <p:nvSpPr>
          <p:cNvPr id="4" name="Espace réservé du pied de page 4"/>
          <p:cNvSpPr txBox="1">
            <a:spLocks noGrp="1"/>
          </p:cNvSpPr>
          <p:nvPr>
            <p:ph type="ftr" sz="quarter" idx="3"/>
          </p:nvPr>
        </p:nvSpPr>
        <p:spPr>
          <a:xfrm>
            <a:off x="720000" y="3920040"/>
            <a:ext cx="3239640" cy="899639"/>
          </a:xfrm>
          <a:prstGeom prst="rect">
            <a:avLst/>
          </a:prstGeom>
          <a:noFill/>
          <a:ln>
            <a:noFill/>
          </a:ln>
        </p:spPr>
        <p:txBody>
          <a:bodyPr wrap="square" lIns="90000" tIns="45000" rIns="90000" bIns="45000" anchor="b" anchorCtr="0">
            <a:noAutofit/>
          </a:bodyPr>
          <a:lstStyle>
            <a:lvl1pPr lvl="0" rtl="0" hangingPunct="0">
              <a:buNone/>
              <a:tabLst/>
              <a:defRPr lang="fr-FR" sz="2400" kern="1200">
                <a:latin typeface="Times New Roman" pitchFamily="18"/>
                <a:ea typeface="Lucida Sans Unicode" pitchFamily="2"/>
                <a:cs typeface="Tahoma" pitchFamily="2"/>
              </a:defRPr>
            </a:lvl1pPr>
          </a:lstStyle>
          <a:p>
            <a:pPr lvl="0"/>
            <a:endParaRPr lang="fr-FR"/>
          </a:p>
        </p:txBody>
      </p:sp>
      <p:sp>
        <p:nvSpPr>
          <p:cNvPr id="5" name="Espace réservé du numéro de diapositive 5"/>
          <p:cNvSpPr txBox="1">
            <a:spLocks noGrp="1"/>
          </p:cNvSpPr>
          <p:nvPr>
            <p:ph type="sldNum" sz="quarter" idx="4"/>
          </p:nvPr>
        </p:nvSpPr>
        <p:spPr>
          <a:xfrm>
            <a:off x="0" y="4963679"/>
            <a:ext cx="179640" cy="179640"/>
          </a:xfrm>
          <a:prstGeom prst="rect">
            <a:avLst/>
          </a:prstGeom>
          <a:noFill/>
          <a:ln w="0">
            <a:solidFill>
              <a:srgbClr val="000000">
                <a:alpha val="0"/>
              </a:srgbClr>
            </a:solidFill>
            <a:prstDash val="solid"/>
          </a:ln>
        </p:spPr>
        <p:txBody>
          <a:bodyPr wrap="square" lIns="90000" tIns="45000" rIns="90000" bIns="45000" anchor="t" anchorCtr="0">
            <a:noAutofit/>
          </a:bodyPr>
          <a:lstStyle>
            <a:lvl1pPr marL="0" marR="0" lvl="0" indent="0" algn="l" rtl="0" hangingPunct="1">
              <a:spcBef>
                <a:spcPts val="0"/>
              </a:spcBef>
              <a:spcAft>
                <a:spcPts val="0"/>
              </a:spcAft>
              <a:buNone/>
              <a:tabLst/>
              <a:defRPr lang="fr-FR" sz="100" b="0" i="0" u="none" strike="noStrike" kern="1200" spc="0">
                <a:solidFill>
                  <a:srgbClr val="000000"/>
                </a:solidFill>
                <a:latin typeface="Arial" pitchFamily="18"/>
                <a:ea typeface="Lucida Sans Unicode" pitchFamily="2"/>
                <a:cs typeface="Tahoma" pitchFamily="2"/>
              </a:defRPr>
            </a:lvl1pPr>
          </a:lstStyle>
          <a:p>
            <a:pPr lvl="0"/>
            <a:fld id="{FCF46035-9A3E-43F7-8ED6-7483B5712339}" type="slidenum">
              <a:rPr/>
              <a:pPr lvl="0"/>
              <a:t>‹N°›</a:t>
            </a:fld>
            <a:endParaRPr lang="fr-FR"/>
          </a:p>
        </p:txBody>
      </p:sp>
      <p:sp>
        <p:nvSpPr>
          <p:cNvPr id="6" name="Titre 6"/>
          <p:cNvSpPr txBox="1">
            <a:spLocks noGrp="1"/>
          </p:cNvSpPr>
          <p:nvPr>
            <p:ph type="title"/>
          </p:nvPr>
        </p:nvSpPr>
        <p:spPr>
          <a:xfrm>
            <a:off x="0" y="0"/>
            <a:ext cx="179640" cy="179640"/>
          </a:xfrm>
          <a:prstGeom prst="rect">
            <a:avLst/>
          </a:prstGeom>
          <a:noFill/>
          <a:ln w="0">
            <a:solidFill>
              <a:srgbClr val="000000">
                <a:alpha val="0"/>
              </a:srgbClr>
            </a:solidFill>
            <a:prstDash val="solid"/>
          </a:ln>
        </p:spPr>
        <p:txBody>
          <a:bodyPr vert="horz" wrap="square" lIns="90000" tIns="45000" rIns="90000" bIns="45000" anchor="t">
            <a:noAutofit/>
          </a:bodyPr>
          <a:lstStyle/>
          <a:p>
            <a:pPr lvl="0"/>
            <a:r>
              <a:rPr lang="fr-FR"/>
              <a:t>Cliquez pour éditer le format du texte-titreTitre</a:t>
            </a:r>
          </a:p>
        </p:txBody>
      </p:sp>
      <p:pic>
        <p:nvPicPr>
          <p:cNvPr id="7" name="Image 7"/>
          <p:cNvPicPr>
            <a:picLocks noChangeAspect="1"/>
          </p:cNvPicPr>
          <p:nvPr/>
        </p:nvPicPr>
        <p:blipFill>
          <a:blip r:embed="rId15" cstate="print">
            <a:lum/>
            <a:alphaModFix/>
          </a:blip>
          <a:srcRect/>
          <a:stretch>
            <a:fillRect/>
          </a:stretch>
        </p:blipFill>
        <p:spPr>
          <a:xfrm>
            <a:off x="-16920" y="0"/>
            <a:ext cx="9160560" cy="5152680"/>
          </a:xfrm>
          <a:prstGeom prst="rect">
            <a:avLst/>
          </a:prstGeom>
          <a:noFill/>
          <a:ln>
            <a:noFill/>
          </a:ln>
        </p:spPr>
      </p:pic>
      <p:sp>
        <p:nvSpPr>
          <p:cNvPr id="8" name="Espace réservé du texte 7"/>
          <p:cNvSpPr txBox="1">
            <a:spLocks noGrp="1"/>
          </p:cNvSpPr>
          <p:nvPr>
            <p:ph type="body" idx="1"/>
          </p:nvPr>
        </p:nvSpPr>
        <p:spPr>
          <a:xfrm>
            <a:off x="457200" y="1203480"/>
            <a:ext cx="8229240" cy="3394440"/>
          </a:xfrm>
          <a:prstGeom prst="rect">
            <a:avLst/>
          </a:prstGeom>
          <a:noFill/>
          <a:ln>
            <a:noFill/>
          </a:ln>
        </p:spPr>
        <p:txBody>
          <a:bodyPr vert="horz" lIns="0" tIns="0" rIns="0" bIns="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786" r:id="rId12"/>
  </p:sldLayoutIdLst>
  <p:txStyles>
    <p:titleStyle>
      <a:lvl1pPr lvl="0" algn="l" rtl="0" hangingPunct="1">
        <a:lnSpc>
          <a:spcPct val="90000"/>
        </a:lnSpc>
        <a:spcBef>
          <a:spcPts val="0"/>
        </a:spcBef>
        <a:spcAft>
          <a:spcPts val="0"/>
        </a:spcAft>
        <a:buNone/>
        <a:tabLst/>
        <a:defRPr lang="fr-FR" sz="100" b="1" i="0" u="none" strike="noStrike" kern="1200" spc="0">
          <a:ln>
            <a:noFill/>
          </a:ln>
          <a:solidFill>
            <a:srgbClr val="0C5076"/>
          </a:solidFill>
          <a:latin typeface="Arial" pitchFamily="18"/>
          <a:ea typeface="Microsoft YaHei" pitchFamily="2"/>
          <a:cs typeface="Mangal" pitchFamily="2"/>
        </a:defRPr>
      </a:lvl1pPr>
    </p:titleStyle>
    <p:bodyStyle>
      <a:lvl1pPr algn="l" rtl="0" hangingPunct="1">
        <a:lnSpc>
          <a:spcPct val="100000"/>
        </a:lnSpc>
        <a:spcBef>
          <a:spcPts val="0"/>
        </a:spcBef>
        <a:spcAft>
          <a:spcPts val="1417"/>
        </a:spcAft>
        <a:tabLst/>
        <a:defRPr lang="fr-FR" sz="1050" b="0" i="0" u="none" strike="noStrike" kern="1200" spc="0">
          <a:ln>
            <a:noFill/>
          </a:ln>
          <a:solidFill>
            <a:srgbClr val="0C5076"/>
          </a:solidFill>
          <a:latin typeface="Arial" pitchFamily="18"/>
          <a:ea typeface="Microsoft YaHei" pitchFamily="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6">
                <a:lumMod val="75000"/>
              </a:schemeClr>
            </a:gs>
            <a:gs pos="50000">
              <a:schemeClr val="accent1">
                <a:tint val="44500"/>
                <a:satMod val="160000"/>
              </a:schemeClr>
            </a:gs>
            <a:gs pos="100000">
              <a:schemeClr val="accent1">
                <a:tint val="23500"/>
                <a:satMod val="160000"/>
              </a:schemeClr>
            </a:gs>
          </a:gsLst>
          <a:lin ang="5400000" scaled="0"/>
          <a:tileRect/>
        </a:gradFill>
        <a:effectLst/>
      </p:bgPr>
    </p:bg>
    <p:spTree>
      <p:nvGrpSpPr>
        <p:cNvPr id="1" name=""/>
        <p:cNvGrpSpPr/>
        <p:nvPr/>
      </p:nvGrpSpPr>
      <p:grpSpPr>
        <a:xfrm>
          <a:off x="0" y="0"/>
          <a:ext cx="0" cy="0"/>
          <a:chOff x="0" y="0"/>
          <a:chExt cx="0" cy="0"/>
        </a:xfrm>
      </p:grpSpPr>
      <p:pic>
        <p:nvPicPr>
          <p:cNvPr id="12" name="Image 11">
            <a:extLst>
              <a:ext uri="{FF2B5EF4-FFF2-40B4-BE49-F238E27FC236}">
                <a16:creationId xmlns:a16="http://schemas.microsoft.com/office/drawing/2014/main" id="{66D15CC7-BC12-A746-B153-F1F8A3C7E677}"/>
              </a:ext>
            </a:extLst>
          </p:cNvPr>
          <p:cNvPicPr>
            <a:picLocks noChangeAspect="1"/>
          </p:cNvPicPr>
          <p:nvPr userDrawn="1"/>
        </p:nvPicPr>
        <p:blipFill>
          <a:blip r:embed="rId8" cstate="print"/>
          <a:stretch>
            <a:fillRect/>
          </a:stretch>
        </p:blipFill>
        <p:spPr>
          <a:xfrm>
            <a:off x="-23357" y="0"/>
            <a:ext cx="9160828" cy="5152965"/>
          </a:xfrm>
          <a:prstGeom prst="rect">
            <a:avLst/>
          </a:prstGeom>
        </p:spPr>
      </p:pic>
      <p:sp>
        <p:nvSpPr>
          <p:cNvPr id="2" name="Espace réservé du titre 1"/>
          <p:cNvSpPr>
            <a:spLocks noGrp="1"/>
          </p:cNvSpPr>
          <p:nvPr>
            <p:ph type="title"/>
          </p:nvPr>
        </p:nvSpPr>
        <p:spPr bwMode="gray">
          <a:xfrm>
            <a:off x="359999" y="900000"/>
            <a:ext cx="8424000" cy="720000"/>
          </a:xfrm>
          <a:prstGeom prst="rect">
            <a:avLst/>
          </a:prstGeom>
        </p:spPr>
        <p:txBody>
          <a:bodyPr vert="horz" lIns="0" tIns="0" rIns="0" bIns="0" rtlCol="0" anchor="t" anchorCtr="0">
            <a:noAutofit/>
          </a:bodyPr>
          <a:lstStyle/>
          <a:p>
            <a:r>
              <a:rPr lang="fr-FR" noProof="0" dirty="0"/>
              <a:t>Titre</a:t>
            </a:r>
          </a:p>
        </p:txBody>
      </p:sp>
      <p:sp>
        <p:nvSpPr>
          <p:cNvPr id="3" name="Espace réservé du texte 2"/>
          <p:cNvSpPr>
            <a:spLocks noGrp="1"/>
          </p:cNvSpPr>
          <p:nvPr>
            <p:ph type="body" idx="1"/>
          </p:nvPr>
        </p:nvSpPr>
        <p:spPr bwMode="gray">
          <a:xfrm>
            <a:off x="359999" y="1836000"/>
            <a:ext cx="8424000" cy="2574000"/>
          </a:xfrm>
          <a:prstGeom prst="rect">
            <a:avLst/>
          </a:prstGeom>
        </p:spPr>
        <p:txBody>
          <a:bodyPr vert="horz" lIns="0" tIns="0" rIns="0" bIns="0" rtlCol="0" anchor="t" anchorCtr="0">
            <a:noAutofit/>
          </a:bodyPr>
          <a:lstStyle/>
          <a:p>
            <a:pPr lvl="0"/>
            <a:r>
              <a:rPr lang="fr-FR" noProof="0" dirty="0"/>
              <a:t>Texte de niveau 1</a:t>
            </a:r>
          </a:p>
          <a:p>
            <a:pPr lvl="1"/>
            <a:r>
              <a:rPr lang="fr-FR" noProof="0" dirty="0"/>
              <a:t>Texte de niveau 2</a:t>
            </a:r>
          </a:p>
          <a:p>
            <a:pPr lvl="2"/>
            <a:r>
              <a:rPr lang="fr-FR" noProof="0" dirty="0"/>
              <a:t>Texte de niveau 3</a:t>
            </a:r>
          </a:p>
          <a:p>
            <a:pPr lvl="3"/>
            <a:r>
              <a:rPr lang="fr-FR" noProof="0" dirty="0"/>
              <a:t>Texte de niveau 4</a:t>
            </a:r>
          </a:p>
          <a:p>
            <a:pPr lvl="4"/>
            <a:r>
              <a:rPr lang="fr-FR" noProof="0" dirty="0"/>
              <a:t>Texte de niveau 5</a:t>
            </a:r>
          </a:p>
        </p:txBody>
      </p:sp>
      <p:sp>
        <p:nvSpPr>
          <p:cNvPr id="15" name="Espace réservé de la date 1">
            <a:extLst>
              <a:ext uri="{FF2B5EF4-FFF2-40B4-BE49-F238E27FC236}">
                <a16:creationId xmlns:a16="http://schemas.microsoft.com/office/drawing/2014/main" id="{516EDC64-47E8-C044-91BA-F715A5EFFEFD}"/>
              </a:ext>
            </a:extLst>
          </p:cNvPr>
          <p:cNvSpPr>
            <a:spLocks noGrp="1"/>
          </p:cNvSpPr>
          <p:nvPr>
            <p:ph type="dt" sz="half" idx="2"/>
          </p:nvPr>
        </p:nvSpPr>
        <p:spPr bwMode="gray">
          <a:xfrm>
            <a:off x="6426336" y="4783500"/>
            <a:ext cx="1170000" cy="360000"/>
          </a:xfrm>
          <a:prstGeom prst="rect">
            <a:avLst/>
          </a:prstGeom>
        </p:spPr>
        <p:txBody>
          <a:bodyPr/>
          <a:lstStyle>
            <a:lvl1pPr>
              <a:defRPr sz="750"/>
            </a:lvl1pPr>
          </a:lstStyle>
          <a:p>
            <a:pPr algn="r"/>
            <a:fld id="{8A1DF097-7559-4E94-9B57-B932F2611400}" type="datetime1">
              <a:rPr lang="fr-FR" cap="all" smtClean="0">
                <a:solidFill>
                  <a:srgbClr val="000000"/>
                </a:solidFill>
              </a:rPr>
              <a:pPr algn="r"/>
              <a:t>07/01/2025</a:t>
            </a:fld>
            <a:endParaRPr lang="fr-FR" cap="all" dirty="0">
              <a:solidFill>
                <a:srgbClr val="000000"/>
              </a:solidFill>
            </a:endParaRPr>
          </a:p>
        </p:txBody>
      </p:sp>
      <p:sp>
        <p:nvSpPr>
          <p:cNvPr id="16" name="Espace réservé du numéro de diapositive 7">
            <a:extLst>
              <a:ext uri="{FF2B5EF4-FFF2-40B4-BE49-F238E27FC236}">
                <a16:creationId xmlns:a16="http://schemas.microsoft.com/office/drawing/2014/main" id="{C6D56E85-7DD2-5140-A94B-D4C7F30901C6}"/>
              </a:ext>
            </a:extLst>
          </p:cNvPr>
          <p:cNvSpPr>
            <a:spLocks noGrp="1"/>
          </p:cNvSpPr>
          <p:nvPr>
            <p:ph type="sldNum" sz="quarter" idx="4"/>
          </p:nvPr>
        </p:nvSpPr>
        <p:spPr bwMode="gray">
          <a:xfrm>
            <a:off x="7596336" y="4783500"/>
            <a:ext cx="1170000" cy="360000"/>
          </a:xfrm>
          <a:prstGeom prst="rect">
            <a:avLst/>
          </a:prstGeom>
        </p:spPr>
        <p:txBody>
          <a:bodyPr/>
          <a:lstStyle>
            <a:lvl1pPr algn="r">
              <a:defRPr sz="1600">
                <a:solidFill>
                  <a:srgbClr val="FF0000"/>
                </a:solidFill>
              </a:defRPr>
            </a:lvl1pPr>
          </a:lstStyle>
          <a:p>
            <a:fld id="{733122C9-A0B9-462F-8757-0847AD287B63}" type="slidenum">
              <a:rPr lang="fr-FR" smtClean="0"/>
              <a:pPr/>
              <a:t>‹N°›</a:t>
            </a:fld>
            <a:endParaRPr lang="fr-FR" dirty="0"/>
          </a:p>
        </p:txBody>
      </p:sp>
    </p:spTree>
    <p:extLst>
      <p:ext uri="{BB962C8B-B14F-4D97-AF65-F5344CB8AC3E}">
        <p14:creationId xmlns:p14="http://schemas.microsoft.com/office/powerpoint/2010/main" val="1268469021"/>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Lst>
  <p:hf hdr="0"/>
  <p:txStyles>
    <p:titleStyle>
      <a:lvl1pPr algn="l" defTabSz="914400" rtl="0" eaLnBrk="1" latinLnBrk="0" hangingPunct="1">
        <a:lnSpc>
          <a:spcPct val="90000"/>
        </a:lnSpc>
        <a:spcBef>
          <a:spcPct val="0"/>
        </a:spcBef>
        <a:buNone/>
        <a:defRPr sz="2550" b="1" kern="1200">
          <a:solidFill>
            <a:srgbClr val="0C5076"/>
          </a:solidFill>
          <a:latin typeface="+mj-lt"/>
          <a:ea typeface="+mj-ea"/>
          <a:cs typeface="+mj-cs"/>
        </a:defRPr>
      </a:lvl1pPr>
    </p:titleStyle>
    <p:bodyStyle>
      <a:lvl1pPr marL="0" indent="0" algn="l" defTabSz="914400" rtl="0" eaLnBrk="1" latinLnBrk="0" hangingPunct="1">
        <a:lnSpc>
          <a:spcPct val="100000"/>
        </a:lnSpc>
        <a:spcBef>
          <a:spcPts val="0"/>
        </a:spcBef>
        <a:spcAft>
          <a:spcPts val="500"/>
        </a:spcAft>
        <a:buFont typeface="Arial" pitchFamily="34" charset="0"/>
        <a:buNone/>
        <a:defRPr sz="1050" b="0" kern="1200">
          <a:solidFill>
            <a:srgbClr val="0C5076"/>
          </a:solidFill>
          <a:latin typeface="+mn-lt"/>
          <a:ea typeface="+mn-ea"/>
          <a:cs typeface="+mn-cs"/>
        </a:defRPr>
      </a:lvl1pPr>
      <a:lvl2pPr marL="252000" indent="-72000" algn="l" defTabSz="914400" rtl="0" eaLnBrk="1" latinLnBrk="0" hangingPunct="1">
        <a:lnSpc>
          <a:spcPct val="100000"/>
        </a:lnSpc>
        <a:spcBef>
          <a:spcPts val="600"/>
        </a:spcBef>
        <a:spcAft>
          <a:spcPts val="600"/>
        </a:spcAft>
        <a:buFont typeface="Arial" pitchFamily="34" charset="0"/>
        <a:buChar char="•"/>
        <a:defRPr sz="950" kern="1200">
          <a:solidFill>
            <a:schemeClr val="tx1"/>
          </a:solidFill>
          <a:latin typeface="+mn-lt"/>
          <a:ea typeface="+mn-ea"/>
          <a:cs typeface="+mn-cs"/>
        </a:defRPr>
      </a:lvl2pPr>
      <a:lvl3pPr marL="432000" indent="-72000" algn="l" defTabSz="914400" rtl="0" eaLnBrk="1" latinLnBrk="0" hangingPunct="1">
        <a:lnSpc>
          <a:spcPct val="100000"/>
        </a:lnSpc>
        <a:spcBef>
          <a:spcPts val="100"/>
        </a:spcBef>
        <a:spcAft>
          <a:spcPts val="100"/>
        </a:spcAft>
        <a:buSzPct val="100000"/>
        <a:buFont typeface="Arial" pitchFamily="34" charset="0"/>
        <a:buChar char="•"/>
        <a:defRPr sz="850" kern="1200">
          <a:solidFill>
            <a:schemeClr val="tx1"/>
          </a:solidFill>
          <a:latin typeface="+mn-lt"/>
          <a:ea typeface="+mn-ea"/>
          <a:cs typeface="+mn-cs"/>
        </a:defRPr>
      </a:lvl3pPr>
      <a:lvl4pPr marL="612000" indent="-72000" algn="l" defTabSz="914400" rtl="0" eaLnBrk="1" latinLnBrk="0" hangingPunct="1">
        <a:lnSpc>
          <a:spcPct val="100000"/>
        </a:lnSpc>
        <a:spcBef>
          <a:spcPts val="100"/>
        </a:spcBef>
        <a:spcAft>
          <a:spcPts val="100"/>
        </a:spcAft>
        <a:buSzPct val="100000"/>
        <a:buFont typeface="Arial" pitchFamily="34" charset="0"/>
        <a:buChar char="•"/>
        <a:defRPr sz="750" kern="1200">
          <a:solidFill>
            <a:schemeClr val="tx1"/>
          </a:solidFill>
          <a:latin typeface="+mn-lt"/>
          <a:ea typeface="+mn-ea"/>
          <a:cs typeface="+mn-cs"/>
        </a:defRPr>
      </a:lvl4pPr>
      <a:lvl5pPr marL="828000" indent="-72000" algn="l" defTabSz="914400" rtl="0" eaLnBrk="1" latinLnBrk="0" hangingPunct="1">
        <a:lnSpc>
          <a:spcPct val="100000"/>
        </a:lnSpc>
        <a:spcBef>
          <a:spcPts val="100"/>
        </a:spcBef>
        <a:spcAft>
          <a:spcPts val="100"/>
        </a:spcAft>
        <a:buSzPct val="100000"/>
        <a:buFont typeface="Arial" pitchFamily="34" charset="0"/>
        <a:buChar char="•"/>
        <a:defRPr sz="7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6">
                <a:lumMod val="75000"/>
              </a:schemeClr>
            </a:gs>
            <a:gs pos="50000">
              <a:schemeClr val="accent1">
                <a:tint val="44500"/>
                <a:satMod val="160000"/>
              </a:schemeClr>
            </a:gs>
            <a:gs pos="100000">
              <a:schemeClr val="accent1">
                <a:tint val="23500"/>
                <a:satMod val="160000"/>
              </a:schemeClr>
            </a:gs>
          </a:gsLst>
          <a:lin ang="5400000" scaled="0"/>
          <a:tileRect/>
        </a:gradFill>
        <a:effectLst/>
      </p:bgPr>
    </p:bg>
    <p:spTree>
      <p:nvGrpSpPr>
        <p:cNvPr id="1" name=""/>
        <p:cNvGrpSpPr/>
        <p:nvPr/>
      </p:nvGrpSpPr>
      <p:grpSpPr>
        <a:xfrm>
          <a:off x="0" y="0"/>
          <a:ext cx="0" cy="0"/>
          <a:chOff x="0" y="0"/>
          <a:chExt cx="0" cy="0"/>
        </a:xfrm>
      </p:grpSpPr>
      <p:pic>
        <p:nvPicPr>
          <p:cNvPr id="12" name="Image 11">
            <a:extLst>
              <a:ext uri="{FF2B5EF4-FFF2-40B4-BE49-F238E27FC236}">
                <a16:creationId xmlns:a16="http://schemas.microsoft.com/office/drawing/2014/main" id="{66D15CC7-BC12-A746-B153-F1F8A3C7E677}"/>
              </a:ext>
            </a:extLst>
          </p:cNvPr>
          <p:cNvPicPr>
            <a:picLocks noChangeAspect="1"/>
          </p:cNvPicPr>
          <p:nvPr userDrawn="1"/>
        </p:nvPicPr>
        <p:blipFill>
          <a:blip r:embed="rId7" cstate="print"/>
          <a:stretch>
            <a:fillRect/>
          </a:stretch>
        </p:blipFill>
        <p:spPr>
          <a:xfrm>
            <a:off x="-23357" y="1"/>
            <a:ext cx="9160828" cy="5152965"/>
          </a:xfrm>
          <a:prstGeom prst="rect">
            <a:avLst/>
          </a:prstGeom>
        </p:spPr>
      </p:pic>
      <p:sp>
        <p:nvSpPr>
          <p:cNvPr id="2" name="Espace réservé du titre 1"/>
          <p:cNvSpPr>
            <a:spLocks noGrp="1"/>
          </p:cNvSpPr>
          <p:nvPr>
            <p:ph type="title"/>
          </p:nvPr>
        </p:nvSpPr>
        <p:spPr bwMode="gray">
          <a:xfrm>
            <a:off x="359999" y="900000"/>
            <a:ext cx="8424000" cy="720000"/>
          </a:xfrm>
          <a:prstGeom prst="rect">
            <a:avLst/>
          </a:prstGeom>
        </p:spPr>
        <p:txBody>
          <a:bodyPr vert="horz" lIns="0" tIns="0" rIns="0" bIns="0" rtlCol="0" anchor="t" anchorCtr="0">
            <a:noAutofit/>
          </a:bodyPr>
          <a:lstStyle/>
          <a:p>
            <a:r>
              <a:rPr lang="fr-FR" noProof="0"/>
              <a:t>Titre</a:t>
            </a:r>
          </a:p>
        </p:txBody>
      </p:sp>
      <p:sp>
        <p:nvSpPr>
          <p:cNvPr id="3" name="Espace réservé du texte 2"/>
          <p:cNvSpPr>
            <a:spLocks noGrp="1"/>
          </p:cNvSpPr>
          <p:nvPr>
            <p:ph type="body" idx="1"/>
          </p:nvPr>
        </p:nvSpPr>
        <p:spPr bwMode="gray">
          <a:xfrm>
            <a:off x="359999" y="1836000"/>
            <a:ext cx="8424000" cy="2574000"/>
          </a:xfrm>
          <a:prstGeom prst="rect">
            <a:avLst/>
          </a:prstGeom>
        </p:spPr>
        <p:txBody>
          <a:bodyPr vert="horz" lIns="0" tIns="0" rIns="0" bIns="0" rtlCol="0" anchor="t" anchorCtr="0">
            <a:noAutofit/>
          </a:bodyPr>
          <a:lstStyle/>
          <a:p>
            <a:pPr lvl="0"/>
            <a:r>
              <a:rPr lang="fr-FR" noProof="0"/>
              <a:t>Texte de niveau 1</a:t>
            </a:r>
          </a:p>
          <a:p>
            <a:pPr lvl="1"/>
            <a:r>
              <a:rPr lang="fr-FR" noProof="0"/>
              <a:t>Texte de niveau 2</a:t>
            </a:r>
          </a:p>
          <a:p>
            <a:pPr lvl="2"/>
            <a:r>
              <a:rPr lang="fr-FR" noProof="0"/>
              <a:t>Texte de niveau 3</a:t>
            </a:r>
          </a:p>
          <a:p>
            <a:pPr lvl="3"/>
            <a:r>
              <a:rPr lang="fr-FR" noProof="0"/>
              <a:t>Texte de niveau 4</a:t>
            </a:r>
          </a:p>
          <a:p>
            <a:pPr lvl="4"/>
            <a:r>
              <a:rPr lang="fr-FR" noProof="0"/>
              <a:t>Texte de niveau 5</a:t>
            </a:r>
          </a:p>
        </p:txBody>
      </p:sp>
      <p:sp>
        <p:nvSpPr>
          <p:cNvPr id="15" name="Espace réservé de la date 1">
            <a:extLst>
              <a:ext uri="{FF2B5EF4-FFF2-40B4-BE49-F238E27FC236}">
                <a16:creationId xmlns:a16="http://schemas.microsoft.com/office/drawing/2014/main" id="{516EDC64-47E8-C044-91BA-F715A5EFFEFD}"/>
              </a:ext>
            </a:extLst>
          </p:cNvPr>
          <p:cNvSpPr>
            <a:spLocks noGrp="1"/>
          </p:cNvSpPr>
          <p:nvPr>
            <p:ph type="dt" sz="half" idx="2"/>
          </p:nvPr>
        </p:nvSpPr>
        <p:spPr bwMode="gray">
          <a:xfrm>
            <a:off x="6426336" y="4783500"/>
            <a:ext cx="1170000" cy="360000"/>
          </a:xfrm>
          <a:prstGeom prst="rect">
            <a:avLst/>
          </a:prstGeom>
        </p:spPr>
        <p:txBody>
          <a:bodyPr/>
          <a:lstStyle>
            <a:lvl1pPr>
              <a:defRPr sz="750"/>
            </a:lvl1pPr>
          </a:lstStyle>
          <a:p>
            <a:pPr algn="r"/>
            <a:fld id="{B1AB8E14-653C-46DD-A140-9578717F7257}" type="datetime1">
              <a:rPr lang="fr-FR" cap="all" smtClean="0">
                <a:solidFill>
                  <a:srgbClr val="000000"/>
                </a:solidFill>
              </a:rPr>
              <a:pPr algn="r"/>
              <a:t>07/01/2025</a:t>
            </a:fld>
            <a:endParaRPr lang="fr-FR" cap="all">
              <a:solidFill>
                <a:srgbClr val="000000"/>
              </a:solidFill>
            </a:endParaRPr>
          </a:p>
        </p:txBody>
      </p:sp>
      <p:sp>
        <p:nvSpPr>
          <p:cNvPr id="16" name="Espace réservé du numéro de diapositive 7">
            <a:extLst>
              <a:ext uri="{FF2B5EF4-FFF2-40B4-BE49-F238E27FC236}">
                <a16:creationId xmlns:a16="http://schemas.microsoft.com/office/drawing/2014/main" id="{C6D56E85-7DD2-5140-A94B-D4C7F30901C6}"/>
              </a:ext>
            </a:extLst>
          </p:cNvPr>
          <p:cNvSpPr>
            <a:spLocks noGrp="1"/>
          </p:cNvSpPr>
          <p:nvPr>
            <p:ph type="sldNum" sz="quarter" idx="4"/>
          </p:nvPr>
        </p:nvSpPr>
        <p:spPr bwMode="gray">
          <a:xfrm>
            <a:off x="7596336" y="4783500"/>
            <a:ext cx="1170000" cy="360000"/>
          </a:xfrm>
          <a:prstGeom prst="rect">
            <a:avLst/>
          </a:prstGeom>
        </p:spPr>
        <p:txBody>
          <a:bodyPr/>
          <a:lstStyle>
            <a:lvl1pPr algn="r">
              <a:defRPr sz="1600">
                <a:solidFill>
                  <a:srgbClr val="FF0000"/>
                </a:solidFill>
              </a:defRPr>
            </a:lvl1pPr>
          </a:lstStyle>
          <a:p>
            <a:fld id="{733122C9-A0B9-462F-8757-0847AD287B63}" type="slidenum">
              <a:rPr lang="fr-FR" smtClean="0"/>
              <a:pPr/>
              <a:t>‹N°›</a:t>
            </a:fld>
            <a:endParaRPr lang="fr-FR"/>
          </a:p>
        </p:txBody>
      </p:sp>
    </p:spTree>
    <p:extLst>
      <p:ext uri="{BB962C8B-B14F-4D97-AF65-F5344CB8AC3E}">
        <p14:creationId xmlns:p14="http://schemas.microsoft.com/office/powerpoint/2010/main" val="2397389846"/>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Lst>
  <p:hf hdr="0"/>
  <p:txStyles>
    <p:titleStyle>
      <a:lvl1pPr algn="l" defTabSz="914400" rtl="0" eaLnBrk="1" latinLnBrk="0" hangingPunct="1">
        <a:lnSpc>
          <a:spcPct val="90000"/>
        </a:lnSpc>
        <a:spcBef>
          <a:spcPct val="0"/>
        </a:spcBef>
        <a:buNone/>
        <a:defRPr sz="2550" b="1" kern="1200">
          <a:solidFill>
            <a:srgbClr val="0C5076"/>
          </a:solidFill>
          <a:latin typeface="+mj-lt"/>
          <a:ea typeface="+mj-ea"/>
          <a:cs typeface="+mj-cs"/>
        </a:defRPr>
      </a:lvl1pPr>
    </p:titleStyle>
    <p:bodyStyle>
      <a:lvl1pPr marL="0" indent="0" algn="l" defTabSz="914400" rtl="0" eaLnBrk="1" latinLnBrk="0" hangingPunct="1">
        <a:lnSpc>
          <a:spcPct val="100000"/>
        </a:lnSpc>
        <a:spcBef>
          <a:spcPts val="0"/>
        </a:spcBef>
        <a:spcAft>
          <a:spcPts val="500"/>
        </a:spcAft>
        <a:buFont typeface="Arial" pitchFamily="34" charset="0"/>
        <a:buNone/>
        <a:defRPr sz="1050" b="0" kern="1200">
          <a:solidFill>
            <a:srgbClr val="0C5076"/>
          </a:solidFill>
          <a:latin typeface="+mn-lt"/>
          <a:ea typeface="+mn-ea"/>
          <a:cs typeface="+mn-cs"/>
        </a:defRPr>
      </a:lvl1pPr>
      <a:lvl2pPr marL="252000" indent="-72000" algn="l" defTabSz="914400" rtl="0" eaLnBrk="1" latinLnBrk="0" hangingPunct="1">
        <a:lnSpc>
          <a:spcPct val="100000"/>
        </a:lnSpc>
        <a:spcBef>
          <a:spcPts val="600"/>
        </a:spcBef>
        <a:spcAft>
          <a:spcPts val="600"/>
        </a:spcAft>
        <a:buFont typeface="Arial" pitchFamily="34" charset="0"/>
        <a:buChar char="•"/>
        <a:defRPr sz="950" kern="1200">
          <a:solidFill>
            <a:schemeClr val="tx1"/>
          </a:solidFill>
          <a:latin typeface="+mn-lt"/>
          <a:ea typeface="+mn-ea"/>
          <a:cs typeface="+mn-cs"/>
        </a:defRPr>
      </a:lvl2pPr>
      <a:lvl3pPr marL="432000" indent="-72000" algn="l" defTabSz="914400" rtl="0" eaLnBrk="1" latinLnBrk="0" hangingPunct="1">
        <a:lnSpc>
          <a:spcPct val="100000"/>
        </a:lnSpc>
        <a:spcBef>
          <a:spcPts val="100"/>
        </a:spcBef>
        <a:spcAft>
          <a:spcPts val="100"/>
        </a:spcAft>
        <a:buSzPct val="100000"/>
        <a:buFont typeface="Arial" pitchFamily="34" charset="0"/>
        <a:buChar char="•"/>
        <a:defRPr sz="850" kern="1200">
          <a:solidFill>
            <a:schemeClr val="tx1"/>
          </a:solidFill>
          <a:latin typeface="+mn-lt"/>
          <a:ea typeface="+mn-ea"/>
          <a:cs typeface="+mn-cs"/>
        </a:defRPr>
      </a:lvl3pPr>
      <a:lvl4pPr marL="612000" indent="-72000" algn="l" defTabSz="914400" rtl="0" eaLnBrk="1" latinLnBrk="0" hangingPunct="1">
        <a:lnSpc>
          <a:spcPct val="100000"/>
        </a:lnSpc>
        <a:spcBef>
          <a:spcPts val="100"/>
        </a:spcBef>
        <a:spcAft>
          <a:spcPts val="100"/>
        </a:spcAft>
        <a:buSzPct val="100000"/>
        <a:buFont typeface="Arial" pitchFamily="34" charset="0"/>
        <a:buChar char="•"/>
        <a:defRPr sz="750" kern="1200">
          <a:solidFill>
            <a:schemeClr val="tx1"/>
          </a:solidFill>
          <a:latin typeface="+mn-lt"/>
          <a:ea typeface="+mn-ea"/>
          <a:cs typeface="+mn-cs"/>
        </a:defRPr>
      </a:lvl4pPr>
      <a:lvl5pPr marL="828000" indent="-72000" algn="l" defTabSz="914400" rtl="0" eaLnBrk="1" latinLnBrk="0" hangingPunct="1">
        <a:lnSpc>
          <a:spcPct val="100000"/>
        </a:lnSpc>
        <a:spcBef>
          <a:spcPts val="100"/>
        </a:spcBef>
        <a:spcAft>
          <a:spcPts val="100"/>
        </a:spcAft>
        <a:buSzPct val="100000"/>
        <a:buFont typeface="Arial" pitchFamily="34" charset="0"/>
        <a:buChar char="•"/>
        <a:defRPr sz="7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6">
                <a:lumMod val="75000"/>
              </a:schemeClr>
            </a:gs>
            <a:gs pos="50000">
              <a:schemeClr val="accent1">
                <a:tint val="44500"/>
                <a:satMod val="160000"/>
              </a:schemeClr>
            </a:gs>
            <a:gs pos="100000">
              <a:schemeClr val="accent1">
                <a:tint val="23500"/>
                <a:satMod val="160000"/>
              </a:schemeClr>
            </a:gs>
          </a:gsLst>
          <a:lin ang="5400000" scaled="0"/>
          <a:tileRect/>
        </a:gradFill>
        <a:effectLst/>
      </p:bgPr>
    </p:bg>
    <p:spTree>
      <p:nvGrpSpPr>
        <p:cNvPr id="1" name=""/>
        <p:cNvGrpSpPr/>
        <p:nvPr/>
      </p:nvGrpSpPr>
      <p:grpSpPr>
        <a:xfrm>
          <a:off x="0" y="0"/>
          <a:ext cx="0" cy="0"/>
          <a:chOff x="0" y="0"/>
          <a:chExt cx="0" cy="0"/>
        </a:xfrm>
      </p:grpSpPr>
      <p:pic>
        <p:nvPicPr>
          <p:cNvPr id="12" name="Image 11">
            <a:extLst>
              <a:ext uri="{FF2B5EF4-FFF2-40B4-BE49-F238E27FC236}">
                <a16:creationId xmlns:a16="http://schemas.microsoft.com/office/drawing/2014/main" id="{66D15CC7-BC12-A746-B153-F1F8A3C7E677}"/>
              </a:ext>
            </a:extLst>
          </p:cNvPr>
          <p:cNvPicPr>
            <a:picLocks noChangeAspect="1"/>
          </p:cNvPicPr>
          <p:nvPr userDrawn="1"/>
        </p:nvPicPr>
        <p:blipFill>
          <a:blip r:embed="rId8" cstate="print"/>
          <a:stretch>
            <a:fillRect/>
          </a:stretch>
        </p:blipFill>
        <p:spPr>
          <a:xfrm>
            <a:off x="-23357" y="1"/>
            <a:ext cx="9160828" cy="5152965"/>
          </a:xfrm>
          <a:prstGeom prst="rect">
            <a:avLst/>
          </a:prstGeom>
        </p:spPr>
      </p:pic>
      <p:sp>
        <p:nvSpPr>
          <p:cNvPr id="2" name="Espace réservé du titre 1"/>
          <p:cNvSpPr>
            <a:spLocks noGrp="1"/>
          </p:cNvSpPr>
          <p:nvPr>
            <p:ph type="title"/>
          </p:nvPr>
        </p:nvSpPr>
        <p:spPr bwMode="gray">
          <a:xfrm>
            <a:off x="359999" y="900000"/>
            <a:ext cx="8424000" cy="720000"/>
          </a:xfrm>
          <a:prstGeom prst="rect">
            <a:avLst/>
          </a:prstGeom>
        </p:spPr>
        <p:txBody>
          <a:bodyPr vert="horz" lIns="0" tIns="0" rIns="0" bIns="0" rtlCol="0" anchor="t" anchorCtr="0">
            <a:noAutofit/>
          </a:bodyPr>
          <a:lstStyle/>
          <a:p>
            <a:r>
              <a:rPr lang="fr-FR" noProof="0"/>
              <a:t>Titre</a:t>
            </a:r>
          </a:p>
        </p:txBody>
      </p:sp>
      <p:sp>
        <p:nvSpPr>
          <p:cNvPr id="3" name="Espace réservé du texte 2"/>
          <p:cNvSpPr>
            <a:spLocks noGrp="1"/>
          </p:cNvSpPr>
          <p:nvPr>
            <p:ph type="body" idx="1"/>
          </p:nvPr>
        </p:nvSpPr>
        <p:spPr bwMode="gray">
          <a:xfrm>
            <a:off x="359999" y="1836000"/>
            <a:ext cx="8424000" cy="2574000"/>
          </a:xfrm>
          <a:prstGeom prst="rect">
            <a:avLst/>
          </a:prstGeom>
        </p:spPr>
        <p:txBody>
          <a:bodyPr vert="horz" lIns="0" tIns="0" rIns="0" bIns="0" rtlCol="0" anchor="t" anchorCtr="0">
            <a:noAutofit/>
          </a:bodyPr>
          <a:lstStyle/>
          <a:p>
            <a:pPr lvl="0"/>
            <a:r>
              <a:rPr lang="fr-FR" noProof="0"/>
              <a:t>Texte de niveau 1</a:t>
            </a:r>
          </a:p>
          <a:p>
            <a:pPr lvl="1"/>
            <a:r>
              <a:rPr lang="fr-FR" noProof="0"/>
              <a:t>Texte de niveau 2</a:t>
            </a:r>
          </a:p>
          <a:p>
            <a:pPr lvl="2"/>
            <a:r>
              <a:rPr lang="fr-FR" noProof="0"/>
              <a:t>Texte de niveau 3</a:t>
            </a:r>
          </a:p>
          <a:p>
            <a:pPr lvl="3"/>
            <a:r>
              <a:rPr lang="fr-FR" noProof="0"/>
              <a:t>Texte de niveau 4</a:t>
            </a:r>
          </a:p>
          <a:p>
            <a:pPr lvl="4"/>
            <a:r>
              <a:rPr lang="fr-FR" noProof="0"/>
              <a:t>Texte de niveau 5</a:t>
            </a:r>
          </a:p>
        </p:txBody>
      </p:sp>
      <p:sp>
        <p:nvSpPr>
          <p:cNvPr id="15" name="Espace réservé de la date 1">
            <a:extLst>
              <a:ext uri="{FF2B5EF4-FFF2-40B4-BE49-F238E27FC236}">
                <a16:creationId xmlns:a16="http://schemas.microsoft.com/office/drawing/2014/main" id="{516EDC64-47E8-C044-91BA-F715A5EFFEFD}"/>
              </a:ext>
            </a:extLst>
          </p:cNvPr>
          <p:cNvSpPr>
            <a:spLocks noGrp="1"/>
          </p:cNvSpPr>
          <p:nvPr>
            <p:ph type="dt" sz="half" idx="2"/>
          </p:nvPr>
        </p:nvSpPr>
        <p:spPr bwMode="gray">
          <a:xfrm>
            <a:off x="6426336" y="4783500"/>
            <a:ext cx="1170000" cy="360000"/>
          </a:xfrm>
          <a:prstGeom prst="rect">
            <a:avLst/>
          </a:prstGeom>
        </p:spPr>
        <p:txBody>
          <a:bodyPr/>
          <a:lstStyle>
            <a:lvl1pPr>
              <a:defRPr sz="750"/>
            </a:lvl1pPr>
          </a:lstStyle>
          <a:p>
            <a:pPr algn="r"/>
            <a:fld id="{B1AB8E14-653C-46DD-A140-9578717F7257}" type="datetime1">
              <a:rPr lang="fr-FR" cap="all" smtClean="0">
                <a:solidFill>
                  <a:srgbClr val="000000"/>
                </a:solidFill>
              </a:rPr>
              <a:pPr algn="r"/>
              <a:t>07/01/2025</a:t>
            </a:fld>
            <a:endParaRPr lang="fr-FR" cap="all">
              <a:solidFill>
                <a:srgbClr val="000000"/>
              </a:solidFill>
            </a:endParaRPr>
          </a:p>
        </p:txBody>
      </p:sp>
      <p:sp>
        <p:nvSpPr>
          <p:cNvPr id="16" name="Espace réservé du numéro de diapositive 7">
            <a:extLst>
              <a:ext uri="{FF2B5EF4-FFF2-40B4-BE49-F238E27FC236}">
                <a16:creationId xmlns:a16="http://schemas.microsoft.com/office/drawing/2014/main" id="{C6D56E85-7DD2-5140-A94B-D4C7F30901C6}"/>
              </a:ext>
            </a:extLst>
          </p:cNvPr>
          <p:cNvSpPr>
            <a:spLocks noGrp="1"/>
          </p:cNvSpPr>
          <p:nvPr>
            <p:ph type="sldNum" sz="quarter" idx="4"/>
          </p:nvPr>
        </p:nvSpPr>
        <p:spPr bwMode="gray">
          <a:xfrm>
            <a:off x="7596336" y="4783500"/>
            <a:ext cx="1170000" cy="360000"/>
          </a:xfrm>
          <a:prstGeom prst="rect">
            <a:avLst/>
          </a:prstGeom>
        </p:spPr>
        <p:txBody>
          <a:bodyPr/>
          <a:lstStyle>
            <a:lvl1pPr algn="r">
              <a:defRPr sz="1600">
                <a:solidFill>
                  <a:srgbClr val="FF0000"/>
                </a:solidFill>
              </a:defRPr>
            </a:lvl1pPr>
          </a:lstStyle>
          <a:p>
            <a:fld id="{733122C9-A0B9-462F-8757-0847AD287B63}" type="slidenum">
              <a:rPr lang="fr-FR" smtClean="0"/>
              <a:pPr/>
              <a:t>‹N°›</a:t>
            </a:fld>
            <a:endParaRPr lang="fr-FR"/>
          </a:p>
        </p:txBody>
      </p:sp>
    </p:spTree>
    <p:extLst>
      <p:ext uri="{BB962C8B-B14F-4D97-AF65-F5344CB8AC3E}">
        <p14:creationId xmlns:p14="http://schemas.microsoft.com/office/powerpoint/2010/main" val="591480298"/>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Lst>
  <p:hf hdr="0"/>
  <p:txStyles>
    <p:titleStyle>
      <a:lvl1pPr algn="l" defTabSz="914400" rtl="0" eaLnBrk="1" latinLnBrk="0" hangingPunct="1">
        <a:lnSpc>
          <a:spcPct val="90000"/>
        </a:lnSpc>
        <a:spcBef>
          <a:spcPct val="0"/>
        </a:spcBef>
        <a:buNone/>
        <a:defRPr sz="2550" b="1" kern="1200">
          <a:solidFill>
            <a:srgbClr val="0C5076"/>
          </a:solidFill>
          <a:latin typeface="+mj-lt"/>
          <a:ea typeface="+mj-ea"/>
          <a:cs typeface="+mj-cs"/>
        </a:defRPr>
      </a:lvl1pPr>
    </p:titleStyle>
    <p:bodyStyle>
      <a:lvl1pPr marL="0" indent="0" algn="l" defTabSz="914400" rtl="0" eaLnBrk="1" latinLnBrk="0" hangingPunct="1">
        <a:lnSpc>
          <a:spcPct val="100000"/>
        </a:lnSpc>
        <a:spcBef>
          <a:spcPts val="0"/>
        </a:spcBef>
        <a:spcAft>
          <a:spcPts val="500"/>
        </a:spcAft>
        <a:buFont typeface="Arial" pitchFamily="34" charset="0"/>
        <a:buNone/>
        <a:defRPr sz="1050" b="0" kern="1200">
          <a:solidFill>
            <a:srgbClr val="0C5076"/>
          </a:solidFill>
          <a:latin typeface="+mn-lt"/>
          <a:ea typeface="+mn-ea"/>
          <a:cs typeface="+mn-cs"/>
        </a:defRPr>
      </a:lvl1pPr>
      <a:lvl2pPr marL="252000" indent="-72000" algn="l" defTabSz="914400" rtl="0" eaLnBrk="1" latinLnBrk="0" hangingPunct="1">
        <a:lnSpc>
          <a:spcPct val="100000"/>
        </a:lnSpc>
        <a:spcBef>
          <a:spcPts val="600"/>
        </a:spcBef>
        <a:spcAft>
          <a:spcPts val="600"/>
        </a:spcAft>
        <a:buFont typeface="Arial" pitchFamily="34" charset="0"/>
        <a:buChar char="•"/>
        <a:defRPr sz="950" kern="1200">
          <a:solidFill>
            <a:schemeClr val="tx1"/>
          </a:solidFill>
          <a:latin typeface="+mn-lt"/>
          <a:ea typeface="+mn-ea"/>
          <a:cs typeface="+mn-cs"/>
        </a:defRPr>
      </a:lvl2pPr>
      <a:lvl3pPr marL="432000" indent="-72000" algn="l" defTabSz="914400" rtl="0" eaLnBrk="1" latinLnBrk="0" hangingPunct="1">
        <a:lnSpc>
          <a:spcPct val="100000"/>
        </a:lnSpc>
        <a:spcBef>
          <a:spcPts val="100"/>
        </a:spcBef>
        <a:spcAft>
          <a:spcPts val="100"/>
        </a:spcAft>
        <a:buSzPct val="100000"/>
        <a:buFont typeface="Arial" pitchFamily="34" charset="0"/>
        <a:buChar char="•"/>
        <a:defRPr sz="850" kern="1200">
          <a:solidFill>
            <a:schemeClr val="tx1"/>
          </a:solidFill>
          <a:latin typeface="+mn-lt"/>
          <a:ea typeface="+mn-ea"/>
          <a:cs typeface="+mn-cs"/>
        </a:defRPr>
      </a:lvl3pPr>
      <a:lvl4pPr marL="612000" indent="-72000" algn="l" defTabSz="914400" rtl="0" eaLnBrk="1" latinLnBrk="0" hangingPunct="1">
        <a:lnSpc>
          <a:spcPct val="100000"/>
        </a:lnSpc>
        <a:spcBef>
          <a:spcPts val="100"/>
        </a:spcBef>
        <a:spcAft>
          <a:spcPts val="100"/>
        </a:spcAft>
        <a:buSzPct val="100000"/>
        <a:buFont typeface="Arial" pitchFamily="34" charset="0"/>
        <a:buChar char="•"/>
        <a:defRPr sz="750" kern="1200">
          <a:solidFill>
            <a:schemeClr val="tx1"/>
          </a:solidFill>
          <a:latin typeface="+mn-lt"/>
          <a:ea typeface="+mn-ea"/>
          <a:cs typeface="+mn-cs"/>
        </a:defRPr>
      </a:lvl4pPr>
      <a:lvl5pPr marL="828000" indent="-72000" algn="l" defTabSz="914400" rtl="0" eaLnBrk="1" latinLnBrk="0" hangingPunct="1">
        <a:lnSpc>
          <a:spcPct val="100000"/>
        </a:lnSpc>
        <a:spcBef>
          <a:spcPts val="100"/>
        </a:spcBef>
        <a:spcAft>
          <a:spcPts val="100"/>
        </a:spcAft>
        <a:buSzPct val="100000"/>
        <a:buFont typeface="Arial" pitchFamily="34" charset="0"/>
        <a:buChar char="•"/>
        <a:defRPr sz="7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6">
                <a:lumMod val="75000"/>
              </a:schemeClr>
            </a:gs>
            <a:gs pos="50000">
              <a:schemeClr val="accent1">
                <a:tint val="44500"/>
                <a:satMod val="160000"/>
              </a:schemeClr>
            </a:gs>
            <a:gs pos="100000">
              <a:schemeClr val="accent1">
                <a:tint val="23500"/>
                <a:satMod val="160000"/>
              </a:schemeClr>
            </a:gs>
          </a:gsLst>
          <a:lin ang="5400000" scaled="0"/>
          <a:tileRect/>
        </a:gradFill>
        <a:effectLst/>
      </p:bgPr>
    </p:bg>
    <p:spTree>
      <p:nvGrpSpPr>
        <p:cNvPr id="1" name=""/>
        <p:cNvGrpSpPr/>
        <p:nvPr/>
      </p:nvGrpSpPr>
      <p:grpSpPr>
        <a:xfrm>
          <a:off x="0" y="0"/>
          <a:ext cx="0" cy="0"/>
          <a:chOff x="0" y="0"/>
          <a:chExt cx="0" cy="0"/>
        </a:xfrm>
      </p:grpSpPr>
      <p:pic>
        <p:nvPicPr>
          <p:cNvPr id="12" name="Image 11">
            <a:extLst>
              <a:ext uri="{FF2B5EF4-FFF2-40B4-BE49-F238E27FC236}">
                <a16:creationId xmlns:a16="http://schemas.microsoft.com/office/drawing/2014/main" id="{66D15CC7-BC12-A746-B153-F1F8A3C7E677}"/>
              </a:ext>
            </a:extLst>
          </p:cNvPr>
          <p:cNvPicPr>
            <a:picLocks noChangeAspect="1"/>
          </p:cNvPicPr>
          <p:nvPr userDrawn="1"/>
        </p:nvPicPr>
        <p:blipFill>
          <a:blip r:embed="rId7" cstate="print"/>
          <a:stretch>
            <a:fillRect/>
          </a:stretch>
        </p:blipFill>
        <p:spPr>
          <a:xfrm>
            <a:off x="-23357" y="1"/>
            <a:ext cx="9160828" cy="5152965"/>
          </a:xfrm>
          <a:prstGeom prst="rect">
            <a:avLst/>
          </a:prstGeom>
        </p:spPr>
      </p:pic>
      <p:sp>
        <p:nvSpPr>
          <p:cNvPr id="2" name="Espace réservé du titre 1"/>
          <p:cNvSpPr>
            <a:spLocks noGrp="1"/>
          </p:cNvSpPr>
          <p:nvPr>
            <p:ph type="title"/>
          </p:nvPr>
        </p:nvSpPr>
        <p:spPr bwMode="gray">
          <a:xfrm>
            <a:off x="359999" y="900000"/>
            <a:ext cx="8424000" cy="720000"/>
          </a:xfrm>
          <a:prstGeom prst="rect">
            <a:avLst/>
          </a:prstGeom>
        </p:spPr>
        <p:txBody>
          <a:bodyPr vert="horz" lIns="0" tIns="0" rIns="0" bIns="0" rtlCol="0" anchor="t" anchorCtr="0">
            <a:noAutofit/>
          </a:bodyPr>
          <a:lstStyle/>
          <a:p>
            <a:r>
              <a:rPr lang="fr-FR" noProof="0"/>
              <a:t>Titre</a:t>
            </a:r>
          </a:p>
        </p:txBody>
      </p:sp>
      <p:sp>
        <p:nvSpPr>
          <p:cNvPr id="3" name="Espace réservé du texte 2"/>
          <p:cNvSpPr>
            <a:spLocks noGrp="1"/>
          </p:cNvSpPr>
          <p:nvPr>
            <p:ph type="body" idx="1"/>
          </p:nvPr>
        </p:nvSpPr>
        <p:spPr bwMode="gray">
          <a:xfrm>
            <a:off x="359999" y="1836000"/>
            <a:ext cx="8424000" cy="2574000"/>
          </a:xfrm>
          <a:prstGeom prst="rect">
            <a:avLst/>
          </a:prstGeom>
        </p:spPr>
        <p:txBody>
          <a:bodyPr vert="horz" lIns="0" tIns="0" rIns="0" bIns="0" rtlCol="0" anchor="t" anchorCtr="0">
            <a:noAutofit/>
          </a:bodyPr>
          <a:lstStyle/>
          <a:p>
            <a:pPr lvl="0"/>
            <a:r>
              <a:rPr lang="fr-FR" noProof="0"/>
              <a:t>Texte de niveau 1</a:t>
            </a:r>
          </a:p>
          <a:p>
            <a:pPr lvl="1"/>
            <a:r>
              <a:rPr lang="fr-FR" noProof="0"/>
              <a:t>Texte de niveau 2</a:t>
            </a:r>
          </a:p>
          <a:p>
            <a:pPr lvl="2"/>
            <a:r>
              <a:rPr lang="fr-FR" noProof="0"/>
              <a:t>Texte de niveau 3</a:t>
            </a:r>
          </a:p>
          <a:p>
            <a:pPr lvl="3"/>
            <a:r>
              <a:rPr lang="fr-FR" noProof="0"/>
              <a:t>Texte de niveau 4</a:t>
            </a:r>
          </a:p>
          <a:p>
            <a:pPr lvl="4"/>
            <a:r>
              <a:rPr lang="fr-FR" noProof="0"/>
              <a:t>Texte de niveau 5</a:t>
            </a:r>
          </a:p>
        </p:txBody>
      </p:sp>
      <p:sp>
        <p:nvSpPr>
          <p:cNvPr id="15" name="Espace réservé de la date 1">
            <a:extLst>
              <a:ext uri="{FF2B5EF4-FFF2-40B4-BE49-F238E27FC236}">
                <a16:creationId xmlns:a16="http://schemas.microsoft.com/office/drawing/2014/main" id="{516EDC64-47E8-C044-91BA-F715A5EFFEFD}"/>
              </a:ext>
            </a:extLst>
          </p:cNvPr>
          <p:cNvSpPr>
            <a:spLocks noGrp="1"/>
          </p:cNvSpPr>
          <p:nvPr>
            <p:ph type="dt" sz="half" idx="2"/>
          </p:nvPr>
        </p:nvSpPr>
        <p:spPr bwMode="gray">
          <a:xfrm>
            <a:off x="6426336" y="4783500"/>
            <a:ext cx="1170000" cy="360000"/>
          </a:xfrm>
          <a:prstGeom prst="rect">
            <a:avLst/>
          </a:prstGeom>
        </p:spPr>
        <p:txBody>
          <a:bodyPr/>
          <a:lstStyle>
            <a:lvl1pPr>
              <a:defRPr sz="750"/>
            </a:lvl1pPr>
          </a:lstStyle>
          <a:p>
            <a:pPr algn="r"/>
            <a:fld id="{B1AB8E14-653C-46DD-A140-9578717F7257}" type="datetime1">
              <a:rPr lang="fr-FR" cap="all" smtClean="0">
                <a:solidFill>
                  <a:srgbClr val="000000"/>
                </a:solidFill>
              </a:rPr>
              <a:pPr algn="r"/>
              <a:t>07/01/2025</a:t>
            </a:fld>
            <a:endParaRPr lang="fr-FR" cap="all">
              <a:solidFill>
                <a:srgbClr val="000000"/>
              </a:solidFill>
            </a:endParaRPr>
          </a:p>
        </p:txBody>
      </p:sp>
      <p:sp>
        <p:nvSpPr>
          <p:cNvPr id="16" name="Espace réservé du numéro de diapositive 7">
            <a:extLst>
              <a:ext uri="{FF2B5EF4-FFF2-40B4-BE49-F238E27FC236}">
                <a16:creationId xmlns:a16="http://schemas.microsoft.com/office/drawing/2014/main" id="{C6D56E85-7DD2-5140-A94B-D4C7F30901C6}"/>
              </a:ext>
            </a:extLst>
          </p:cNvPr>
          <p:cNvSpPr>
            <a:spLocks noGrp="1"/>
          </p:cNvSpPr>
          <p:nvPr>
            <p:ph type="sldNum" sz="quarter" idx="4"/>
          </p:nvPr>
        </p:nvSpPr>
        <p:spPr bwMode="gray">
          <a:xfrm>
            <a:off x="7596336" y="4783500"/>
            <a:ext cx="1170000" cy="360000"/>
          </a:xfrm>
          <a:prstGeom prst="rect">
            <a:avLst/>
          </a:prstGeom>
        </p:spPr>
        <p:txBody>
          <a:bodyPr/>
          <a:lstStyle>
            <a:lvl1pPr algn="r">
              <a:defRPr sz="1600">
                <a:solidFill>
                  <a:srgbClr val="FF0000"/>
                </a:solidFill>
              </a:defRPr>
            </a:lvl1pPr>
          </a:lstStyle>
          <a:p>
            <a:fld id="{733122C9-A0B9-462F-8757-0847AD287B63}" type="slidenum">
              <a:rPr lang="fr-FR" smtClean="0"/>
              <a:pPr/>
              <a:t>‹N°›</a:t>
            </a:fld>
            <a:endParaRPr lang="fr-FR"/>
          </a:p>
        </p:txBody>
      </p:sp>
    </p:spTree>
    <p:extLst>
      <p:ext uri="{BB962C8B-B14F-4D97-AF65-F5344CB8AC3E}">
        <p14:creationId xmlns:p14="http://schemas.microsoft.com/office/powerpoint/2010/main" val="2684781023"/>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Lst>
  <p:hf hdr="0"/>
  <p:txStyles>
    <p:titleStyle>
      <a:lvl1pPr algn="l" defTabSz="914400" rtl="0" eaLnBrk="1" latinLnBrk="0" hangingPunct="1">
        <a:lnSpc>
          <a:spcPct val="90000"/>
        </a:lnSpc>
        <a:spcBef>
          <a:spcPct val="0"/>
        </a:spcBef>
        <a:buNone/>
        <a:defRPr sz="2550" b="1" kern="1200">
          <a:solidFill>
            <a:srgbClr val="0C5076"/>
          </a:solidFill>
          <a:latin typeface="+mj-lt"/>
          <a:ea typeface="+mj-ea"/>
          <a:cs typeface="+mj-cs"/>
        </a:defRPr>
      </a:lvl1pPr>
    </p:titleStyle>
    <p:bodyStyle>
      <a:lvl1pPr marL="0" indent="0" algn="l" defTabSz="914400" rtl="0" eaLnBrk="1" latinLnBrk="0" hangingPunct="1">
        <a:lnSpc>
          <a:spcPct val="100000"/>
        </a:lnSpc>
        <a:spcBef>
          <a:spcPts val="0"/>
        </a:spcBef>
        <a:spcAft>
          <a:spcPts val="500"/>
        </a:spcAft>
        <a:buFont typeface="Arial" pitchFamily="34" charset="0"/>
        <a:buNone/>
        <a:defRPr sz="1050" b="0" kern="1200">
          <a:solidFill>
            <a:srgbClr val="0C5076"/>
          </a:solidFill>
          <a:latin typeface="+mn-lt"/>
          <a:ea typeface="+mn-ea"/>
          <a:cs typeface="+mn-cs"/>
        </a:defRPr>
      </a:lvl1pPr>
      <a:lvl2pPr marL="252000" indent="-72000" algn="l" defTabSz="914400" rtl="0" eaLnBrk="1" latinLnBrk="0" hangingPunct="1">
        <a:lnSpc>
          <a:spcPct val="100000"/>
        </a:lnSpc>
        <a:spcBef>
          <a:spcPts val="600"/>
        </a:spcBef>
        <a:spcAft>
          <a:spcPts val="600"/>
        </a:spcAft>
        <a:buFont typeface="Arial" pitchFamily="34" charset="0"/>
        <a:buChar char="•"/>
        <a:defRPr sz="950" kern="1200">
          <a:solidFill>
            <a:schemeClr val="tx1"/>
          </a:solidFill>
          <a:latin typeface="+mn-lt"/>
          <a:ea typeface="+mn-ea"/>
          <a:cs typeface="+mn-cs"/>
        </a:defRPr>
      </a:lvl2pPr>
      <a:lvl3pPr marL="432000" indent="-72000" algn="l" defTabSz="914400" rtl="0" eaLnBrk="1" latinLnBrk="0" hangingPunct="1">
        <a:lnSpc>
          <a:spcPct val="100000"/>
        </a:lnSpc>
        <a:spcBef>
          <a:spcPts val="100"/>
        </a:spcBef>
        <a:spcAft>
          <a:spcPts val="100"/>
        </a:spcAft>
        <a:buSzPct val="100000"/>
        <a:buFont typeface="Arial" pitchFamily="34" charset="0"/>
        <a:buChar char="•"/>
        <a:defRPr sz="850" kern="1200">
          <a:solidFill>
            <a:schemeClr val="tx1"/>
          </a:solidFill>
          <a:latin typeface="+mn-lt"/>
          <a:ea typeface="+mn-ea"/>
          <a:cs typeface="+mn-cs"/>
        </a:defRPr>
      </a:lvl3pPr>
      <a:lvl4pPr marL="612000" indent="-72000" algn="l" defTabSz="914400" rtl="0" eaLnBrk="1" latinLnBrk="0" hangingPunct="1">
        <a:lnSpc>
          <a:spcPct val="100000"/>
        </a:lnSpc>
        <a:spcBef>
          <a:spcPts val="100"/>
        </a:spcBef>
        <a:spcAft>
          <a:spcPts val="100"/>
        </a:spcAft>
        <a:buSzPct val="100000"/>
        <a:buFont typeface="Arial" pitchFamily="34" charset="0"/>
        <a:buChar char="•"/>
        <a:defRPr sz="750" kern="1200">
          <a:solidFill>
            <a:schemeClr val="tx1"/>
          </a:solidFill>
          <a:latin typeface="+mn-lt"/>
          <a:ea typeface="+mn-ea"/>
          <a:cs typeface="+mn-cs"/>
        </a:defRPr>
      </a:lvl4pPr>
      <a:lvl5pPr marL="828000" indent="-72000" algn="l" defTabSz="914400" rtl="0" eaLnBrk="1" latinLnBrk="0" hangingPunct="1">
        <a:lnSpc>
          <a:spcPct val="100000"/>
        </a:lnSpc>
        <a:spcBef>
          <a:spcPts val="100"/>
        </a:spcBef>
        <a:spcAft>
          <a:spcPts val="100"/>
        </a:spcAft>
        <a:buSzPct val="100000"/>
        <a:buFont typeface="Arial" pitchFamily="34" charset="0"/>
        <a:buChar char="•"/>
        <a:defRPr sz="7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6">
                <a:lumMod val="75000"/>
              </a:schemeClr>
            </a:gs>
            <a:gs pos="50000">
              <a:schemeClr val="accent1">
                <a:tint val="44500"/>
                <a:satMod val="160000"/>
              </a:schemeClr>
            </a:gs>
            <a:gs pos="100000">
              <a:schemeClr val="accent1">
                <a:tint val="23500"/>
                <a:satMod val="160000"/>
              </a:schemeClr>
            </a:gs>
          </a:gsLst>
          <a:lin ang="5400000" scaled="0"/>
          <a:tileRect/>
        </a:gradFill>
        <a:effectLst/>
      </p:bgPr>
    </p:bg>
    <p:spTree>
      <p:nvGrpSpPr>
        <p:cNvPr id="1" name=""/>
        <p:cNvGrpSpPr/>
        <p:nvPr/>
      </p:nvGrpSpPr>
      <p:grpSpPr>
        <a:xfrm>
          <a:off x="0" y="0"/>
          <a:ext cx="0" cy="0"/>
          <a:chOff x="0" y="0"/>
          <a:chExt cx="0" cy="0"/>
        </a:xfrm>
      </p:grpSpPr>
      <p:pic>
        <p:nvPicPr>
          <p:cNvPr id="12" name="Image 11">
            <a:extLst>
              <a:ext uri="{FF2B5EF4-FFF2-40B4-BE49-F238E27FC236}">
                <a16:creationId xmlns:a16="http://schemas.microsoft.com/office/drawing/2014/main" id="{66D15CC7-BC12-A746-B153-F1F8A3C7E677}"/>
              </a:ext>
            </a:extLst>
          </p:cNvPr>
          <p:cNvPicPr>
            <a:picLocks noChangeAspect="1"/>
          </p:cNvPicPr>
          <p:nvPr userDrawn="1"/>
        </p:nvPicPr>
        <p:blipFill>
          <a:blip r:embed="rId7" cstate="print"/>
          <a:stretch>
            <a:fillRect/>
          </a:stretch>
        </p:blipFill>
        <p:spPr>
          <a:xfrm>
            <a:off x="-23357" y="1"/>
            <a:ext cx="9160828" cy="5152965"/>
          </a:xfrm>
          <a:prstGeom prst="rect">
            <a:avLst/>
          </a:prstGeom>
        </p:spPr>
      </p:pic>
      <p:sp>
        <p:nvSpPr>
          <p:cNvPr id="2" name="Espace réservé du titre 1"/>
          <p:cNvSpPr>
            <a:spLocks noGrp="1"/>
          </p:cNvSpPr>
          <p:nvPr>
            <p:ph type="title"/>
          </p:nvPr>
        </p:nvSpPr>
        <p:spPr bwMode="gray">
          <a:xfrm>
            <a:off x="359999" y="900000"/>
            <a:ext cx="8424000" cy="720000"/>
          </a:xfrm>
          <a:prstGeom prst="rect">
            <a:avLst/>
          </a:prstGeom>
        </p:spPr>
        <p:txBody>
          <a:bodyPr vert="horz" lIns="0" tIns="0" rIns="0" bIns="0" rtlCol="0" anchor="t" anchorCtr="0">
            <a:noAutofit/>
          </a:bodyPr>
          <a:lstStyle/>
          <a:p>
            <a:r>
              <a:rPr lang="fr-FR" noProof="0"/>
              <a:t>Titre</a:t>
            </a:r>
          </a:p>
        </p:txBody>
      </p:sp>
      <p:sp>
        <p:nvSpPr>
          <p:cNvPr id="3" name="Espace réservé du texte 2"/>
          <p:cNvSpPr>
            <a:spLocks noGrp="1"/>
          </p:cNvSpPr>
          <p:nvPr>
            <p:ph type="body" idx="1"/>
          </p:nvPr>
        </p:nvSpPr>
        <p:spPr bwMode="gray">
          <a:xfrm>
            <a:off x="359999" y="1836000"/>
            <a:ext cx="8424000" cy="2574000"/>
          </a:xfrm>
          <a:prstGeom prst="rect">
            <a:avLst/>
          </a:prstGeom>
        </p:spPr>
        <p:txBody>
          <a:bodyPr vert="horz" lIns="0" tIns="0" rIns="0" bIns="0" rtlCol="0" anchor="t" anchorCtr="0">
            <a:noAutofit/>
          </a:bodyPr>
          <a:lstStyle/>
          <a:p>
            <a:pPr lvl="0"/>
            <a:r>
              <a:rPr lang="fr-FR" noProof="0"/>
              <a:t>Texte de niveau 1</a:t>
            </a:r>
          </a:p>
          <a:p>
            <a:pPr lvl="1"/>
            <a:r>
              <a:rPr lang="fr-FR" noProof="0"/>
              <a:t>Texte de niveau 2</a:t>
            </a:r>
          </a:p>
          <a:p>
            <a:pPr lvl="2"/>
            <a:r>
              <a:rPr lang="fr-FR" noProof="0"/>
              <a:t>Texte de niveau 3</a:t>
            </a:r>
          </a:p>
          <a:p>
            <a:pPr lvl="3"/>
            <a:r>
              <a:rPr lang="fr-FR" noProof="0"/>
              <a:t>Texte de niveau 4</a:t>
            </a:r>
          </a:p>
          <a:p>
            <a:pPr lvl="4"/>
            <a:r>
              <a:rPr lang="fr-FR" noProof="0"/>
              <a:t>Texte de niveau 5</a:t>
            </a:r>
          </a:p>
        </p:txBody>
      </p:sp>
      <p:sp>
        <p:nvSpPr>
          <p:cNvPr id="15" name="Espace réservé de la date 1">
            <a:extLst>
              <a:ext uri="{FF2B5EF4-FFF2-40B4-BE49-F238E27FC236}">
                <a16:creationId xmlns:a16="http://schemas.microsoft.com/office/drawing/2014/main" id="{516EDC64-47E8-C044-91BA-F715A5EFFEFD}"/>
              </a:ext>
            </a:extLst>
          </p:cNvPr>
          <p:cNvSpPr>
            <a:spLocks noGrp="1"/>
          </p:cNvSpPr>
          <p:nvPr>
            <p:ph type="dt" sz="half" idx="2"/>
          </p:nvPr>
        </p:nvSpPr>
        <p:spPr bwMode="gray">
          <a:xfrm>
            <a:off x="6426336" y="4783500"/>
            <a:ext cx="1170000" cy="360000"/>
          </a:xfrm>
          <a:prstGeom prst="rect">
            <a:avLst/>
          </a:prstGeom>
        </p:spPr>
        <p:txBody>
          <a:bodyPr/>
          <a:lstStyle>
            <a:lvl1pPr>
              <a:defRPr sz="750"/>
            </a:lvl1pPr>
          </a:lstStyle>
          <a:p>
            <a:pPr algn="r"/>
            <a:fld id="{B1AB8E14-653C-46DD-A140-9578717F7257}" type="datetime1">
              <a:rPr lang="fr-FR" cap="all" smtClean="0">
                <a:solidFill>
                  <a:srgbClr val="000000"/>
                </a:solidFill>
              </a:rPr>
              <a:pPr algn="r"/>
              <a:t>07/01/2025</a:t>
            </a:fld>
            <a:endParaRPr lang="fr-FR" cap="all">
              <a:solidFill>
                <a:srgbClr val="000000"/>
              </a:solidFill>
            </a:endParaRPr>
          </a:p>
        </p:txBody>
      </p:sp>
      <p:sp>
        <p:nvSpPr>
          <p:cNvPr id="16" name="Espace réservé du numéro de diapositive 7">
            <a:extLst>
              <a:ext uri="{FF2B5EF4-FFF2-40B4-BE49-F238E27FC236}">
                <a16:creationId xmlns:a16="http://schemas.microsoft.com/office/drawing/2014/main" id="{C6D56E85-7DD2-5140-A94B-D4C7F30901C6}"/>
              </a:ext>
            </a:extLst>
          </p:cNvPr>
          <p:cNvSpPr>
            <a:spLocks noGrp="1"/>
          </p:cNvSpPr>
          <p:nvPr>
            <p:ph type="sldNum" sz="quarter" idx="4"/>
          </p:nvPr>
        </p:nvSpPr>
        <p:spPr bwMode="gray">
          <a:xfrm>
            <a:off x="7596336" y="4783500"/>
            <a:ext cx="1170000" cy="360000"/>
          </a:xfrm>
          <a:prstGeom prst="rect">
            <a:avLst/>
          </a:prstGeom>
        </p:spPr>
        <p:txBody>
          <a:bodyPr/>
          <a:lstStyle>
            <a:lvl1pPr algn="r">
              <a:defRPr sz="1600">
                <a:solidFill>
                  <a:srgbClr val="FF0000"/>
                </a:solidFill>
              </a:defRPr>
            </a:lvl1pPr>
          </a:lstStyle>
          <a:p>
            <a:fld id="{733122C9-A0B9-462F-8757-0847AD287B63}" type="slidenum">
              <a:rPr lang="fr-FR" smtClean="0"/>
              <a:pPr/>
              <a:t>‹N°›</a:t>
            </a:fld>
            <a:endParaRPr lang="fr-FR"/>
          </a:p>
        </p:txBody>
      </p:sp>
    </p:spTree>
    <p:extLst>
      <p:ext uri="{BB962C8B-B14F-4D97-AF65-F5344CB8AC3E}">
        <p14:creationId xmlns:p14="http://schemas.microsoft.com/office/powerpoint/2010/main" val="3175986438"/>
      </p:ext>
    </p:extLst>
  </p:cSld>
  <p:clrMap bg1="lt1" tx1="dk1" bg2="lt2" tx2="dk2" accent1="accent1" accent2="accent2" accent3="accent3" accent4="accent4" accent5="accent5" accent6="accent6" hlink="hlink" folHlink="folHlink"/>
  <p:sldLayoutIdLst>
    <p:sldLayoutId id="2147483767" r:id="rId1"/>
    <p:sldLayoutId id="2147483768" r:id="rId2"/>
    <p:sldLayoutId id="2147483769" r:id="rId3"/>
    <p:sldLayoutId id="2147483770" r:id="rId4"/>
    <p:sldLayoutId id="2147483771" r:id="rId5"/>
  </p:sldLayoutIdLst>
  <p:hf hdr="0"/>
  <p:txStyles>
    <p:titleStyle>
      <a:lvl1pPr algn="l" defTabSz="914400" rtl="0" eaLnBrk="1" latinLnBrk="0" hangingPunct="1">
        <a:lnSpc>
          <a:spcPct val="90000"/>
        </a:lnSpc>
        <a:spcBef>
          <a:spcPct val="0"/>
        </a:spcBef>
        <a:buNone/>
        <a:defRPr sz="2550" b="1" kern="1200">
          <a:solidFill>
            <a:srgbClr val="0C5076"/>
          </a:solidFill>
          <a:latin typeface="+mj-lt"/>
          <a:ea typeface="+mj-ea"/>
          <a:cs typeface="+mj-cs"/>
        </a:defRPr>
      </a:lvl1pPr>
    </p:titleStyle>
    <p:bodyStyle>
      <a:lvl1pPr marL="0" indent="0" algn="l" defTabSz="914400" rtl="0" eaLnBrk="1" latinLnBrk="0" hangingPunct="1">
        <a:lnSpc>
          <a:spcPct val="100000"/>
        </a:lnSpc>
        <a:spcBef>
          <a:spcPts val="0"/>
        </a:spcBef>
        <a:spcAft>
          <a:spcPts val="500"/>
        </a:spcAft>
        <a:buFont typeface="Arial" pitchFamily="34" charset="0"/>
        <a:buNone/>
        <a:defRPr sz="1050" b="0" kern="1200">
          <a:solidFill>
            <a:srgbClr val="0C5076"/>
          </a:solidFill>
          <a:latin typeface="+mn-lt"/>
          <a:ea typeface="+mn-ea"/>
          <a:cs typeface="+mn-cs"/>
        </a:defRPr>
      </a:lvl1pPr>
      <a:lvl2pPr marL="252000" indent="-72000" algn="l" defTabSz="914400" rtl="0" eaLnBrk="1" latinLnBrk="0" hangingPunct="1">
        <a:lnSpc>
          <a:spcPct val="100000"/>
        </a:lnSpc>
        <a:spcBef>
          <a:spcPts val="600"/>
        </a:spcBef>
        <a:spcAft>
          <a:spcPts val="600"/>
        </a:spcAft>
        <a:buFont typeface="Arial" pitchFamily="34" charset="0"/>
        <a:buChar char="•"/>
        <a:defRPr sz="950" kern="1200">
          <a:solidFill>
            <a:schemeClr val="tx1"/>
          </a:solidFill>
          <a:latin typeface="+mn-lt"/>
          <a:ea typeface="+mn-ea"/>
          <a:cs typeface="+mn-cs"/>
        </a:defRPr>
      </a:lvl2pPr>
      <a:lvl3pPr marL="432000" indent="-72000" algn="l" defTabSz="914400" rtl="0" eaLnBrk="1" latinLnBrk="0" hangingPunct="1">
        <a:lnSpc>
          <a:spcPct val="100000"/>
        </a:lnSpc>
        <a:spcBef>
          <a:spcPts val="100"/>
        </a:spcBef>
        <a:spcAft>
          <a:spcPts val="100"/>
        </a:spcAft>
        <a:buSzPct val="100000"/>
        <a:buFont typeface="Arial" pitchFamily="34" charset="0"/>
        <a:buChar char="•"/>
        <a:defRPr sz="850" kern="1200">
          <a:solidFill>
            <a:schemeClr val="tx1"/>
          </a:solidFill>
          <a:latin typeface="+mn-lt"/>
          <a:ea typeface="+mn-ea"/>
          <a:cs typeface="+mn-cs"/>
        </a:defRPr>
      </a:lvl3pPr>
      <a:lvl4pPr marL="612000" indent="-72000" algn="l" defTabSz="914400" rtl="0" eaLnBrk="1" latinLnBrk="0" hangingPunct="1">
        <a:lnSpc>
          <a:spcPct val="100000"/>
        </a:lnSpc>
        <a:spcBef>
          <a:spcPts val="100"/>
        </a:spcBef>
        <a:spcAft>
          <a:spcPts val="100"/>
        </a:spcAft>
        <a:buSzPct val="100000"/>
        <a:buFont typeface="Arial" pitchFamily="34" charset="0"/>
        <a:buChar char="•"/>
        <a:defRPr sz="750" kern="1200">
          <a:solidFill>
            <a:schemeClr val="tx1"/>
          </a:solidFill>
          <a:latin typeface="+mn-lt"/>
          <a:ea typeface="+mn-ea"/>
          <a:cs typeface="+mn-cs"/>
        </a:defRPr>
      </a:lvl4pPr>
      <a:lvl5pPr marL="828000" indent="-72000" algn="l" defTabSz="914400" rtl="0" eaLnBrk="1" latinLnBrk="0" hangingPunct="1">
        <a:lnSpc>
          <a:spcPct val="100000"/>
        </a:lnSpc>
        <a:spcBef>
          <a:spcPts val="100"/>
        </a:spcBef>
        <a:spcAft>
          <a:spcPts val="100"/>
        </a:spcAft>
        <a:buSzPct val="100000"/>
        <a:buFont typeface="Arial" pitchFamily="34" charset="0"/>
        <a:buChar char="•"/>
        <a:defRPr sz="7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6">
                <a:lumMod val="75000"/>
              </a:schemeClr>
            </a:gs>
            <a:gs pos="50000">
              <a:schemeClr val="accent1">
                <a:tint val="44500"/>
                <a:satMod val="160000"/>
              </a:schemeClr>
            </a:gs>
            <a:gs pos="100000">
              <a:schemeClr val="accent1">
                <a:tint val="23500"/>
                <a:satMod val="160000"/>
              </a:schemeClr>
            </a:gs>
          </a:gsLst>
          <a:lin ang="5400000" scaled="0"/>
          <a:tileRect/>
        </a:gradFill>
        <a:effectLst/>
      </p:bgPr>
    </p:bg>
    <p:spTree>
      <p:nvGrpSpPr>
        <p:cNvPr id="1" name=""/>
        <p:cNvGrpSpPr/>
        <p:nvPr/>
      </p:nvGrpSpPr>
      <p:grpSpPr>
        <a:xfrm>
          <a:off x="0" y="0"/>
          <a:ext cx="0" cy="0"/>
          <a:chOff x="0" y="0"/>
          <a:chExt cx="0" cy="0"/>
        </a:xfrm>
      </p:grpSpPr>
      <p:pic>
        <p:nvPicPr>
          <p:cNvPr id="12" name="Image 11">
            <a:extLst>
              <a:ext uri="{FF2B5EF4-FFF2-40B4-BE49-F238E27FC236}">
                <a16:creationId xmlns:a16="http://schemas.microsoft.com/office/drawing/2014/main" id="{66D15CC7-BC12-A746-B153-F1F8A3C7E677}"/>
              </a:ext>
            </a:extLst>
          </p:cNvPr>
          <p:cNvPicPr>
            <a:picLocks noChangeAspect="1"/>
          </p:cNvPicPr>
          <p:nvPr userDrawn="1"/>
        </p:nvPicPr>
        <p:blipFill>
          <a:blip r:embed="rId7" cstate="print"/>
          <a:stretch>
            <a:fillRect/>
          </a:stretch>
        </p:blipFill>
        <p:spPr>
          <a:xfrm>
            <a:off x="-23357" y="1"/>
            <a:ext cx="9160828" cy="5152965"/>
          </a:xfrm>
          <a:prstGeom prst="rect">
            <a:avLst/>
          </a:prstGeom>
        </p:spPr>
      </p:pic>
      <p:sp>
        <p:nvSpPr>
          <p:cNvPr id="2" name="Espace réservé du titre 1"/>
          <p:cNvSpPr>
            <a:spLocks noGrp="1"/>
          </p:cNvSpPr>
          <p:nvPr>
            <p:ph type="title"/>
          </p:nvPr>
        </p:nvSpPr>
        <p:spPr bwMode="gray">
          <a:xfrm>
            <a:off x="359999" y="900000"/>
            <a:ext cx="8424000" cy="720000"/>
          </a:xfrm>
          <a:prstGeom prst="rect">
            <a:avLst/>
          </a:prstGeom>
        </p:spPr>
        <p:txBody>
          <a:bodyPr vert="horz" lIns="0" tIns="0" rIns="0" bIns="0" rtlCol="0" anchor="t" anchorCtr="0">
            <a:noAutofit/>
          </a:bodyPr>
          <a:lstStyle/>
          <a:p>
            <a:r>
              <a:rPr lang="fr-FR" noProof="0"/>
              <a:t>Titre</a:t>
            </a:r>
          </a:p>
        </p:txBody>
      </p:sp>
      <p:sp>
        <p:nvSpPr>
          <p:cNvPr id="3" name="Espace réservé du texte 2"/>
          <p:cNvSpPr>
            <a:spLocks noGrp="1"/>
          </p:cNvSpPr>
          <p:nvPr>
            <p:ph type="body" idx="1"/>
          </p:nvPr>
        </p:nvSpPr>
        <p:spPr bwMode="gray">
          <a:xfrm>
            <a:off x="359999" y="1836000"/>
            <a:ext cx="8424000" cy="2574000"/>
          </a:xfrm>
          <a:prstGeom prst="rect">
            <a:avLst/>
          </a:prstGeom>
        </p:spPr>
        <p:txBody>
          <a:bodyPr vert="horz" lIns="0" tIns="0" rIns="0" bIns="0" rtlCol="0" anchor="t" anchorCtr="0">
            <a:noAutofit/>
          </a:bodyPr>
          <a:lstStyle/>
          <a:p>
            <a:pPr lvl="0"/>
            <a:r>
              <a:rPr lang="fr-FR" noProof="0"/>
              <a:t>Texte de niveau 1</a:t>
            </a:r>
          </a:p>
          <a:p>
            <a:pPr lvl="1"/>
            <a:r>
              <a:rPr lang="fr-FR" noProof="0"/>
              <a:t>Texte de niveau 2</a:t>
            </a:r>
          </a:p>
          <a:p>
            <a:pPr lvl="2"/>
            <a:r>
              <a:rPr lang="fr-FR" noProof="0"/>
              <a:t>Texte de niveau 3</a:t>
            </a:r>
          </a:p>
          <a:p>
            <a:pPr lvl="3"/>
            <a:r>
              <a:rPr lang="fr-FR" noProof="0"/>
              <a:t>Texte de niveau 4</a:t>
            </a:r>
          </a:p>
          <a:p>
            <a:pPr lvl="4"/>
            <a:r>
              <a:rPr lang="fr-FR" noProof="0"/>
              <a:t>Texte de niveau 5</a:t>
            </a:r>
          </a:p>
        </p:txBody>
      </p:sp>
      <p:sp>
        <p:nvSpPr>
          <p:cNvPr id="15" name="Espace réservé de la date 1">
            <a:extLst>
              <a:ext uri="{FF2B5EF4-FFF2-40B4-BE49-F238E27FC236}">
                <a16:creationId xmlns:a16="http://schemas.microsoft.com/office/drawing/2014/main" id="{516EDC64-47E8-C044-91BA-F715A5EFFEFD}"/>
              </a:ext>
            </a:extLst>
          </p:cNvPr>
          <p:cNvSpPr>
            <a:spLocks noGrp="1"/>
          </p:cNvSpPr>
          <p:nvPr>
            <p:ph type="dt" sz="half" idx="2"/>
          </p:nvPr>
        </p:nvSpPr>
        <p:spPr bwMode="gray">
          <a:xfrm>
            <a:off x="6426336" y="4783500"/>
            <a:ext cx="1170000" cy="360000"/>
          </a:xfrm>
          <a:prstGeom prst="rect">
            <a:avLst/>
          </a:prstGeom>
        </p:spPr>
        <p:txBody>
          <a:bodyPr/>
          <a:lstStyle>
            <a:lvl1pPr>
              <a:defRPr sz="750"/>
            </a:lvl1pPr>
          </a:lstStyle>
          <a:p>
            <a:pPr algn="r"/>
            <a:fld id="{B1AB8E14-653C-46DD-A140-9578717F7257}" type="datetime1">
              <a:rPr lang="fr-FR" cap="all" smtClean="0">
                <a:solidFill>
                  <a:srgbClr val="000000"/>
                </a:solidFill>
              </a:rPr>
              <a:pPr algn="r"/>
              <a:t>07/01/2025</a:t>
            </a:fld>
            <a:endParaRPr lang="fr-FR" cap="all">
              <a:solidFill>
                <a:srgbClr val="000000"/>
              </a:solidFill>
            </a:endParaRPr>
          </a:p>
        </p:txBody>
      </p:sp>
      <p:sp>
        <p:nvSpPr>
          <p:cNvPr id="16" name="Espace réservé du numéro de diapositive 7">
            <a:extLst>
              <a:ext uri="{FF2B5EF4-FFF2-40B4-BE49-F238E27FC236}">
                <a16:creationId xmlns:a16="http://schemas.microsoft.com/office/drawing/2014/main" id="{C6D56E85-7DD2-5140-A94B-D4C7F30901C6}"/>
              </a:ext>
            </a:extLst>
          </p:cNvPr>
          <p:cNvSpPr>
            <a:spLocks noGrp="1"/>
          </p:cNvSpPr>
          <p:nvPr>
            <p:ph type="sldNum" sz="quarter" idx="4"/>
          </p:nvPr>
        </p:nvSpPr>
        <p:spPr bwMode="gray">
          <a:xfrm>
            <a:off x="7596336" y="4783500"/>
            <a:ext cx="1170000" cy="360000"/>
          </a:xfrm>
          <a:prstGeom prst="rect">
            <a:avLst/>
          </a:prstGeom>
        </p:spPr>
        <p:txBody>
          <a:bodyPr/>
          <a:lstStyle>
            <a:lvl1pPr algn="r">
              <a:defRPr sz="1600">
                <a:solidFill>
                  <a:srgbClr val="FF0000"/>
                </a:solidFill>
              </a:defRPr>
            </a:lvl1pPr>
          </a:lstStyle>
          <a:p>
            <a:fld id="{733122C9-A0B9-462F-8757-0847AD287B63}" type="slidenum">
              <a:rPr lang="fr-FR" smtClean="0"/>
              <a:pPr/>
              <a:t>‹N°›</a:t>
            </a:fld>
            <a:endParaRPr lang="fr-FR"/>
          </a:p>
        </p:txBody>
      </p:sp>
    </p:spTree>
    <p:extLst>
      <p:ext uri="{BB962C8B-B14F-4D97-AF65-F5344CB8AC3E}">
        <p14:creationId xmlns:p14="http://schemas.microsoft.com/office/powerpoint/2010/main" val="1905827368"/>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Lst>
  <p:hf hdr="0"/>
  <p:txStyles>
    <p:titleStyle>
      <a:lvl1pPr algn="l" defTabSz="914400" rtl="0" eaLnBrk="1" latinLnBrk="0" hangingPunct="1">
        <a:lnSpc>
          <a:spcPct val="90000"/>
        </a:lnSpc>
        <a:spcBef>
          <a:spcPct val="0"/>
        </a:spcBef>
        <a:buNone/>
        <a:defRPr sz="2550" b="1" kern="1200">
          <a:solidFill>
            <a:srgbClr val="0C5076"/>
          </a:solidFill>
          <a:latin typeface="+mj-lt"/>
          <a:ea typeface="+mj-ea"/>
          <a:cs typeface="+mj-cs"/>
        </a:defRPr>
      </a:lvl1pPr>
    </p:titleStyle>
    <p:bodyStyle>
      <a:lvl1pPr marL="0" indent="0" algn="l" defTabSz="914400" rtl="0" eaLnBrk="1" latinLnBrk="0" hangingPunct="1">
        <a:lnSpc>
          <a:spcPct val="100000"/>
        </a:lnSpc>
        <a:spcBef>
          <a:spcPts val="0"/>
        </a:spcBef>
        <a:spcAft>
          <a:spcPts val="500"/>
        </a:spcAft>
        <a:buFont typeface="Arial" pitchFamily="34" charset="0"/>
        <a:buNone/>
        <a:defRPr sz="1050" b="0" kern="1200">
          <a:solidFill>
            <a:srgbClr val="0C5076"/>
          </a:solidFill>
          <a:latin typeface="+mn-lt"/>
          <a:ea typeface="+mn-ea"/>
          <a:cs typeface="+mn-cs"/>
        </a:defRPr>
      </a:lvl1pPr>
      <a:lvl2pPr marL="252000" indent="-72000" algn="l" defTabSz="914400" rtl="0" eaLnBrk="1" latinLnBrk="0" hangingPunct="1">
        <a:lnSpc>
          <a:spcPct val="100000"/>
        </a:lnSpc>
        <a:spcBef>
          <a:spcPts val="600"/>
        </a:spcBef>
        <a:spcAft>
          <a:spcPts val="600"/>
        </a:spcAft>
        <a:buFont typeface="Arial" pitchFamily="34" charset="0"/>
        <a:buChar char="•"/>
        <a:defRPr sz="950" kern="1200">
          <a:solidFill>
            <a:schemeClr val="tx1"/>
          </a:solidFill>
          <a:latin typeface="+mn-lt"/>
          <a:ea typeface="+mn-ea"/>
          <a:cs typeface="+mn-cs"/>
        </a:defRPr>
      </a:lvl2pPr>
      <a:lvl3pPr marL="432000" indent="-72000" algn="l" defTabSz="914400" rtl="0" eaLnBrk="1" latinLnBrk="0" hangingPunct="1">
        <a:lnSpc>
          <a:spcPct val="100000"/>
        </a:lnSpc>
        <a:spcBef>
          <a:spcPts val="100"/>
        </a:spcBef>
        <a:spcAft>
          <a:spcPts val="100"/>
        </a:spcAft>
        <a:buSzPct val="100000"/>
        <a:buFont typeface="Arial" pitchFamily="34" charset="0"/>
        <a:buChar char="•"/>
        <a:defRPr sz="850" kern="1200">
          <a:solidFill>
            <a:schemeClr val="tx1"/>
          </a:solidFill>
          <a:latin typeface="+mn-lt"/>
          <a:ea typeface="+mn-ea"/>
          <a:cs typeface="+mn-cs"/>
        </a:defRPr>
      </a:lvl3pPr>
      <a:lvl4pPr marL="612000" indent="-72000" algn="l" defTabSz="914400" rtl="0" eaLnBrk="1" latinLnBrk="0" hangingPunct="1">
        <a:lnSpc>
          <a:spcPct val="100000"/>
        </a:lnSpc>
        <a:spcBef>
          <a:spcPts val="100"/>
        </a:spcBef>
        <a:spcAft>
          <a:spcPts val="100"/>
        </a:spcAft>
        <a:buSzPct val="100000"/>
        <a:buFont typeface="Arial" pitchFamily="34" charset="0"/>
        <a:buChar char="•"/>
        <a:defRPr sz="750" kern="1200">
          <a:solidFill>
            <a:schemeClr val="tx1"/>
          </a:solidFill>
          <a:latin typeface="+mn-lt"/>
          <a:ea typeface="+mn-ea"/>
          <a:cs typeface="+mn-cs"/>
        </a:defRPr>
      </a:lvl4pPr>
      <a:lvl5pPr marL="828000" indent="-72000" algn="l" defTabSz="914400" rtl="0" eaLnBrk="1" latinLnBrk="0" hangingPunct="1">
        <a:lnSpc>
          <a:spcPct val="100000"/>
        </a:lnSpc>
        <a:spcBef>
          <a:spcPts val="100"/>
        </a:spcBef>
        <a:spcAft>
          <a:spcPts val="100"/>
        </a:spcAft>
        <a:buSzPct val="100000"/>
        <a:buFont typeface="Arial" pitchFamily="34" charset="0"/>
        <a:buChar char="•"/>
        <a:defRPr sz="7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6">
                <a:lumMod val="75000"/>
              </a:schemeClr>
            </a:gs>
            <a:gs pos="50000">
              <a:schemeClr val="accent1">
                <a:tint val="44500"/>
                <a:satMod val="160000"/>
              </a:schemeClr>
            </a:gs>
            <a:gs pos="100000">
              <a:schemeClr val="accent1">
                <a:tint val="23500"/>
                <a:satMod val="160000"/>
              </a:schemeClr>
            </a:gs>
          </a:gsLst>
          <a:lin ang="5400000" scaled="0"/>
          <a:tileRect/>
        </a:gradFill>
        <a:effectLst/>
      </p:bgPr>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bwMode="gray">
          <a:xfrm>
            <a:off x="359999" y="900000"/>
            <a:ext cx="8424000" cy="720000"/>
          </a:xfrm>
          <a:prstGeom prst="rect">
            <a:avLst/>
          </a:prstGeom>
        </p:spPr>
        <p:txBody>
          <a:bodyPr vert="horz" lIns="0" tIns="0" rIns="0" bIns="0" rtlCol="0" anchor="t" anchorCtr="0">
            <a:noAutofit/>
          </a:bodyPr>
          <a:lstStyle/>
          <a:p>
            <a:r>
              <a:rPr lang="fr-FR" noProof="0" dirty="0"/>
              <a:t>Titre</a:t>
            </a:r>
          </a:p>
        </p:txBody>
      </p:sp>
      <p:sp>
        <p:nvSpPr>
          <p:cNvPr id="3" name="Espace réservé du texte 2"/>
          <p:cNvSpPr>
            <a:spLocks noGrp="1"/>
          </p:cNvSpPr>
          <p:nvPr>
            <p:ph type="body" idx="1"/>
          </p:nvPr>
        </p:nvSpPr>
        <p:spPr bwMode="gray">
          <a:xfrm>
            <a:off x="359999" y="1836000"/>
            <a:ext cx="8424000" cy="2574000"/>
          </a:xfrm>
          <a:prstGeom prst="rect">
            <a:avLst/>
          </a:prstGeom>
        </p:spPr>
        <p:txBody>
          <a:bodyPr vert="horz" lIns="0" tIns="0" rIns="0" bIns="0" rtlCol="0" anchor="t" anchorCtr="0">
            <a:noAutofit/>
          </a:bodyPr>
          <a:lstStyle/>
          <a:p>
            <a:pPr lvl="0"/>
            <a:r>
              <a:rPr lang="fr-FR" noProof="0" dirty="0"/>
              <a:t>Texte de niveau 1</a:t>
            </a:r>
          </a:p>
          <a:p>
            <a:pPr lvl="1"/>
            <a:r>
              <a:rPr lang="fr-FR" noProof="0" dirty="0"/>
              <a:t>Texte de niveau 2</a:t>
            </a:r>
          </a:p>
          <a:p>
            <a:pPr lvl="2"/>
            <a:r>
              <a:rPr lang="fr-FR" noProof="0" dirty="0"/>
              <a:t>Texte de niveau 3</a:t>
            </a:r>
          </a:p>
          <a:p>
            <a:pPr lvl="3"/>
            <a:r>
              <a:rPr lang="fr-FR" noProof="0" dirty="0"/>
              <a:t>Texte de niveau 4</a:t>
            </a:r>
          </a:p>
          <a:p>
            <a:pPr lvl="4"/>
            <a:r>
              <a:rPr lang="fr-FR" noProof="0" dirty="0"/>
              <a:t>Texte de niveau 5</a:t>
            </a:r>
          </a:p>
        </p:txBody>
      </p:sp>
      <p:sp>
        <p:nvSpPr>
          <p:cNvPr id="15" name="Espace réservé de la date 1">
            <a:extLst>
              <a:ext uri="{FF2B5EF4-FFF2-40B4-BE49-F238E27FC236}">
                <a16:creationId xmlns:a16="http://schemas.microsoft.com/office/drawing/2014/main" id="{516EDC64-47E8-C044-91BA-F715A5EFFEFD}"/>
              </a:ext>
            </a:extLst>
          </p:cNvPr>
          <p:cNvSpPr>
            <a:spLocks noGrp="1"/>
          </p:cNvSpPr>
          <p:nvPr>
            <p:ph type="dt" sz="half" idx="2"/>
          </p:nvPr>
        </p:nvSpPr>
        <p:spPr bwMode="gray">
          <a:xfrm>
            <a:off x="6426336" y="4783500"/>
            <a:ext cx="1170000" cy="360000"/>
          </a:xfrm>
          <a:prstGeom prst="rect">
            <a:avLst/>
          </a:prstGeom>
        </p:spPr>
        <p:txBody>
          <a:bodyPr/>
          <a:lstStyle>
            <a:lvl1pPr>
              <a:defRPr sz="750"/>
            </a:lvl1pPr>
          </a:lstStyle>
          <a:p>
            <a:pPr algn="r"/>
            <a:fld id="{8A1DF097-7559-4E94-9B57-B932F2611400}" type="datetime1">
              <a:rPr lang="fr-FR" cap="all" smtClean="0"/>
              <a:pPr algn="r"/>
              <a:t>07/01/2025</a:t>
            </a:fld>
            <a:endParaRPr lang="fr-FR" cap="all" dirty="0"/>
          </a:p>
        </p:txBody>
      </p:sp>
      <p:sp>
        <p:nvSpPr>
          <p:cNvPr id="16" name="Espace réservé du numéro de diapositive 7">
            <a:extLst>
              <a:ext uri="{FF2B5EF4-FFF2-40B4-BE49-F238E27FC236}">
                <a16:creationId xmlns:a16="http://schemas.microsoft.com/office/drawing/2014/main" id="{C6D56E85-7DD2-5140-A94B-D4C7F30901C6}"/>
              </a:ext>
            </a:extLst>
          </p:cNvPr>
          <p:cNvSpPr>
            <a:spLocks noGrp="1"/>
          </p:cNvSpPr>
          <p:nvPr>
            <p:ph type="sldNum" sz="quarter" idx="4"/>
          </p:nvPr>
        </p:nvSpPr>
        <p:spPr bwMode="gray">
          <a:xfrm>
            <a:off x="7596336" y="4783500"/>
            <a:ext cx="1170000" cy="360000"/>
          </a:xfrm>
          <a:prstGeom prst="rect">
            <a:avLst/>
          </a:prstGeom>
        </p:spPr>
        <p:txBody>
          <a:bodyPr/>
          <a:lstStyle>
            <a:lvl1pPr algn="r">
              <a:defRPr sz="1600">
                <a:solidFill>
                  <a:srgbClr val="FF0000"/>
                </a:solidFill>
              </a:defRPr>
            </a:lvl1pPr>
          </a:lstStyle>
          <a:p>
            <a:fld id="{733122C9-A0B9-462F-8757-0847AD287B63}" type="slidenum">
              <a:rPr lang="fr-FR" smtClean="0"/>
              <a:pPr/>
              <a:t>‹N°›</a:t>
            </a:fld>
            <a:endParaRPr lang="fr-FR" dirty="0"/>
          </a:p>
        </p:txBody>
      </p:sp>
      <p:pic>
        <p:nvPicPr>
          <p:cNvPr id="4" name="Image 3"/>
          <p:cNvPicPr>
            <a:picLocks noChangeAspect="1"/>
          </p:cNvPicPr>
          <p:nvPr userDrawn="1"/>
        </p:nvPicPr>
        <p:blipFill>
          <a:blip r:embed="rId20">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2205834623"/>
      </p:ext>
    </p:extLst>
  </p:cSld>
  <p:clrMap bg1="lt1" tx1="dk1" bg2="lt2" tx2="dk2" accent1="accent1" accent2="accent2" accent3="accent3" accent4="accent4" accent5="accent5" accent6="accent6" hlink="hlink" folHlink="folHlink"/>
  <p:sldLayoutIdLst>
    <p:sldLayoutId id="2147483788" r:id="rId1"/>
    <p:sldLayoutId id="2147483789" r:id="rId2"/>
    <p:sldLayoutId id="2147483790" r:id="rId3"/>
    <p:sldLayoutId id="2147483791" r:id="rId4"/>
    <p:sldLayoutId id="2147483792" r:id="rId5"/>
    <p:sldLayoutId id="2147483793" r:id="rId6"/>
    <p:sldLayoutId id="2147483794" r:id="rId7"/>
    <p:sldLayoutId id="2147483795" r:id="rId8"/>
    <p:sldLayoutId id="2147483797" r:id="rId9"/>
    <p:sldLayoutId id="2147483798" r:id="rId10"/>
    <p:sldLayoutId id="2147483799" r:id="rId11"/>
    <p:sldLayoutId id="2147483801" r:id="rId12"/>
    <p:sldLayoutId id="2147483802" r:id="rId13"/>
    <p:sldLayoutId id="2147483803" r:id="rId14"/>
    <p:sldLayoutId id="2147483805" r:id="rId15"/>
    <p:sldLayoutId id="2147483806" r:id="rId16"/>
    <p:sldLayoutId id="2147483807" r:id="rId17"/>
    <p:sldLayoutId id="2147483808" r:id="rId18"/>
  </p:sldLayoutIdLst>
  <p:hf hdr="0"/>
  <p:txStyles>
    <p:titleStyle>
      <a:lvl1pPr algn="l" defTabSz="914400" rtl="0" eaLnBrk="1" latinLnBrk="0" hangingPunct="1">
        <a:lnSpc>
          <a:spcPct val="90000"/>
        </a:lnSpc>
        <a:spcBef>
          <a:spcPct val="0"/>
        </a:spcBef>
        <a:buNone/>
        <a:defRPr sz="2550" b="1" kern="1200">
          <a:solidFill>
            <a:srgbClr val="0C5076"/>
          </a:solidFill>
          <a:latin typeface="+mj-lt"/>
          <a:ea typeface="+mj-ea"/>
          <a:cs typeface="+mj-cs"/>
        </a:defRPr>
      </a:lvl1pPr>
    </p:titleStyle>
    <p:bodyStyle>
      <a:lvl1pPr marL="0" indent="0" algn="l" defTabSz="914400" rtl="0" eaLnBrk="1" latinLnBrk="0" hangingPunct="1">
        <a:lnSpc>
          <a:spcPct val="100000"/>
        </a:lnSpc>
        <a:spcBef>
          <a:spcPts val="0"/>
        </a:spcBef>
        <a:spcAft>
          <a:spcPts val="500"/>
        </a:spcAft>
        <a:buFont typeface="Arial" pitchFamily="34" charset="0"/>
        <a:buNone/>
        <a:defRPr sz="1050" b="0" kern="1200">
          <a:solidFill>
            <a:srgbClr val="0C5076"/>
          </a:solidFill>
          <a:latin typeface="+mn-lt"/>
          <a:ea typeface="+mn-ea"/>
          <a:cs typeface="+mn-cs"/>
        </a:defRPr>
      </a:lvl1pPr>
      <a:lvl2pPr marL="252000" indent="-72000" algn="l" defTabSz="914400" rtl="0" eaLnBrk="1" latinLnBrk="0" hangingPunct="1">
        <a:lnSpc>
          <a:spcPct val="100000"/>
        </a:lnSpc>
        <a:spcBef>
          <a:spcPts val="600"/>
        </a:spcBef>
        <a:spcAft>
          <a:spcPts val="600"/>
        </a:spcAft>
        <a:buFont typeface="Arial" pitchFamily="34" charset="0"/>
        <a:buChar char="•"/>
        <a:defRPr sz="950" kern="1200">
          <a:solidFill>
            <a:schemeClr val="tx1"/>
          </a:solidFill>
          <a:latin typeface="+mn-lt"/>
          <a:ea typeface="+mn-ea"/>
          <a:cs typeface="+mn-cs"/>
        </a:defRPr>
      </a:lvl2pPr>
      <a:lvl3pPr marL="432000" indent="-72000" algn="l" defTabSz="914400" rtl="0" eaLnBrk="1" latinLnBrk="0" hangingPunct="1">
        <a:lnSpc>
          <a:spcPct val="100000"/>
        </a:lnSpc>
        <a:spcBef>
          <a:spcPts val="100"/>
        </a:spcBef>
        <a:spcAft>
          <a:spcPts val="100"/>
        </a:spcAft>
        <a:buSzPct val="100000"/>
        <a:buFont typeface="Arial" pitchFamily="34" charset="0"/>
        <a:buChar char="•"/>
        <a:defRPr sz="850" kern="1200">
          <a:solidFill>
            <a:schemeClr val="tx1"/>
          </a:solidFill>
          <a:latin typeface="+mn-lt"/>
          <a:ea typeface="+mn-ea"/>
          <a:cs typeface="+mn-cs"/>
        </a:defRPr>
      </a:lvl3pPr>
      <a:lvl4pPr marL="612000" indent="-72000" algn="l" defTabSz="914400" rtl="0" eaLnBrk="1" latinLnBrk="0" hangingPunct="1">
        <a:lnSpc>
          <a:spcPct val="100000"/>
        </a:lnSpc>
        <a:spcBef>
          <a:spcPts val="100"/>
        </a:spcBef>
        <a:spcAft>
          <a:spcPts val="100"/>
        </a:spcAft>
        <a:buSzPct val="100000"/>
        <a:buFont typeface="Arial" pitchFamily="34" charset="0"/>
        <a:buChar char="•"/>
        <a:defRPr sz="750" kern="1200">
          <a:solidFill>
            <a:schemeClr val="tx1"/>
          </a:solidFill>
          <a:latin typeface="+mn-lt"/>
          <a:ea typeface="+mn-ea"/>
          <a:cs typeface="+mn-cs"/>
        </a:defRPr>
      </a:lvl4pPr>
      <a:lvl5pPr marL="828000" indent="-72000" algn="l" defTabSz="914400" rtl="0" eaLnBrk="1" latinLnBrk="0" hangingPunct="1">
        <a:lnSpc>
          <a:spcPct val="100000"/>
        </a:lnSpc>
        <a:spcBef>
          <a:spcPts val="100"/>
        </a:spcBef>
        <a:spcAft>
          <a:spcPts val="100"/>
        </a:spcAft>
        <a:buSzPct val="100000"/>
        <a:buFont typeface="Arial" pitchFamily="34" charset="0"/>
        <a:buChar char="•"/>
        <a:defRPr sz="7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bwMode="gray">
          <a:xfrm>
            <a:off x="359999" y="900000"/>
            <a:ext cx="8424000" cy="720000"/>
          </a:xfrm>
          <a:prstGeom prst="rect">
            <a:avLst/>
          </a:prstGeom>
        </p:spPr>
        <p:txBody>
          <a:bodyPr vert="horz" lIns="0" tIns="0" rIns="0" bIns="0" rtlCol="0" anchor="t" anchorCtr="0">
            <a:noAutofit/>
          </a:bodyPr>
          <a:lstStyle/>
          <a:p>
            <a:r>
              <a:rPr lang="fr-FR" noProof="0" dirty="0"/>
              <a:t>Titre</a:t>
            </a:r>
          </a:p>
        </p:txBody>
      </p:sp>
      <p:sp>
        <p:nvSpPr>
          <p:cNvPr id="3" name="Espace réservé du texte 2"/>
          <p:cNvSpPr>
            <a:spLocks noGrp="1"/>
          </p:cNvSpPr>
          <p:nvPr>
            <p:ph type="body" idx="1"/>
          </p:nvPr>
        </p:nvSpPr>
        <p:spPr bwMode="gray">
          <a:xfrm>
            <a:off x="359999" y="1836000"/>
            <a:ext cx="8424000" cy="2574000"/>
          </a:xfrm>
          <a:prstGeom prst="rect">
            <a:avLst/>
          </a:prstGeom>
        </p:spPr>
        <p:txBody>
          <a:bodyPr vert="horz" lIns="0" tIns="0" rIns="0" bIns="0" rtlCol="0" anchor="t" anchorCtr="0">
            <a:noAutofit/>
          </a:bodyPr>
          <a:lstStyle/>
          <a:p>
            <a:pPr lvl="0"/>
            <a:r>
              <a:rPr lang="fr-FR" noProof="0" dirty="0"/>
              <a:t>Texte de niveau 1</a:t>
            </a:r>
          </a:p>
          <a:p>
            <a:pPr lvl="1"/>
            <a:r>
              <a:rPr lang="fr-FR" noProof="0" dirty="0"/>
              <a:t>Texte de niveau 2</a:t>
            </a:r>
          </a:p>
          <a:p>
            <a:pPr lvl="2"/>
            <a:r>
              <a:rPr lang="fr-FR" noProof="0" dirty="0"/>
              <a:t>Texte de niveau 3</a:t>
            </a:r>
          </a:p>
          <a:p>
            <a:pPr lvl="3"/>
            <a:r>
              <a:rPr lang="fr-FR" noProof="0" dirty="0"/>
              <a:t>Texte de niveau 4</a:t>
            </a:r>
          </a:p>
          <a:p>
            <a:pPr lvl="4"/>
            <a:r>
              <a:rPr lang="fr-FR" noProof="0" dirty="0"/>
              <a:t>Texte de niveau 5</a:t>
            </a:r>
          </a:p>
        </p:txBody>
      </p:sp>
      <p:sp>
        <p:nvSpPr>
          <p:cNvPr id="15" name="Espace réservé de la date 1">
            <a:extLst>
              <a:ext uri="{FF2B5EF4-FFF2-40B4-BE49-F238E27FC236}">
                <a16:creationId xmlns:a16="http://schemas.microsoft.com/office/drawing/2014/main" id="{516EDC64-47E8-C044-91BA-F715A5EFFEFD}"/>
              </a:ext>
            </a:extLst>
          </p:cNvPr>
          <p:cNvSpPr>
            <a:spLocks noGrp="1"/>
          </p:cNvSpPr>
          <p:nvPr>
            <p:ph type="dt" sz="half" idx="2"/>
          </p:nvPr>
        </p:nvSpPr>
        <p:spPr bwMode="gray">
          <a:xfrm>
            <a:off x="6426336" y="4783500"/>
            <a:ext cx="1170000" cy="360000"/>
          </a:xfrm>
          <a:prstGeom prst="rect">
            <a:avLst/>
          </a:prstGeom>
        </p:spPr>
        <p:txBody>
          <a:bodyPr/>
          <a:lstStyle>
            <a:lvl1pPr>
              <a:defRPr sz="750"/>
            </a:lvl1pPr>
          </a:lstStyle>
          <a:p>
            <a:pPr algn="r"/>
            <a:fld id="{8A1DF097-7559-4E94-9B57-B932F2611400}" type="datetime1">
              <a:rPr lang="fr-FR" cap="all" smtClean="0"/>
              <a:pPr algn="r"/>
              <a:t>07/01/2025</a:t>
            </a:fld>
            <a:endParaRPr lang="fr-FR" cap="all" dirty="0"/>
          </a:p>
        </p:txBody>
      </p:sp>
      <p:sp>
        <p:nvSpPr>
          <p:cNvPr id="16" name="Espace réservé du numéro de diapositive 7">
            <a:extLst>
              <a:ext uri="{FF2B5EF4-FFF2-40B4-BE49-F238E27FC236}">
                <a16:creationId xmlns:a16="http://schemas.microsoft.com/office/drawing/2014/main" id="{C6D56E85-7DD2-5140-A94B-D4C7F30901C6}"/>
              </a:ext>
            </a:extLst>
          </p:cNvPr>
          <p:cNvSpPr>
            <a:spLocks noGrp="1"/>
          </p:cNvSpPr>
          <p:nvPr>
            <p:ph type="sldNum" sz="quarter" idx="4"/>
          </p:nvPr>
        </p:nvSpPr>
        <p:spPr bwMode="gray">
          <a:xfrm>
            <a:off x="7596336" y="4783500"/>
            <a:ext cx="1170000" cy="360000"/>
          </a:xfrm>
          <a:prstGeom prst="rect">
            <a:avLst/>
          </a:prstGeom>
        </p:spPr>
        <p:txBody>
          <a:bodyPr/>
          <a:lstStyle>
            <a:lvl1pPr algn="r">
              <a:defRPr sz="1600">
                <a:solidFill>
                  <a:srgbClr val="FF0000"/>
                </a:solidFill>
              </a:defRPr>
            </a:lvl1pPr>
          </a:lstStyle>
          <a:p>
            <a:fld id="{733122C9-A0B9-462F-8757-0847AD287B63}" type="slidenum">
              <a:rPr lang="fr-FR" smtClean="0"/>
              <a:pPr/>
              <a:t>‹N°›</a:t>
            </a:fld>
            <a:endParaRPr lang="fr-FR" dirty="0"/>
          </a:p>
        </p:txBody>
      </p:sp>
      <p:pic>
        <p:nvPicPr>
          <p:cNvPr id="4" name="Image 3"/>
          <p:cNvPicPr>
            <a:picLocks noChangeAspect="1"/>
          </p:cNvPicPr>
          <p:nvPr userDrawn="1"/>
        </p:nvPicPr>
        <p:blipFill>
          <a:blip r:embed="rId20">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3554772427"/>
      </p:ext>
    </p:extLst>
  </p:cSld>
  <p:clrMap bg1="lt1" tx1="dk1" bg2="lt2" tx2="dk2" accent1="accent1" accent2="accent2" accent3="accent3" accent4="accent4" accent5="accent5" accent6="accent6" hlink="hlink" folHlink="folHlink"/>
  <p:sldLayoutIdLst>
    <p:sldLayoutId id="2147483810" r:id="rId1"/>
    <p:sldLayoutId id="2147483811" r:id="rId2"/>
    <p:sldLayoutId id="2147483812" r:id="rId3"/>
    <p:sldLayoutId id="2147483813" r:id="rId4"/>
    <p:sldLayoutId id="2147483814" r:id="rId5"/>
    <p:sldLayoutId id="2147483815" r:id="rId6"/>
    <p:sldLayoutId id="2147483816" r:id="rId7"/>
    <p:sldLayoutId id="2147483817" r:id="rId8"/>
    <p:sldLayoutId id="2147483819" r:id="rId9"/>
    <p:sldLayoutId id="2147483820" r:id="rId10"/>
    <p:sldLayoutId id="2147483821" r:id="rId11"/>
    <p:sldLayoutId id="2147483823" r:id="rId12"/>
    <p:sldLayoutId id="2147483824" r:id="rId13"/>
    <p:sldLayoutId id="2147483825" r:id="rId14"/>
    <p:sldLayoutId id="2147483827" r:id="rId15"/>
    <p:sldLayoutId id="2147483828" r:id="rId16"/>
    <p:sldLayoutId id="2147483829" r:id="rId17"/>
    <p:sldLayoutId id="2147483830" r:id="rId18"/>
  </p:sldLayoutIdLst>
  <p:hf hdr="0"/>
  <p:txStyles>
    <p:titleStyle>
      <a:lvl1pPr algn="l" defTabSz="914400" rtl="0" eaLnBrk="1" latinLnBrk="0" hangingPunct="1">
        <a:lnSpc>
          <a:spcPct val="90000"/>
        </a:lnSpc>
        <a:spcBef>
          <a:spcPct val="0"/>
        </a:spcBef>
        <a:buNone/>
        <a:defRPr sz="2550" b="1" kern="1200">
          <a:solidFill>
            <a:srgbClr val="0C5076"/>
          </a:solidFill>
          <a:latin typeface="+mj-lt"/>
          <a:ea typeface="+mj-ea"/>
          <a:cs typeface="+mj-cs"/>
        </a:defRPr>
      </a:lvl1pPr>
    </p:titleStyle>
    <p:bodyStyle>
      <a:lvl1pPr marL="0" indent="0" algn="l" defTabSz="914400" rtl="0" eaLnBrk="1" latinLnBrk="0" hangingPunct="1">
        <a:lnSpc>
          <a:spcPct val="100000"/>
        </a:lnSpc>
        <a:spcBef>
          <a:spcPts val="0"/>
        </a:spcBef>
        <a:spcAft>
          <a:spcPts val="500"/>
        </a:spcAft>
        <a:buFont typeface="Arial" pitchFamily="34" charset="0"/>
        <a:buNone/>
        <a:defRPr sz="1050" b="0" kern="1200">
          <a:solidFill>
            <a:srgbClr val="0C5076"/>
          </a:solidFill>
          <a:latin typeface="+mn-lt"/>
          <a:ea typeface="+mn-ea"/>
          <a:cs typeface="+mn-cs"/>
        </a:defRPr>
      </a:lvl1pPr>
      <a:lvl2pPr marL="252000" indent="-72000" algn="l" defTabSz="914400" rtl="0" eaLnBrk="1" latinLnBrk="0" hangingPunct="1">
        <a:lnSpc>
          <a:spcPct val="100000"/>
        </a:lnSpc>
        <a:spcBef>
          <a:spcPts val="600"/>
        </a:spcBef>
        <a:spcAft>
          <a:spcPts val="600"/>
        </a:spcAft>
        <a:buFont typeface="Arial" pitchFamily="34" charset="0"/>
        <a:buChar char="•"/>
        <a:defRPr sz="950" kern="1200">
          <a:solidFill>
            <a:schemeClr val="tx1"/>
          </a:solidFill>
          <a:latin typeface="+mn-lt"/>
          <a:ea typeface="+mn-ea"/>
          <a:cs typeface="+mn-cs"/>
        </a:defRPr>
      </a:lvl2pPr>
      <a:lvl3pPr marL="432000" indent="-72000" algn="l" defTabSz="914400" rtl="0" eaLnBrk="1" latinLnBrk="0" hangingPunct="1">
        <a:lnSpc>
          <a:spcPct val="100000"/>
        </a:lnSpc>
        <a:spcBef>
          <a:spcPts val="100"/>
        </a:spcBef>
        <a:spcAft>
          <a:spcPts val="100"/>
        </a:spcAft>
        <a:buSzPct val="100000"/>
        <a:buFont typeface="Arial" pitchFamily="34" charset="0"/>
        <a:buChar char="•"/>
        <a:defRPr sz="850" kern="1200">
          <a:solidFill>
            <a:schemeClr val="tx1"/>
          </a:solidFill>
          <a:latin typeface="+mn-lt"/>
          <a:ea typeface="+mn-ea"/>
          <a:cs typeface="+mn-cs"/>
        </a:defRPr>
      </a:lvl3pPr>
      <a:lvl4pPr marL="612000" indent="-72000" algn="l" defTabSz="914400" rtl="0" eaLnBrk="1" latinLnBrk="0" hangingPunct="1">
        <a:lnSpc>
          <a:spcPct val="100000"/>
        </a:lnSpc>
        <a:spcBef>
          <a:spcPts val="100"/>
        </a:spcBef>
        <a:spcAft>
          <a:spcPts val="100"/>
        </a:spcAft>
        <a:buSzPct val="100000"/>
        <a:buFont typeface="Arial" pitchFamily="34" charset="0"/>
        <a:buChar char="•"/>
        <a:defRPr sz="750" kern="1200">
          <a:solidFill>
            <a:schemeClr val="tx1"/>
          </a:solidFill>
          <a:latin typeface="+mn-lt"/>
          <a:ea typeface="+mn-ea"/>
          <a:cs typeface="+mn-cs"/>
        </a:defRPr>
      </a:lvl4pPr>
      <a:lvl5pPr marL="828000" indent="-72000" algn="l" defTabSz="914400" rtl="0" eaLnBrk="1" latinLnBrk="0" hangingPunct="1">
        <a:lnSpc>
          <a:spcPct val="100000"/>
        </a:lnSpc>
        <a:spcBef>
          <a:spcPts val="100"/>
        </a:spcBef>
        <a:spcAft>
          <a:spcPts val="100"/>
        </a:spcAft>
        <a:buSzPct val="100000"/>
        <a:buFont typeface="Arial" pitchFamily="34" charset="0"/>
        <a:buChar char="•"/>
        <a:defRPr sz="7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46.xml"/><Relationship Id="rId4" Type="http://schemas.openxmlformats.org/officeDocument/2006/relationships/image" Target="../media/image8.jpe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6.xml"/></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0.xml"/></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6.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6.xml"/></Relationships>
</file>

<file path=ppt/slides/_rels/slide7.xml.rels><?xml version="1.0" encoding="UTF-8" standalone="yes"?>
<Relationships xmlns="http://schemas.openxmlformats.org/package/2006/relationships"><Relationship Id="rId3" Type="http://schemas.openxmlformats.org/officeDocument/2006/relationships/hyperlink" Target="https://monprojetsup.fr/" TargetMode="External"/><Relationship Id="rId2" Type="http://schemas.openxmlformats.org/officeDocument/2006/relationships/hyperlink" Target="https://www.onisep.fr/avenir-s/pour-les-eleves" TargetMode="External"/><Relationship Id="rId1" Type="http://schemas.openxmlformats.org/officeDocument/2006/relationships/slideLayout" Target="../slideLayouts/slideLayout49.xml"/><Relationship Id="rId5" Type="http://schemas.openxmlformats.org/officeDocument/2006/relationships/image" Target="../media/image15.png"/><Relationship Id="rId4" Type="http://schemas.openxmlformats.org/officeDocument/2006/relationships/hyperlink" Target="https://services.dgesip.fr/T454/S743/ressources"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6.xml"/><Relationship Id="rId5" Type="http://schemas.openxmlformats.org/officeDocument/2006/relationships/hyperlink" Target="https://www.parcoursup.gouv.fr/" TargetMode="External"/><Relationship Id="rId4" Type="http://schemas.openxmlformats.org/officeDocument/2006/relationships/hyperlink" Target="https://avenirs.onisep.fr/"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9.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dossier.parcoursup.fr/Candidat/carte" TargetMode="External"/><Relationship Id="rId1" Type="http://schemas.openxmlformats.org/officeDocument/2006/relationships/slideLayout" Target="../slideLayouts/slideLayout62.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62.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xml"/><Relationship Id="rId1" Type="http://schemas.openxmlformats.org/officeDocument/2006/relationships/slideLayout" Target="../slideLayouts/slideLayout49.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62.xml"/></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6.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0.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62.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9.png"/><Relationship Id="rId1" Type="http://schemas.openxmlformats.org/officeDocument/2006/relationships/slideLayout" Target="../slideLayouts/slideLayout50.xml"/><Relationship Id="rId5" Type="http://schemas.openxmlformats.org/officeDocument/2006/relationships/hyperlink" Target="https://pixabay.com/nl/aandacht-waarschuwing-uitroepteken-148478/" TargetMode="External"/><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2.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xml"/><Relationship Id="rId1" Type="http://schemas.openxmlformats.org/officeDocument/2006/relationships/slideLayout" Target="../slideLayouts/slideLayout62.xml"/></Relationships>
</file>

<file path=ppt/slides/_rels/slide2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xml"/><Relationship Id="rId1" Type="http://schemas.openxmlformats.org/officeDocument/2006/relationships/slideLayout" Target="../slideLayouts/slideLayout62.xml"/></Relationships>
</file>

<file path=ppt/slides/_rels/slide2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8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0.xml"/></Relationships>
</file>

<file path=ppt/slides/_rels/slide2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80.xml"/></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80.xml"/></Relationships>
</file>

<file path=ppt/slides/_rels/slide2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62.xml"/></Relationships>
</file>

<file path=ppt/slides/_rels/slide30.xml.rels><?xml version="1.0" encoding="UTF-8" standalone="yes"?>
<Relationships xmlns="http://schemas.openxmlformats.org/package/2006/relationships"><Relationship Id="rId3" Type="http://schemas.openxmlformats.org/officeDocument/2006/relationships/image" Target="../media/image40.webp"/><Relationship Id="rId2" Type="http://schemas.openxmlformats.org/officeDocument/2006/relationships/notesSlide" Target="../notesSlides/notesSlide5.xml"/><Relationship Id="rId1" Type="http://schemas.openxmlformats.org/officeDocument/2006/relationships/slideLayout" Target="../slideLayouts/slideLayout8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0.xml"/></Relationships>
</file>

<file path=ppt/slides/_rels/slide3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80.xml"/></Relationships>
</file>

<file path=ppt/slides/_rels/slide3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80.xml"/></Relationships>
</file>

<file path=ppt/slides/_rels/slide3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68.xml"/></Relationships>
</file>

<file path=ppt/slides/_rels/slide3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68.xml"/></Relationships>
</file>

<file path=ppt/slides/_rels/slide3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jpeg"/><Relationship Id="rId1" Type="http://schemas.openxmlformats.org/officeDocument/2006/relationships/slideLayout" Target="../slideLayouts/slideLayout68.xml"/></Relationships>
</file>

<file path=ppt/slides/_rels/slide3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68.xml"/></Relationships>
</file>

<file path=ppt/slides/_rels/slide3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68.xml"/></Relationships>
</file>

<file path=ppt/slides/_rels/slide3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6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4.xml"/></Relationships>
</file>

<file path=ppt/slides/_rels/slide4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7.xml"/><Relationship Id="rId1" Type="http://schemas.openxmlformats.org/officeDocument/2006/relationships/slideLayout" Target="../slideLayouts/slideLayout64.xml"/><Relationship Id="rId4" Type="http://schemas.openxmlformats.org/officeDocument/2006/relationships/hyperlink" Target="https://livee.com/event/onisep-chat/french/s_810891" TargetMode="External"/></Relationships>
</file>

<file path=ppt/slides/_rels/slide4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8.xml"/><Relationship Id="rId1" Type="http://schemas.openxmlformats.org/officeDocument/2006/relationships/slideLayout" Target="../slideLayouts/slideLayout64.xml"/><Relationship Id="rId4" Type="http://schemas.openxmlformats.org/officeDocument/2006/relationships/image" Target="../media/image53.png"/></Relationships>
</file>

<file path=ppt/slides/_rels/slide4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6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9A0CAD-1C44-166E-4568-1115F2867504}"/>
              </a:ext>
            </a:extLst>
          </p:cNvPr>
          <p:cNvSpPr>
            <a:spLocks noGrp="1"/>
          </p:cNvSpPr>
          <p:nvPr>
            <p:ph type="title"/>
          </p:nvPr>
        </p:nvSpPr>
        <p:spPr/>
        <p:txBody>
          <a:bodyPr/>
          <a:lstStyle/>
          <a:p>
            <a:endParaRPr lang="fr-FR"/>
          </a:p>
        </p:txBody>
      </p:sp>
      <p:pic>
        <p:nvPicPr>
          <p:cNvPr id="10" name="Image 9">
            <a:extLst>
              <a:ext uri="{FF2B5EF4-FFF2-40B4-BE49-F238E27FC236}">
                <a16:creationId xmlns:a16="http://schemas.microsoft.com/office/drawing/2014/main" id="{B63F3A84-E016-B2D3-5CBB-1E554471639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3615" y="0"/>
            <a:ext cx="4208745" cy="2349883"/>
          </a:xfrm>
          <a:prstGeom prst="rect">
            <a:avLst/>
          </a:prstGeom>
        </p:spPr>
      </p:pic>
      <p:pic>
        <p:nvPicPr>
          <p:cNvPr id="16" name="Image 15">
            <a:extLst>
              <a:ext uri="{FF2B5EF4-FFF2-40B4-BE49-F238E27FC236}">
                <a16:creationId xmlns:a16="http://schemas.microsoft.com/office/drawing/2014/main" id="{37CCF051-FA29-3990-35C3-9CA663E181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5758" y="2273378"/>
            <a:ext cx="3319880" cy="2677461"/>
          </a:xfrm>
          <a:prstGeom prst="rect">
            <a:avLst/>
          </a:prstGeom>
        </p:spPr>
      </p:pic>
      <p:pic>
        <p:nvPicPr>
          <p:cNvPr id="18" name="Image 17">
            <a:extLst>
              <a:ext uri="{FF2B5EF4-FFF2-40B4-BE49-F238E27FC236}">
                <a16:creationId xmlns:a16="http://schemas.microsoft.com/office/drawing/2014/main" id="{F3ADEC41-0374-DB91-E6ED-56B61B82E64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00265" y="773365"/>
            <a:ext cx="4007977" cy="3596770"/>
          </a:xfrm>
          <a:prstGeom prst="rect">
            <a:avLst/>
          </a:prstGeom>
        </p:spPr>
      </p:pic>
    </p:spTree>
    <p:extLst>
      <p:ext uri="{BB962C8B-B14F-4D97-AF65-F5344CB8AC3E}">
        <p14:creationId xmlns:p14="http://schemas.microsoft.com/office/powerpoint/2010/main" val="3735733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e la date 6"/>
          <p:cNvSpPr>
            <a:spLocks noGrp="1"/>
          </p:cNvSpPr>
          <p:nvPr>
            <p:ph type="dt" sz="half" idx="10"/>
          </p:nvPr>
        </p:nvSpPr>
        <p:spPr/>
        <p:txBody>
          <a:bodyPr/>
          <a:lstStyle/>
          <a:p>
            <a:fld id="{5EC3D008-DD61-4C4F-93BD-9E371E593F35}" type="datetime1">
              <a:rPr lang="fr-FR" smtClean="0"/>
              <a:pPr/>
              <a:t>07/01/2025</a:t>
            </a:fld>
            <a:endParaRPr lang="fr-FR" dirty="0"/>
          </a:p>
        </p:txBody>
      </p:sp>
      <p:sp>
        <p:nvSpPr>
          <p:cNvPr id="9" name="Espace réservé du numéro de diapositive 8"/>
          <p:cNvSpPr>
            <a:spLocks noGrp="1"/>
          </p:cNvSpPr>
          <p:nvPr>
            <p:ph type="sldNum" sz="quarter" idx="12"/>
          </p:nvPr>
        </p:nvSpPr>
        <p:spPr/>
        <p:txBody>
          <a:bodyPr/>
          <a:lstStyle/>
          <a:p>
            <a:fld id="{10C140CD-8AED-46FF-A9A2-77308F3F39AE}" type="slidenum">
              <a:rPr lang="fr-FR" smtClean="0"/>
              <a:pPr/>
              <a:t>2</a:t>
            </a:fld>
            <a:endParaRPr lang="fr-FR" dirty="0"/>
          </a:p>
        </p:txBody>
      </p:sp>
      <p:sp>
        <p:nvSpPr>
          <p:cNvPr id="6" name="Titre 5"/>
          <p:cNvSpPr>
            <a:spLocks noGrp="1"/>
          </p:cNvSpPr>
          <p:nvPr>
            <p:ph type="title"/>
          </p:nvPr>
        </p:nvSpPr>
        <p:spPr/>
        <p:txBody>
          <a:bodyPr/>
          <a:lstStyle/>
          <a:p>
            <a:r>
              <a:rPr lang="fr-FR" dirty="0"/>
              <a:t>w</a:t>
            </a:r>
          </a:p>
        </p:txBody>
      </p:sp>
      <p:pic>
        <p:nvPicPr>
          <p:cNvPr id="3" name="Image 2">
            <a:extLst>
              <a:ext uri="{FF2B5EF4-FFF2-40B4-BE49-F238E27FC236}">
                <a16:creationId xmlns:a16="http://schemas.microsoft.com/office/drawing/2014/main" id="{CE46AF74-B392-5CD9-5DDC-7B515F7226D1}"/>
              </a:ext>
            </a:extLst>
          </p:cNvPr>
          <p:cNvPicPr>
            <a:picLocks noChangeAspect="1"/>
          </p:cNvPicPr>
          <p:nvPr/>
        </p:nvPicPr>
        <p:blipFill>
          <a:blip r:embed="rId2"/>
          <a:stretch>
            <a:fillRect/>
          </a:stretch>
        </p:blipFill>
        <p:spPr>
          <a:xfrm>
            <a:off x="90000" y="3456210"/>
            <a:ext cx="5346655" cy="1597290"/>
          </a:xfrm>
          <a:prstGeom prst="rect">
            <a:avLst/>
          </a:prstGeom>
        </p:spPr>
      </p:pic>
      <p:sp>
        <p:nvSpPr>
          <p:cNvPr id="5" name="ZoneTexte 4">
            <a:extLst>
              <a:ext uri="{FF2B5EF4-FFF2-40B4-BE49-F238E27FC236}">
                <a16:creationId xmlns:a16="http://schemas.microsoft.com/office/drawing/2014/main" id="{690EE075-A5CD-B29B-82F0-CD80DEF954BF}"/>
              </a:ext>
            </a:extLst>
          </p:cNvPr>
          <p:cNvSpPr txBox="1"/>
          <p:nvPr/>
        </p:nvSpPr>
        <p:spPr>
          <a:xfrm>
            <a:off x="175098" y="3576172"/>
            <a:ext cx="5126476" cy="1415772"/>
          </a:xfrm>
          <a:prstGeom prst="rect">
            <a:avLst/>
          </a:prstGeom>
          <a:noFill/>
        </p:spPr>
        <p:txBody>
          <a:bodyPr wrap="square">
            <a:spAutoFit/>
          </a:bodyPr>
          <a:lstStyle/>
          <a:p>
            <a:pPr algn="just"/>
            <a:r>
              <a:rPr lang="fr-FR" b="1" dirty="0">
                <a:solidFill>
                  <a:srgbClr val="002060"/>
                </a:solidFill>
                <a:latin typeface="Arial" panose="020B0604020202020204" pitchFamily="34" charset="0"/>
                <a:cs typeface="Arial" panose="020B0604020202020204" pitchFamily="34" charset="0"/>
              </a:rPr>
              <a:t>Séverine SIEGEL</a:t>
            </a:r>
          </a:p>
          <a:p>
            <a:pPr algn="just"/>
            <a:r>
              <a:rPr lang="fr-FR" b="1" dirty="0">
                <a:solidFill>
                  <a:srgbClr val="002060"/>
                </a:solidFill>
                <a:latin typeface="Arial" panose="020B0604020202020204" pitchFamily="34" charset="0"/>
                <a:cs typeface="Arial" panose="020B0604020202020204" pitchFamily="34" charset="0"/>
              </a:rPr>
              <a:t>Blanche TOULEMONDE</a:t>
            </a:r>
          </a:p>
          <a:p>
            <a:pPr algn="just"/>
            <a:r>
              <a:rPr lang="fr-FR" dirty="0">
                <a:solidFill>
                  <a:srgbClr val="002060"/>
                </a:solidFill>
                <a:latin typeface="Arial" panose="020B0604020202020204" pitchFamily="34" charset="0"/>
                <a:cs typeface="Arial" panose="020B0604020202020204" pitchFamily="34" charset="0"/>
              </a:rPr>
              <a:t>Psychologues de l’Education Nationale</a:t>
            </a:r>
          </a:p>
          <a:p>
            <a:r>
              <a:rPr lang="fr-FR" sz="1600" i="1" dirty="0">
                <a:solidFill>
                  <a:srgbClr val="002060"/>
                </a:solidFill>
                <a:latin typeface="Arial" panose="020B0604020202020204" pitchFamily="34" charset="0"/>
                <a:cs typeface="Arial" panose="020B0604020202020204" pitchFamily="34" charset="0"/>
              </a:rPr>
              <a:t>Education, Développement et Conseil en Orientation</a:t>
            </a:r>
          </a:p>
          <a:p>
            <a:r>
              <a:rPr lang="fr-FR" sz="1600" i="1" dirty="0">
                <a:solidFill>
                  <a:srgbClr val="002060"/>
                </a:solidFill>
                <a:latin typeface="Arial" panose="020B0604020202020204" pitchFamily="34" charset="0"/>
                <a:cs typeface="Arial" panose="020B0604020202020204" pitchFamily="34" charset="0"/>
              </a:rPr>
              <a:t>CIO de Nantes</a:t>
            </a:r>
          </a:p>
        </p:txBody>
      </p:sp>
      <p:pic>
        <p:nvPicPr>
          <p:cNvPr id="8" name="Image 7">
            <a:extLst>
              <a:ext uri="{FF2B5EF4-FFF2-40B4-BE49-F238E27FC236}">
                <a16:creationId xmlns:a16="http://schemas.microsoft.com/office/drawing/2014/main" id="{39CB7133-A5A1-EF88-E22C-908ED313BEBB}"/>
              </a:ext>
            </a:extLst>
          </p:cNvPr>
          <p:cNvPicPr>
            <a:picLocks noChangeAspect="1"/>
          </p:cNvPicPr>
          <p:nvPr/>
        </p:nvPicPr>
        <p:blipFill>
          <a:blip r:embed="rId3"/>
          <a:stretch>
            <a:fillRect/>
          </a:stretch>
        </p:blipFill>
        <p:spPr>
          <a:xfrm>
            <a:off x="1819874" y="0"/>
            <a:ext cx="2066906" cy="1076677"/>
          </a:xfrm>
          <a:prstGeom prst="rect">
            <a:avLst/>
          </a:prstGeom>
        </p:spPr>
      </p:pic>
    </p:spTree>
    <p:extLst>
      <p:ext uri="{BB962C8B-B14F-4D97-AF65-F5344CB8AC3E}">
        <p14:creationId xmlns:p14="http://schemas.microsoft.com/office/powerpoint/2010/main" val="6242969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EB9B07E-098C-4C3A-AE5C-085271DE05E2}"/>
              </a:ext>
            </a:extLst>
          </p:cNvPr>
          <p:cNvSpPr>
            <a:spLocks noGrp="1"/>
          </p:cNvSpPr>
          <p:nvPr>
            <p:ph type="title"/>
          </p:nvPr>
        </p:nvSpPr>
        <p:spPr/>
        <p:txBody>
          <a:bodyPr/>
          <a:lstStyle/>
          <a:p>
            <a:endParaRPr lang="fr-FR"/>
          </a:p>
        </p:txBody>
      </p:sp>
      <p:sp>
        <p:nvSpPr>
          <p:cNvPr id="4" name="Espace réservé du numéro de diapositive 3">
            <a:extLst>
              <a:ext uri="{FF2B5EF4-FFF2-40B4-BE49-F238E27FC236}">
                <a16:creationId xmlns:a16="http://schemas.microsoft.com/office/drawing/2014/main" id="{E684FAF4-C9FC-4722-9BFB-2631D2794E13}"/>
              </a:ext>
            </a:extLst>
          </p:cNvPr>
          <p:cNvSpPr>
            <a:spLocks noGrp="1"/>
          </p:cNvSpPr>
          <p:nvPr>
            <p:ph type="sldNum" sz="quarter" idx="12"/>
          </p:nvPr>
        </p:nvSpPr>
        <p:spPr/>
        <p:txBody>
          <a:bodyPr/>
          <a:lstStyle/>
          <a:p>
            <a:fld id="{733122C9-A0B9-462F-8757-0847AD287B63}" type="slidenum">
              <a:rPr lang="fr-FR" smtClean="0"/>
              <a:pPr/>
              <a:t>3</a:t>
            </a:fld>
            <a:endParaRPr lang="fr-FR" dirty="0"/>
          </a:p>
        </p:txBody>
      </p:sp>
      <p:sp>
        <p:nvSpPr>
          <p:cNvPr id="5" name="Espace réservé du texte 4">
            <a:extLst>
              <a:ext uri="{FF2B5EF4-FFF2-40B4-BE49-F238E27FC236}">
                <a16:creationId xmlns:a16="http://schemas.microsoft.com/office/drawing/2014/main" id="{24C34BC9-1BEE-44DC-ADDE-9755B53443C8}"/>
              </a:ext>
            </a:extLst>
          </p:cNvPr>
          <p:cNvSpPr>
            <a:spLocks noGrp="1"/>
          </p:cNvSpPr>
          <p:nvPr>
            <p:ph type="body" sz="quarter" idx="13"/>
          </p:nvPr>
        </p:nvSpPr>
        <p:spPr/>
        <p:txBody>
          <a:bodyPr/>
          <a:lstStyle/>
          <a:p>
            <a:endParaRPr lang="fr-FR"/>
          </a:p>
        </p:txBody>
      </p:sp>
      <p:pic>
        <p:nvPicPr>
          <p:cNvPr id="6" name="Image 5">
            <a:extLst>
              <a:ext uri="{FF2B5EF4-FFF2-40B4-BE49-F238E27FC236}">
                <a16:creationId xmlns:a16="http://schemas.microsoft.com/office/drawing/2014/main" id="{DEBE86C4-E2BD-46B4-BA90-2AA70A3C4C87}"/>
              </a:ext>
            </a:extLst>
          </p:cNvPr>
          <p:cNvPicPr>
            <a:picLocks noChangeAspect="1"/>
          </p:cNvPicPr>
          <p:nvPr/>
        </p:nvPicPr>
        <p:blipFill>
          <a:blip r:embed="rId2"/>
          <a:stretch>
            <a:fillRect/>
          </a:stretch>
        </p:blipFill>
        <p:spPr>
          <a:xfrm>
            <a:off x="0" y="41860"/>
            <a:ext cx="9144000" cy="4741640"/>
          </a:xfrm>
          <a:prstGeom prst="rect">
            <a:avLst/>
          </a:prstGeom>
        </p:spPr>
      </p:pic>
    </p:spTree>
    <p:extLst>
      <p:ext uri="{BB962C8B-B14F-4D97-AF65-F5344CB8AC3E}">
        <p14:creationId xmlns:p14="http://schemas.microsoft.com/office/powerpoint/2010/main" val="971131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42726C-76A3-45BB-9E3B-0F2EB6320166}" type="datetime1">
              <a:rPr kumimoji="0" lang="fr-FR" sz="750" b="0" i="0" u="none" strike="noStrike" kern="1200" cap="all" spc="0" normalizeH="0" baseline="0" noProof="0" smtClean="0">
                <a:ln>
                  <a:noFill/>
                </a:ln>
                <a:solidFill>
                  <a:srgbClr val="000091"/>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07/01/2025</a:t>
            </a:fld>
            <a:endParaRPr kumimoji="0" lang="fr-FR" sz="750" b="0" i="0" u="none" strike="noStrike" kern="1200" cap="all" spc="0" normalizeH="0" baseline="0" noProof="0" dirty="0">
              <a:ln>
                <a:noFill/>
              </a:ln>
              <a:solidFill>
                <a:srgbClr val="000091"/>
              </a:solidFill>
              <a:effectLst/>
              <a:uLnTx/>
              <a:uFillTx/>
              <a:latin typeface="Arial"/>
              <a:ea typeface="+mn-ea"/>
              <a:cs typeface="+mn-cs"/>
            </a:endParaRPr>
          </a:p>
        </p:txBody>
      </p:sp>
      <p:sp>
        <p:nvSpPr>
          <p:cNvPr id="3" name="Espace réservé du numéro de diapositive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3122C9-A0B9-462F-8757-0847AD287B63}" type="slidenum">
              <a:rPr kumimoji="0" lang="fr-FR" sz="1400" b="0" i="0" u="none" strike="noStrike" kern="1200" cap="none" spc="0" normalizeH="0" baseline="0" noProof="0" smtClean="0">
                <a:ln>
                  <a:noFill/>
                </a:ln>
                <a:solidFill>
                  <a:srgbClr val="FF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fr-FR" sz="1400" b="0" i="0" u="none" strike="noStrike" kern="1200" cap="none" spc="0" normalizeH="0" baseline="0" noProof="0" dirty="0">
              <a:ln>
                <a:noFill/>
              </a:ln>
              <a:solidFill>
                <a:srgbClr val="FF0000"/>
              </a:solidFill>
              <a:effectLst/>
              <a:uLnTx/>
              <a:uFillTx/>
              <a:latin typeface="Arial"/>
              <a:ea typeface="+mn-ea"/>
              <a:cs typeface="+mn-cs"/>
            </a:endParaRPr>
          </a:p>
        </p:txBody>
      </p:sp>
      <p:sp>
        <p:nvSpPr>
          <p:cNvPr id="4" name="Titre 3"/>
          <p:cNvSpPr>
            <a:spLocks noGrp="1"/>
          </p:cNvSpPr>
          <p:nvPr>
            <p:ph type="title"/>
          </p:nvPr>
        </p:nvSpPr>
        <p:spPr/>
        <p:txBody>
          <a:bodyPr/>
          <a:lstStyle/>
          <a:p>
            <a:endParaRPr lang="fr-FR"/>
          </a:p>
        </p:txBody>
      </p:sp>
      <p:sp>
        <p:nvSpPr>
          <p:cNvPr id="6" name="Espace réservé du texte 5"/>
          <p:cNvSpPr>
            <a:spLocks noGrp="1"/>
          </p:cNvSpPr>
          <p:nvPr>
            <p:ph type="body" sz="quarter" idx="13"/>
          </p:nvPr>
        </p:nvSpPr>
        <p:spPr/>
        <p:txBody>
          <a:bodyPr/>
          <a:lstStyle/>
          <a:p>
            <a:endParaRPr lang="fr-FR"/>
          </a:p>
        </p:txBody>
      </p:sp>
      <p:sp>
        <p:nvSpPr>
          <p:cNvPr id="7" name="Espace réservé du contenu 6">
            <a:extLst>
              <a:ext uri="{FF2B5EF4-FFF2-40B4-BE49-F238E27FC236}">
                <a16:creationId xmlns:a16="http://schemas.microsoft.com/office/drawing/2014/main" id="{666FF900-E310-45DD-9CEC-A0D10A67D7AB}"/>
              </a:ext>
            </a:extLst>
          </p:cNvPr>
          <p:cNvSpPr>
            <a:spLocks noGrp="1"/>
          </p:cNvSpPr>
          <p:nvPr>
            <p:ph sz="quarter" idx="14"/>
          </p:nvPr>
        </p:nvSpPr>
        <p:spPr/>
        <p:txBody>
          <a:bodyPr/>
          <a:lstStyle/>
          <a:p>
            <a:endParaRPr lang="fr-FR"/>
          </a:p>
        </p:txBody>
      </p:sp>
      <p:pic>
        <p:nvPicPr>
          <p:cNvPr id="8" name="Image 7">
            <a:extLst>
              <a:ext uri="{FF2B5EF4-FFF2-40B4-BE49-F238E27FC236}">
                <a16:creationId xmlns:a16="http://schemas.microsoft.com/office/drawing/2014/main" id="{8E2A5F71-B656-4300-9947-F9AD76BB0431}"/>
              </a:ext>
            </a:extLst>
          </p:cNvPr>
          <p:cNvPicPr>
            <a:picLocks noChangeAspect="1"/>
          </p:cNvPicPr>
          <p:nvPr/>
        </p:nvPicPr>
        <p:blipFill>
          <a:blip r:embed="rId2"/>
          <a:stretch>
            <a:fillRect/>
          </a:stretch>
        </p:blipFill>
        <p:spPr>
          <a:xfrm>
            <a:off x="42230" y="18693"/>
            <a:ext cx="9059539" cy="510611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680F38-3465-02C8-F9DC-3D7CD50D8A6A}"/>
              </a:ext>
            </a:extLst>
          </p:cNvPr>
          <p:cNvSpPr>
            <a:spLocks noGrp="1"/>
          </p:cNvSpPr>
          <p:nvPr>
            <p:ph type="title"/>
          </p:nvPr>
        </p:nvSpPr>
        <p:spPr/>
        <p:txBody>
          <a:bodyPr/>
          <a:lstStyle/>
          <a:p>
            <a:endParaRPr lang="fr-FR"/>
          </a:p>
        </p:txBody>
      </p:sp>
      <p:sp>
        <p:nvSpPr>
          <p:cNvPr id="5" name="Espace réservé du texte 4">
            <a:extLst>
              <a:ext uri="{FF2B5EF4-FFF2-40B4-BE49-F238E27FC236}">
                <a16:creationId xmlns:a16="http://schemas.microsoft.com/office/drawing/2014/main" id="{62847EE9-E140-4DF7-1211-FE213BE326B9}"/>
              </a:ext>
            </a:extLst>
          </p:cNvPr>
          <p:cNvSpPr>
            <a:spLocks noGrp="1"/>
          </p:cNvSpPr>
          <p:nvPr>
            <p:ph type="body" sz="quarter" idx="13"/>
          </p:nvPr>
        </p:nvSpPr>
        <p:spPr>
          <a:xfrm>
            <a:off x="726510" y="1657113"/>
            <a:ext cx="7728558" cy="2501527"/>
          </a:xfrm>
        </p:spPr>
        <p:txBody>
          <a:bodyPr/>
          <a:lstStyle/>
          <a:p>
            <a:pPr lvl="0" algn="ctr">
              <a:spcAft>
                <a:spcPts val="499"/>
              </a:spcAft>
              <a:buNone/>
            </a:pPr>
            <a:r>
              <a:rPr lang="fr-FR" sz="3200" u="sng" dirty="0">
                <a:solidFill>
                  <a:srgbClr val="FF8D69"/>
                </a:solidFill>
              </a:rPr>
              <a:t>ETAPE 1 :</a:t>
            </a:r>
          </a:p>
          <a:p>
            <a:pPr lvl="0" algn="ctr">
              <a:spcAft>
                <a:spcPts val="499"/>
              </a:spcAft>
              <a:buNone/>
            </a:pPr>
            <a:endParaRPr lang="fr-FR" sz="3200" dirty="0">
              <a:solidFill>
                <a:srgbClr val="FF8D69"/>
              </a:solidFill>
            </a:endParaRPr>
          </a:p>
          <a:p>
            <a:pPr lvl="0" algn="ctr">
              <a:spcAft>
                <a:spcPts val="499"/>
              </a:spcAft>
              <a:buNone/>
            </a:pPr>
            <a:r>
              <a:rPr lang="fr-FR" sz="3200" dirty="0">
                <a:solidFill>
                  <a:srgbClr val="FF8D69"/>
                </a:solidFill>
              </a:rPr>
              <a:t>Je m’informe et</a:t>
            </a:r>
          </a:p>
          <a:p>
            <a:pPr lvl="0" algn="ctr">
              <a:spcAft>
                <a:spcPts val="499"/>
              </a:spcAft>
              <a:buNone/>
            </a:pPr>
            <a:r>
              <a:rPr lang="fr-FR" sz="3200" dirty="0">
                <a:solidFill>
                  <a:srgbClr val="FF8D69"/>
                </a:solidFill>
              </a:rPr>
              <a:t>je découvre les formations</a:t>
            </a:r>
          </a:p>
          <a:p>
            <a:endParaRPr lang="fr-FR" dirty="0"/>
          </a:p>
        </p:txBody>
      </p:sp>
      <p:pic>
        <p:nvPicPr>
          <p:cNvPr id="3" name="Image 2">
            <a:extLst>
              <a:ext uri="{FF2B5EF4-FFF2-40B4-BE49-F238E27FC236}">
                <a16:creationId xmlns:a16="http://schemas.microsoft.com/office/drawing/2014/main" id="{C2BFA56C-3FE2-436F-8064-0B2A865D3C5F}"/>
              </a:ext>
            </a:extLst>
          </p:cNvPr>
          <p:cNvPicPr>
            <a:picLocks noChangeAspect="1"/>
          </p:cNvPicPr>
          <p:nvPr/>
        </p:nvPicPr>
        <p:blipFill>
          <a:blip r:embed="rId2"/>
          <a:stretch>
            <a:fillRect/>
          </a:stretch>
        </p:blipFill>
        <p:spPr>
          <a:xfrm>
            <a:off x="2789938" y="97264"/>
            <a:ext cx="6354062" cy="762106"/>
          </a:xfrm>
          <a:prstGeom prst="rect">
            <a:avLst/>
          </a:prstGeom>
        </p:spPr>
      </p:pic>
    </p:spTree>
    <p:extLst>
      <p:ext uri="{BB962C8B-B14F-4D97-AF65-F5344CB8AC3E}">
        <p14:creationId xmlns:p14="http://schemas.microsoft.com/office/powerpoint/2010/main" val="40890807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0FC4AD9-95BD-4329-8332-A942BA57C8B6}"/>
              </a:ext>
            </a:extLst>
          </p:cNvPr>
          <p:cNvSpPr>
            <a:spLocks noGrp="1"/>
          </p:cNvSpPr>
          <p:nvPr>
            <p:ph type="title"/>
          </p:nvPr>
        </p:nvSpPr>
        <p:spPr/>
        <p:txBody>
          <a:bodyPr/>
          <a:lstStyle/>
          <a:p>
            <a:endParaRPr lang="fr-FR"/>
          </a:p>
        </p:txBody>
      </p:sp>
      <p:sp>
        <p:nvSpPr>
          <p:cNvPr id="3" name="Espace réservé de la date 2">
            <a:extLst>
              <a:ext uri="{FF2B5EF4-FFF2-40B4-BE49-F238E27FC236}">
                <a16:creationId xmlns:a16="http://schemas.microsoft.com/office/drawing/2014/main" id="{3FA04977-1A12-4E64-A2EC-67B5B2BAD0B8}"/>
              </a:ext>
            </a:extLst>
          </p:cNvPr>
          <p:cNvSpPr>
            <a:spLocks noGrp="1"/>
          </p:cNvSpPr>
          <p:nvPr>
            <p:ph type="dt" sz="half" idx="10"/>
          </p:nvPr>
        </p:nvSpPr>
        <p:spPr/>
        <p:txBody>
          <a:bodyPr/>
          <a:lstStyle/>
          <a:p>
            <a:pPr algn="r"/>
            <a:fld id="{4840C8CD-47A6-46D1-834E-8B717424291A}" type="datetime1">
              <a:rPr lang="fr-FR" cap="all" smtClean="0"/>
              <a:pPr algn="r"/>
              <a:t>07/01/2025</a:t>
            </a:fld>
            <a:endParaRPr lang="fr-FR" cap="all" dirty="0"/>
          </a:p>
        </p:txBody>
      </p:sp>
      <p:sp>
        <p:nvSpPr>
          <p:cNvPr id="4" name="Espace réservé du numéro de diapositive 3">
            <a:extLst>
              <a:ext uri="{FF2B5EF4-FFF2-40B4-BE49-F238E27FC236}">
                <a16:creationId xmlns:a16="http://schemas.microsoft.com/office/drawing/2014/main" id="{41E82760-E008-4977-AED8-3099D984B8F3}"/>
              </a:ext>
            </a:extLst>
          </p:cNvPr>
          <p:cNvSpPr>
            <a:spLocks noGrp="1"/>
          </p:cNvSpPr>
          <p:nvPr>
            <p:ph type="sldNum" sz="quarter" idx="12"/>
          </p:nvPr>
        </p:nvSpPr>
        <p:spPr/>
        <p:txBody>
          <a:bodyPr/>
          <a:lstStyle/>
          <a:p>
            <a:fld id="{733122C9-A0B9-462F-8757-0847AD287B63}" type="slidenum">
              <a:rPr lang="fr-FR" smtClean="0"/>
              <a:pPr/>
              <a:t>6</a:t>
            </a:fld>
            <a:endParaRPr lang="fr-FR" dirty="0"/>
          </a:p>
        </p:txBody>
      </p:sp>
      <p:sp>
        <p:nvSpPr>
          <p:cNvPr id="5" name="Espace réservé du texte 4">
            <a:extLst>
              <a:ext uri="{FF2B5EF4-FFF2-40B4-BE49-F238E27FC236}">
                <a16:creationId xmlns:a16="http://schemas.microsoft.com/office/drawing/2014/main" id="{912823D3-3F2C-48CD-ABEC-C7577C0A2DBE}"/>
              </a:ext>
            </a:extLst>
          </p:cNvPr>
          <p:cNvSpPr>
            <a:spLocks noGrp="1"/>
          </p:cNvSpPr>
          <p:nvPr>
            <p:ph type="body" sz="quarter" idx="13"/>
          </p:nvPr>
        </p:nvSpPr>
        <p:spPr/>
        <p:txBody>
          <a:bodyPr/>
          <a:lstStyle/>
          <a:p>
            <a:endParaRPr lang="fr-FR"/>
          </a:p>
        </p:txBody>
      </p:sp>
      <p:pic>
        <p:nvPicPr>
          <p:cNvPr id="6" name="Image 5">
            <a:extLst>
              <a:ext uri="{FF2B5EF4-FFF2-40B4-BE49-F238E27FC236}">
                <a16:creationId xmlns:a16="http://schemas.microsoft.com/office/drawing/2014/main" id="{8797F3AB-492C-428E-803C-1920F8B7F334}"/>
              </a:ext>
            </a:extLst>
          </p:cNvPr>
          <p:cNvPicPr>
            <a:picLocks noChangeAspect="1"/>
          </p:cNvPicPr>
          <p:nvPr/>
        </p:nvPicPr>
        <p:blipFill>
          <a:blip r:embed="rId2"/>
          <a:stretch>
            <a:fillRect/>
          </a:stretch>
        </p:blipFill>
        <p:spPr>
          <a:xfrm>
            <a:off x="0" y="197748"/>
            <a:ext cx="9144000" cy="4748004"/>
          </a:xfrm>
          <a:prstGeom prst="rect">
            <a:avLst/>
          </a:prstGeom>
        </p:spPr>
      </p:pic>
    </p:spTree>
    <p:extLst>
      <p:ext uri="{BB962C8B-B14F-4D97-AF65-F5344CB8AC3E}">
        <p14:creationId xmlns:p14="http://schemas.microsoft.com/office/powerpoint/2010/main" val="20697889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1"/>
          <p:cNvSpPr>
            <a:spLocks noGrp="1"/>
          </p:cNvSpPr>
          <p:nvPr>
            <p:ph type="title"/>
          </p:nvPr>
        </p:nvSpPr>
        <p:spPr>
          <a:xfrm>
            <a:off x="3408218" y="202709"/>
            <a:ext cx="5437909" cy="372255"/>
          </a:xfrm>
        </p:spPr>
        <p:txBody>
          <a:bodyPr/>
          <a:lstStyle/>
          <a:p>
            <a:pPr algn="ctr"/>
            <a:r>
              <a:rPr lang="fr-FR" sz="2400" b="0" dirty="0">
                <a:solidFill>
                  <a:srgbClr val="FF8D69"/>
                </a:solidFill>
              </a:rPr>
              <a:t>Le bon réflexe : s’informer, échanger</a:t>
            </a:r>
          </a:p>
        </p:txBody>
      </p:sp>
      <p:sp>
        <p:nvSpPr>
          <p:cNvPr id="2" name="ZoneTexte 1"/>
          <p:cNvSpPr txBox="1"/>
          <p:nvPr/>
        </p:nvSpPr>
        <p:spPr>
          <a:xfrm>
            <a:off x="367486" y="1150632"/>
            <a:ext cx="8034955" cy="3046988"/>
          </a:xfrm>
          <a:prstGeom prst="rect">
            <a:avLst/>
          </a:prstGeom>
          <a:solidFill>
            <a:schemeClr val="bg1"/>
          </a:solidFill>
          <a:ln w="28575">
            <a:solidFill>
              <a:schemeClr val="bg1"/>
            </a:solidFill>
          </a:ln>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fr-FR" sz="1600" b="1" i="0" u="none" strike="noStrike" kern="1200" cap="none" spc="0" normalizeH="0" baseline="0" noProof="0" dirty="0">
                <a:ln>
                  <a:noFill/>
                </a:ln>
                <a:effectLst/>
                <a:uLnTx/>
                <a:uFillTx/>
                <a:latin typeface="Arial"/>
                <a:ea typeface="+mn-ea"/>
                <a:cs typeface="+mn-cs"/>
              </a:rPr>
              <a:t>Echanger avec des professionnels présents au lycée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600" b="0" i="0" u="none" strike="noStrike" kern="1200" cap="none" spc="0" normalizeH="0" baseline="0" noProof="0" dirty="0">
                <a:ln>
                  <a:noFill/>
                </a:ln>
                <a:solidFill>
                  <a:srgbClr val="51BAAA"/>
                </a:solidFill>
                <a:effectLst/>
                <a:uLnTx/>
                <a:uFillTx/>
                <a:latin typeface="Arial"/>
                <a:ea typeface="+mn-ea"/>
                <a:cs typeface="+mn-cs"/>
              </a:rPr>
              <a:t>Votre professeur principal</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600" b="0" i="0" u="none" strike="noStrike" kern="1200" cap="none" spc="0" normalizeH="0" baseline="0" noProof="0" dirty="0">
                <a:ln>
                  <a:noFill/>
                </a:ln>
                <a:solidFill>
                  <a:srgbClr val="51BAAA"/>
                </a:solidFill>
                <a:effectLst/>
                <a:uLnTx/>
                <a:uFillTx/>
                <a:latin typeface="Arial"/>
                <a:ea typeface="+mn-ea"/>
                <a:cs typeface="+mn-cs"/>
              </a:rPr>
              <a:t>Les Psy-EN : au Centre d’Information et d’Orientation ou au lycée</a:t>
            </a:r>
            <a:endParaRPr lang="fr-FR" sz="1600" dirty="0">
              <a:solidFill>
                <a:srgbClr val="51BAAA"/>
              </a:solidFill>
              <a:latin typeface="Aria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fr-FR" sz="1600" b="1" i="0" u="none" strike="noStrike" kern="1200" cap="none" spc="0" normalizeH="0" baseline="0" noProof="0" dirty="0">
              <a:ln>
                <a:noFill/>
              </a:ln>
              <a:solidFill>
                <a:srgbClr val="51BAAA"/>
              </a:solidFill>
              <a:effectLst/>
              <a:uLnTx/>
              <a:uFillTx/>
              <a:latin typeface="Arial"/>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fr-FR" sz="1600" b="1" i="0" u="none" strike="noStrike" kern="1200" cap="none" spc="0" normalizeH="0" baseline="0" noProof="0" dirty="0">
                <a:ln>
                  <a:noFill/>
                </a:ln>
                <a:effectLst/>
                <a:uLnTx/>
                <a:uFillTx/>
                <a:latin typeface="Arial"/>
                <a:ea typeface="+mn-ea"/>
                <a:cs typeface="+mn-cs"/>
              </a:rPr>
              <a:t>Echanger avec les établissements</a:t>
            </a:r>
            <a:r>
              <a:rPr kumimoji="0" lang="fr-FR" sz="1600" b="1" i="0" u="none" strike="noStrike" kern="1200" cap="none" spc="0" normalizeH="0" noProof="0" dirty="0">
                <a:ln>
                  <a:noFill/>
                </a:ln>
                <a:effectLst/>
                <a:uLnTx/>
                <a:uFillTx/>
                <a:latin typeface="Arial"/>
                <a:ea typeface="+mn-ea"/>
                <a:cs typeface="+mn-cs"/>
              </a:rPr>
              <a:t> d’enseignement supérieur</a:t>
            </a:r>
            <a:endParaRPr kumimoji="0" lang="fr-FR" sz="1600" b="1" i="0" u="none" strike="noStrike" kern="1200" cap="none" spc="0" normalizeH="0" baseline="0" noProof="0" dirty="0">
              <a:ln>
                <a:noFill/>
              </a:ln>
              <a:effectLst/>
              <a:uLnTx/>
              <a:uFillTx/>
              <a:latin typeface="Arial"/>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600" b="0" i="0" u="none" strike="noStrike" kern="1200" cap="none" spc="0" normalizeH="0" baseline="0" noProof="0" dirty="0">
                <a:ln>
                  <a:noFill/>
                </a:ln>
                <a:solidFill>
                  <a:srgbClr val="51BAAA"/>
                </a:solidFill>
                <a:effectLst/>
                <a:uLnTx/>
                <a:uFillTx/>
                <a:latin typeface="Arial"/>
                <a:ea typeface="+mn-ea"/>
                <a:cs typeface="+mn-cs"/>
              </a:rPr>
              <a:t>Responsables de formations et étudiants ambassadeurs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600" dirty="0">
                <a:solidFill>
                  <a:srgbClr val="51BAAA"/>
                </a:solidFill>
                <a:latin typeface="Arial"/>
              </a:rPr>
              <a:t>P</a:t>
            </a:r>
            <a:r>
              <a:rPr kumimoji="0" lang="fr-FR" sz="1600" b="0" i="0" u="none" strike="noStrike" kern="1200" cap="none" spc="0" normalizeH="0" baseline="0" noProof="0" dirty="0" err="1">
                <a:ln>
                  <a:noFill/>
                </a:ln>
                <a:solidFill>
                  <a:srgbClr val="51BAAA"/>
                </a:solidFill>
                <a:effectLst/>
                <a:uLnTx/>
                <a:uFillTx/>
                <a:latin typeface="Arial"/>
                <a:ea typeface="+mn-ea"/>
                <a:cs typeface="+mn-cs"/>
              </a:rPr>
              <a:t>ortes</a:t>
            </a:r>
            <a:r>
              <a:rPr kumimoji="0" lang="fr-FR" sz="1600" b="0" i="0" u="none" strike="noStrike" kern="1200" cap="none" spc="0" normalizeH="0" baseline="0" noProof="0" dirty="0">
                <a:ln>
                  <a:noFill/>
                </a:ln>
                <a:solidFill>
                  <a:srgbClr val="51BAAA"/>
                </a:solidFill>
                <a:effectLst/>
                <a:uLnTx/>
                <a:uFillTx/>
                <a:latin typeface="Arial"/>
                <a:ea typeface="+mn-ea"/>
                <a:cs typeface="+mn-cs"/>
              </a:rPr>
              <a:t> ouvertes et salons avec conférences thématiques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fr-FR" sz="1600" dirty="0">
              <a:solidFill>
                <a:srgbClr val="51BAAA"/>
              </a:solidFill>
              <a:latin typeface="Arial"/>
            </a:endParaRPr>
          </a:p>
          <a:p>
            <a:pPr marL="285750" lvl="0" indent="-285750">
              <a:buFont typeface="Wingdings" panose="05000000000000000000" pitchFamily="2" charset="2"/>
              <a:buChar char="Ø"/>
              <a:defRPr/>
            </a:pPr>
            <a:r>
              <a:rPr kumimoji="0" lang="fr-FR" sz="1600" b="1" i="0" u="none" strike="noStrike" kern="1200" cap="none" spc="0" normalizeH="0" baseline="0" noProof="0" dirty="0">
                <a:ln>
                  <a:noFill/>
                </a:ln>
                <a:effectLst/>
                <a:uLnTx/>
                <a:uFillTx/>
                <a:latin typeface="Arial"/>
                <a:ea typeface="+mn-ea"/>
                <a:cs typeface="+mn-cs"/>
              </a:rPr>
              <a:t>Consulter les sites et ressources en ligne : </a:t>
            </a:r>
            <a:r>
              <a:rPr lang="fr-FR" sz="1600" dirty="0">
                <a:solidFill>
                  <a:srgbClr val="51BAAA"/>
                </a:solidFill>
                <a:hlinkClick r:id="rId2"/>
              </a:rPr>
              <a:t>Onisep</a:t>
            </a:r>
            <a:r>
              <a:rPr lang="fr-FR" sz="1600" dirty="0">
                <a:solidFill>
                  <a:srgbClr val="51BAAA"/>
                </a:solidFill>
              </a:rPr>
              <a:t>, </a:t>
            </a:r>
            <a:r>
              <a:rPr lang="fr-FR" sz="1600" dirty="0">
                <a:solidFill>
                  <a:srgbClr val="51BAAA"/>
                </a:solidFill>
                <a:hlinkClick r:id="rId2"/>
              </a:rPr>
              <a:t>Avenirs</a:t>
            </a:r>
            <a:r>
              <a:rPr lang="fr-FR" sz="1600" dirty="0">
                <a:solidFill>
                  <a:srgbClr val="51BAAA"/>
                </a:solidFill>
              </a:rPr>
              <a:t>, </a:t>
            </a:r>
            <a:r>
              <a:rPr lang="fr-FR" sz="1600" dirty="0">
                <a:solidFill>
                  <a:srgbClr val="51BAAA"/>
                </a:solidFill>
                <a:hlinkClick r:id="rId3"/>
              </a:rPr>
              <a:t>Mon Projet Sup</a:t>
            </a:r>
            <a:endParaRPr kumimoji="0" lang="fr-FR" sz="1600" b="1" i="0" u="none" strike="noStrike" kern="1200" cap="none" spc="0" normalizeH="0" baseline="0" noProof="0" dirty="0">
              <a:ln>
                <a:noFill/>
              </a:ln>
              <a:effectLst/>
              <a:uLnTx/>
              <a:uFillTx/>
              <a:latin typeface="Arial"/>
              <a:ea typeface="+mn-ea"/>
              <a:cs typeface="+mn-cs"/>
            </a:endParaRPr>
          </a:p>
          <a:p>
            <a:pPr marR="0" lvl="0" algn="l" defTabSz="914400" rtl="0" eaLnBrk="1" fontAlgn="auto" latinLnBrk="0" hangingPunct="1">
              <a:lnSpc>
                <a:spcPct val="100000"/>
              </a:lnSpc>
              <a:spcBef>
                <a:spcPts val="0"/>
              </a:spcBef>
              <a:spcAft>
                <a:spcPts val="0"/>
              </a:spcAft>
              <a:buClrTx/>
              <a:buSzTx/>
              <a:tabLst/>
              <a:defRPr/>
            </a:pPr>
            <a:endParaRPr kumimoji="0" lang="fr-FR" sz="1600" b="1" i="0" u="none" strike="noStrike" kern="1200" cap="none" spc="0" normalizeH="0" baseline="0" noProof="0" dirty="0">
              <a:ln>
                <a:noFill/>
              </a:ln>
              <a:effectLst/>
              <a:uLnTx/>
              <a:uFillTx/>
              <a:latin typeface="Arial"/>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fr-FR" sz="1600" b="1" i="0" u="none" strike="noStrike" kern="1200" cap="none" spc="0" normalizeH="0" baseline="0" noProof="0" dirty="0">
                <a:ln>
                  <a:noFill/>
                </a:ln>
                <a:effectLst/>
                <a:uLnTx/>
                <a:uFillTx/>
                <a:latin typeface="Arial"/>
                <a:ea typeface="+mn-ea"/>
                <a:cs typeface="+mn-cs"/>
              </a:rPr>
              <a:t>Des tutoriels vidéo </a:t>
            </a:r>
            <a:r>
              <a:rPr lang="fr-FR" sz="1600" dirty="0">
                <a:solidFill>
                  <a:srgbClr val="51BAAA"/>
                </a:solidFill>
              </a:rPr>
              <a:t>disponibles via </a:t>
            </a:r>
            <a:r>
              <a:rPr lang="fr-FR" sz="1600" dirty="0">
                <a:solidFill>
                  <a:srgbClr val="51BAAA"/>
                </a:solidFill>
                <a:hlinkClick r:id="rId4"/>
              </a:rPr>
              <a:t>ce lien </a:t>
            </a:r>
            <a:r>
              <a:rPr lang="fr-FR" sz="1600" dirty="0">
                <a:solidFill>
                  <a:srgbClr val="51BAAA"/>
                </a:solidFill>
              </a:rPr>
              <a:t>pour accompagner les candidats tout au long de l’année</a:t>
            </a:r>
            <a:endParaRPr kumimoji="0" lang="fr-FR" sz="1600" i="0" u="none" strike="noStrike" kern="1200" cap="none" spc="0" normalizeH="0" baseline="0" noProof="0" dirty="0">
              <a:ln>
                <a:noFill/>
              </a:ln>
              <a:solidFill>
                <a:srgbClr val="51BAAA"/>
              </a:solidFill>
              <a:effectLst/>
              <a:uLnTx/>
              <a:uFillTx/>
              <a:latin typeface="Arial"/>
              <a:ea typeface="+mn-ea"/>
              <a:cs typeface="+mn-cs"/>
            </a:endParaRPr>
          </a:p>
        </p:txBody>
      </p:sp>
      <p:pic>
        <p:nvPicPr>
          <p:cNvPr id="4" name="Image 3">
            <a:extLst>
              <a:ext uri="{FF2B5EF4-FFF2-40B4-BE49-F238E27FC236}">
                <a16:creationId xmlns:a16="http://schemas.microsoft.com/office/drawing/2014/main" id="{DCFFCBF5-BE2C-4718-ABB2-E79AA9758E1A}"/>
              </a:ext>
            </a:extLst>
          </p:cNvPr>
          <p:cNvPicPr>
            <a:picLocks noChangeAspect="1"/>
          </p:cNvPicPr>
          <p:nvPr/>
        </p:nvPicPr>
        <p:blipFill>
          <a:blip r:embed="rId5"/>
          <a:stretch>
            <a:fillRect/>
          </a:stretch>
        </p:blipFill>
        <p:spPr>
          <a:xfrm>
            <a:off x="3963953" y="574964"/>
            <a:ext cx="4544059" cy="466790"/>
          </a:xfrm>
          <a:prstGeom prst="rect">
            <a:avLst/>
          </a:prstGeom>
        </p:spPr>
      </p:pic>
    </p:spTree>
    <p:extLst>
      <p:ext uri="{BB962C8B-B14F-4D97-AF65-F5344CB8AC3E}">
        <p14:creationId xmlns:p14="http://schemas.microsoft.com/office/powerpoint/2010/main" val="31231531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FF0242-F5B6-95A8-3CE3-D987E7A2C375}"/>
              </a:ext>
            </a:extLst>
          </p:cNvPr>
          <p:cNvSpPr>
            <a:spLocks noGrp="1"/>
          </p:cNvSpPr>
          <p:nvPr>
            <p:ph type="title"/>
          </p:nvPr>
        </p:nvSpPr>
        <p:spPr/>
        <p:txBody>
          <a:bodyPr/>
          <a:lstStyle/>
          <a:p>
            <a:endParaRPr lang="fr-FR"/>
          </a:p>
        </p:txBody>
      </p:sp>
      <p:pic>
        <p:nvPicPr>
          <p:cNvPr id="6" name="Image 5">
            <a:extLst>
              <a:ext uri="{FF2B5EF4-FFF2-40B4-BE49-F238E27FC236}">
                <a16:creationId xmlns:a16="http://schemas.microsoft.com/office/drawing/2014/main" id="{028D0D1A-2A88-8145-58CA-99BE80AD8213}"/>
              </a:ext>
            </a:extLst>
          </p:cNvPr>
          <p:cNvPicPr>
            <a:picLocks noChangeAspect="1"/>
          </p:cNvPicPr>
          <p:nvPr/>
        </p:nvPicPr>
        <p:blipFill>
          <a:blip r:embed="rId2"/>
          <a:stretch>
            <a:fillRect/>
          </a:stretch>
        </p:blipFill>
        <p:spPr>
          <a:xfrm>
            <a:off x="0" y="228466"/>
            <a:ext cx="4459873" cy="3295009"/>
          </a:xfrm>
          <a:prstGeom prst="rect">
            <a:avLst/>
          </a:prstGeom>
        </p:spPr>
      </p:pic>
      <p:pic>
        <p:nvPicPr>
          <p:cNvPr id="7" name="Image 6">
            <a:extLst>
              <a:ext uri="{FF2B5EF4-FFF2-40B4-BE49-F238E27FC236}">
                <a16:creationId xmlns:a16="http://schemas.microsoft.com/office/drawing/2014/main" id="{2408BBBC-5C85-6180-A7A0-5096EC23ECBE}"/>
              </a:ext>
            </a:extLst>
          </p:cNvPr>
          <p:cNvPicPr>
            <a:picLocks noChangeAspect="1"/>
          </p:cNvPicPr>
          <p:nvPr/>
        </p:nvPicPr>
        <p:blipFill>
          <a:blip r:embed="rId3" cstate="print"/>
          <a:stretch>
            <a:fillRect/>
          </a:stretch>
        </p:blipFill>
        <p:spPr>
          <a:xfrm>
            <a:off x="4357598" y="550202"/>
            <a:ext cx="4696402" cy="3434682"/>
          </a:xfrm>
          <a:prstGeom prst="rect">
            <a:avLst/>
          </a:prstGeom>
        </p:spPr>
      </p:pic>
      <p:sp>
        <p:nvSpPr>
          <p:cNvPr id="8" name="Titre 1">
            <a:extLst>
              <a:ext uri="{FF2B5EF4-FFF2-40B4-BE49-F238E27FC236}">
                <a16:creationId xmlns:a16="http://schemas.microsoft.com/office/drawing/2014/main" id="{2172D2DD-6E8A-F5B4-44F6-670C0783E091}"/>
              </a:ext>
            </a:extLst>
          </p:cNvPr>
          <p:cNvSpPr txBox="1">
            <a:spLocks/>
          </p:cNvSpPr>
          <p:nvPr/>
        </p:nvSpPr>
        <p:spPr>
          <a:xfrm>
            <a:off x="1665514" y="76804"/>
            <a:ext cx="5982788" cy="321736"/>
          </a:xfrm>
          <a:solidFill>
            <a:sysClr val="window" lastClr="FFFFFF"/>
          </a:solidFill>
        </p:spPr>
        <p:txBody>
          <a:bodyPr/>
          <a:lstStyle>
            <a:lvl1pPr algn="l" defTabSz="914400" rtl="0" eaLnBrk="1" latinLnBrk="0" hangingPunct="1">
              <a:lnSpc>
                <a:spcPct val="90000"/>
              </a:lnSpc>
              <a:spcBef>
                <a:spcPct val="0"/>
              </a:spcBef>
              <a:buNone/>
              <a:defRPr sz="2550" b="1" kern="1200">
                <a:solidFill>
                  <a:srgbClr val="0C5076"/>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fr-FR" sz="2000" b="1" i="0" u="none" strike="noStrike" kern="1200" cap="none" spc="0" normalizeH="0" baseline="0" noProof="0" dirty="0">
                <a:ln>
                  <a:noFill/>
                </a:ln>
                <a:solidFill>
                  <a:srgbClr val="FF8D69"/>
                </a:solidFill>
                <a:effectLst/>
                <a:uLnTx/>
                <a:uFillTx/>
                <a:latin typeface="Calibri Light"/>
                <a:ea typeface="+mj-ea"/>
                <a:cs typeface="+mj-cs"/>
              </a:rPr>
              <a:t>Préparer son projet d’orientation</a:t>
            </a:r>
          </a:p>
        </p:txBody>
      </p:sp>
      <p:sp>
        <p:nvSpPr>
          <p:cNvPr id="9" name="ZoneTexte 8">
            <a:extLst>
              <a:ext uri="{FF2B5EF4-FFF2-40B4-BE49-F238E27FC236}">
                <a16:creationId xmlns:a16="http://schemas.microsoft.com/office/drawing/2014/main" id="{6ADA5436-2664-1D8B-FBD2-3127295F8044}"/>
              </a:ext>
            </a:extLst>
          </p:cNvPr>
          <p:cNvSpPr txBox="1"/>
          <p:nvPr/>
        </p:nvSpPr>
        <p:spPr>
          <a:xfrm>
            <a:off x="90000" y="3675138"/>
            <a:ext cx="3841920" cy="892552"/>
          </a:xfrm>
          <a:prstGeom prst="rect">
            <a:avLst/>
          </a:prstGeom>
          <a:noFill/>
        </p:spPr>
        <p:txBody>
          <a:bodyPr wrap="square" rtlCol="0">
            <a:spAutoFit/>
          </a:bodyPr>
          <a:lstStyle/>
          <a:p>
            <a:pPr lvl="0">
              <a:defRPr/>
            </a:pPr>
            <a:r>
              <a:rPr lang="fr-FR" sz="1200" b="1" dirty="0">
                <a:solidFill>
                  <a:srgbClr val="000091"/>
                </a:solidFill>
              </a:rPr>
              <a:t>Module Lycée Avenirs </a:t>
            </a:r>
            <a:r>
              <a:rPr kumimoji="0" lang="fr-FR" sz="1300" b="0" i="0" u="none" strike="noStrike" kern="0" cap="none" spc="0" normalizeH="0" baseline="0" noProof="0" dirty="0">
                <a:ln>
                  <a:noFill/>
                </a:ln>
                <a:solidFill>
                  <a:srgbClr val="000091"/>
                </a:solidFill>
                <a:effectLst/>
                <a:uLnTx/>
                <a:uFillTx/>
                <a:hlinkClick r:id="rId4"/>
              </a:rPr>
              <a:t>https://avenirs.onisep.fr/</a:t>
            </a:r>
            <a:r>
              <a:rPr kumimoji="0" lang="fr-FR" sz="1300" b="0" i="0" u="none" strike="noStrike" kern="0" cap="none" spc="0" normalizeH="0" baseline="0" noProof="0" dirty="0">
                <a:ln>
                  <a:noFill/>
                </a:ln>
                <a:solidFill>
                  <a:srgbClr val="000091"/>
                </a:solidFill>
                <a:effectLst/>
                <a:uLnTx/>
                <a:uFillTx/>
              </a:rPr>
              <a:t> :</a:t>
            </a:r>
          </a:p>
          <a:p>
            <a:pPr marL="0" marR="0" lvl="0" indent="0" defTabSz="914400" eaLnBrk="1" fontAlgn="auto" latinLnBrk="0" hangingPunct="1">
              <a:lnSpc>
                <a:spcPct val="100000"/>
              </a:lnSpc>
              <a:spcBef>
                <a:spcPts val="0"/>
              </a:spcBef>
              <a:spcAft>
                <a:spcPts val="0"/>
              </a:spcAft>
              <a:buClrTx/>
              <a:buSzTx/>
              <a:buFontTx/>
              <a:buNone/>
              <a:tabLst/>
              <a:defRPr/>
            </a:pPr>
            <a:r>
              <a:rPr kumimoji="0" lang="fr-FR" sz="1300" b="0" i="0" u="none" strike="noStrike" kern="0" cap="none" spc="0" normalizeH="0" baseline="0" noProof="0" dirty="0">
                <a:ln>
                  <a:noFill/>
                </a:ln>
                <a:solidFill>
                  <a:srgbClr val="000091"/>
                </a:solidFill>
                <a:effectLst/>
                <a:uLnTx/>
                <a:uFillTx/>
              </a:rPr>
              <a:t>Toutes les informations sélectionnées par l’Onisep sur les filières, les formations, les métiers </a:t>
            </a:r>
          </a:p>
        </p:txBody>
      </p:sp>
      <p:sp>
        <p:nvSpPr>
          <p:cNvPr id="10" name="ZoneTexte 9">
            <a:extLst>
              <a:ext uri="{FF2B5EF4-FFF2-40B4-BE49-F238E27FC236}">
                <a16:creationId xmlns:a16="http://schemas.microsoft.com/office/drawing/2014/main" id="{28F3DD93-66C0-AFAB-E4F0-BDFC3757AC58}"/>
              </a:ext>
            </a:extLst>
          </p:cNvPr>
          <p:cNvSpPr txBox="1"/>
          <p:nvPr/>
        </p:nvSpPr>
        <p:spPr>
          <a:xfrm flipH="1">
            <a:off x="3931920" y="3949615"/>
            <a:ext cx="4897173" cy="830997"/>
          </a:xfrm>
          <a:prstGeom prst="rect">
            <a:avLst/>
          </a:prstGeom>
          <a:noFill/>
        </p:spPr>
        <p:txBody>
          <a:bodyPr wrap="square" rtlCol="0">
            <a:spAutoFit/>
          </a:bodyPr>
          <a:lstStyle/>
          <a:p>
            <a:pPr marL="285750" indent="-285750"/>
            <a:r>
              <a:rPr lang="fr-FR" sz="1200" b="1" dirty="0">
                <a:solidFill>
                  <a:srgbClr val="000091"/>
                </a:solidFill>
                <a:latin typeface="Arial"/>
              </a:rPr>
              <a:t>Site </a:t>
            </a:r>
            <a:r>
              <a:rPr lang="fr-FR" sz="1200" b="1" dirty="0" err="1">
                <a:solidFill>
                  <a:srgbClr val="000091"/>
                </a:solidFill>
                <a:latin typeface="Arial"/>
              </a:rPr>
              <a:t>Parcoursup</a:t>
            </a:r>
            <a:r>
              <a:rPr lang="fr-FR" sz="1200" b="1" dirty="0">
                <a:solidFill>
                  <a:srgbClr val="000091"/>
                </a:solidFill>
                <a:latin typeface="Arial"/>
              </a:rPr>
              <a:t> </a:t>
            </a:r>
            <a:r>
              <a:rPr lang="fr-FR" sz="1200" dirty="0">
                <a:solidFill>
                  <a:srgbClr val="000091"/>
                </a:solidFill>
                <a:latin typeface="Arial"/>
                <a:hlinkClick r:id="rId5"/>
              </a:rPr>
              <a:t>https://www.parcoursup.gouv.fr/</a:t>
            </a:r>
            <a:r>
              <a:rPr lang="fr-FR" sz="1200" dirty="0">
                <a:solidFill>
                  <a:srgbClr val="000091"/>
                </a:solidFill>
                <a:latin typeface="Arial"/>
              </a:rPr>
              <a:t> :</a:t>
            </a:r>
          </a:p>
          <a:p>
            <a:pPr marL="285750" indent="-285750">
              <a:buFontTx/>
              <a:buChar char="-"/>
            </a:pPr>
            <a:r>
              <a:rPr lang="fr-FR" sz="1200" dirty="0">
                <a:solidFill>
                  <a:srgbClr val="000091"/>
                </a:solidFill>
                <a:latin typeface="Arial"/>
              </a:rPr>
              <a:t>un moteur de recherche avec des fiches formations détaillées</a:t>
            </a:r>
          </a:p>
          <a:p>
            <a:pPr marL="285750" indent="-285750">
              <a:buFontTx/>
              <a:buChar char="-"/>
            </a:pPr>
            <a:r>
              <a:rPr lang="fr-FR" sz="1200" dirty="0">
                <a:solidFill>
                  <a:srgbClr val="000091"/>
                </a:solidFill>
                <a:latin typeface="Arial"/>
              </a:rPr>
              <a:t>un accès vers d’autres sites numériques d’aide à l’orientation et un lien vers le site de votre Région </a:t>
            </a:r>
          </a:p>
        </p:txBody>
      </p:sp>
    </p:spTree>
    <p:extLst>
      <p:ext uri="{BB962C8B-B14F-4D97-AF65-F5344CB8AC3E}">
        <p14:creationId xmlns:p14="http://schemas.microsoft.com/office/powerpoint/2010/main" val="7723787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à coins arrondis 6">
            <a:extLst>
              <a:ext uri="{FF2B5EF4-FFF2-40B4-BE49-F238E27FC236}">
                <a16:creationId xmlns:a16="http://schemas.microsoft.com/office/drawing/2014/main" id="{07A093B3-CFE8-FC7E-D86F-C26AD3B48FA9}"/>
              </a:ext>
            </a:extLst>
          </p:cNvPr>
          <p:cNvSpPr/>
          <p:nvPr/>
        </p:nvSpPr>
        <p:spPr>
          <a:xfrm>
            <a:off x="3031299" y="195485"/>
            <a:ext cx="5679970" cy="480919"/>
          </a:xfrm>
          <a:prstGeom prst="roundRect">
            <a:avLst/>
          </a:prstGeom>
          <a:no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dirty="0">
                <a:solidFill>
                  <a:srgbClr val="FF8D69"/>
                </a:solidFill>
              </a:rPr>
              <a:t>Les formations disponibles</a:t>
            </a:r>
            <a:endParaRPr lang="fr-FR" sz="2400" b="1" dirty="0">
              <a:solidFill>
                <a:srgbClr val="FF8D69"/>
              </a:solidFill>
            </a:endParaRPr>
          </a:p>
        </p:txBody>
      </p:sp>
      <p:sp>
        <p:nvSpPr>
          <p:cNvPr id="2" name="ZoneTexte 1">
            <a:extLst>
              <a:ext uri="{FF2B5EF4-FFF2-40B4-BE49-F238E27FC236}">
                <a16:creationId xmlns:a16="http://schemas.microsoft.com/office/drawing/2014/main" id="{4105890D-8D9C-C0A6-493A-D032D4BDD4B8}"/>
              </a:ext>
            </a:extLst>
          </p:cNvPr>
          <p:cNvSpPr txBox="1"/>
          <p:nvPr/>
        </p:nvSpPr>
        <p:spPr>
          <a:xfrm>
            <a:off x="387927" y="990600"/>
            <a:ext cx="8323342" cy="5447645"/>
          </a:xfrm>
          <a:prstGeom prst="rect">
            <a:avLst/>
          </a:prstGeom>
          <a:noFill/>
        </p:spPr>
        <p:txBody>
          <a:bodyPr wrap="square" rtlCol="0">
            <a:spAutoFit/>
          </a:bodyPr>
          <a:lstStyle/>
          <a:p>
            <a:r>
              <a:rPr lang="fr-FR" sz="1600" b="1" dirty="0">
                <a:solidFill>
                  <a:schemeClr val="tx2"/>
                </a:solidFill>
              </a:rPr>
              <a:t>Près de 24 000 formations supérieures proposant principalement des diplômes nationaux ou d’établissement validés par l’Etat </a:t>
            </a:r>
            <a:r>
              <a:rPr lang="fr-FR" sz="1200" b="1" dirty="0">
                <a:solidFill>
                  <a:schemeClr val="tx2"/>
                </a:solidFill>
              </a:rPr>
              <a:t>(sous statut étudiant ou en apprentissage)</a:t>
            </a:r>
            <a:r>
              <a:rPr lang="fr-FR" sz="1600" b="1" dirty="0">
                <a:solidFill>
                  <a:schemeClr val="tx2"/>
                </a:solidFill>
              </a:rPr>
              <a:t> :</a:t>
            </a:r>
          </a:p>
          <a:p>
            <a:endParaRPr lang="fr-FR" sz="1600" b="1" dirty="0">
              <a:solidFill>
                <a:srgbClr val="FF9F81"/>
              </a:solidFill>
            </a:endParaRPr>
          </a:p>
          <a:p>
            <a:pPr marL="285750" indent="-285750" algn="just">
              <a:buFont typeface="Wingdings" panose="05000000000000000000" pitchFamily="2" charset="2"/>
              <a:buChar char="Ø"/>
            </a:pPr>
            <a:r>
              <a:rPr lang="fr-FR" sz="1600" b="1" dirty="0">
                <a:solidFill>
                  <a:schemeClr val="tx2"/>
                </a:solidFill>
              </a:rPr>
              <a:t>Des formations non sélectives </a:t>
            </a:r>
            <a:r>
              <a:rPr lang="fr-FR" sz="1600" dirty="0">
                <a:solidFill>
                  <a:schemeClr val="tx2"/>
                </a:solidFill>
              </a:rPr>
              <a:t>: </a:t>
            </a:r>
            <a:r>
              <a:rPr lang="fr-FR" sz="1600" dirty="0">
                <a:solidFill>
                  <a:srgbClr val="51BAAA"/>
                </a:solidFill>
              </a:rPr>
              <a:t>les licences (dont licences « accès santé »), les Parcours préparatoires au professorat des écoles (PPPE) et les Parcours d’accès aux études de santé (PASS)</a:t>
            </a:r>
          </a:p>
          <a:p>
            <a:endParaRPr lang="fr-FR" sz="1600" dirty="0">
              <a:solidFill>
                <a:srgbClr val="51BAAA"/>
              </a:solidFill>
            </a:endParaRPr>
          </a:p>
          <a:p>
            <a:pPr marL="285750" indent="-285750" algn="just">
              <a:buFont typeface="Wingdings" panose="05000000000000000000" pitchFamily="2" charset="2"/>
              <a:buChar char="Ø"/>
            </a:pPr>
            <a:r>
              <a:rPr lang="fr-FR" sz="1600" b="1" dirty="0">
                <a:solidFill>
                  <a:schemeClr val="tx2"/>
                </a:solidFill>
              </a:rPr>
              <a:t>Des formations sélectives </a:t>
            </a:r>
            <a:r>
              <a:rPr lang="fr-FR" sz="1600" dirty="0">
                <a:solidFill>
                  <a:schemeClr val="tx2"/>
                </a:solidFill>
              </a:rPr>
              <a:t>: </a:t>
            </a:r>
            <a:r>
              <a:rPr lang="fr-FR" sz="1600" dirty="0">
                <a:solidFill>
                  <a:srgbClr val="51BAAA"/>
                </a:solidFill>
              </a:rPr>
              <a:t>les classes prépas (CPGE), BTS, BUT, DNMADE, les écoles d’architecture, d’ingénieurs, de commerce et de management, les IFSI (instituts de formation en soins infirmiers) et autres formations paramédicales, les EFTS (établissements de formation en travail social), les Instituts d’Etudes Politiques/Sciences Po, les quatre Écoles nationales vétérinaires françaises (ENV), les formations aux métiers de la culture, du sport, les formations de la Marine/Armée, etc. </a:t>
            </a:r>
          </a:p>
          <a:p>
            <a:pPr marL="285750" indent="-285750">
              <a:buFont typeface="Wingdings" panose="05000000000000000000" pitchFamily="2" charset="2"/>
              <a:buChar char="Ø"/>
            </a:pPr>
            <a:endParaRPr lang="fr-FR" sz="1600" dirty="0">
              <a:solidFill>
                <a:srgbClr val="51BAAA"/>
              </a:solidFill>
            </a:endParaRPr>
          </a:p>
          <a:p>
            <a:pPr marL="285750" indent="-285750">
              <a:buFont typeface="Wingdings" panose="05000000000000000000" pitchFamily="2" charset="2"/>
              <a:buChar char="Ø"/>
            </a:pPr>
            <a:r>
              <a:rPr lang="fr-FR" sz="1600" b="1" dirty="0">
                <a:solidFill>
                  <a:schemeClr val="tx2"/>
                </a:solidFill>
              </a:rPr>
              <a:t>Des formations en apprentissage (= alternance)</a:t>
            </a:r>
          </a:p>
          <a:p>
            <a:pPr marL="171450" indent="-171450">
              <a:spcAft>
                <a:spcPts val="0"/>
              </a:spcAft>
              <a:buClr>
                <a:schemeClr val="bg2"/>
              </a:buClr>
              <a:buFont typeface="Courier New" panose="02070309020205020404" pitchFamily="49" charset="0"/>
              <a:buChar char="o"/>
            </a:pPr>
            <a:endParaRPr lang="fr-FR" sz="1800" dirty="0">
              <a:solidFill>
                <a:schemeClr val="accent1"/>
              </a:solidFill>
            </a:endParaRPr>
          </a:p>
          <a:p>
            <a:pPr marL="285750" indent="-285750">
              <a:buFont typeface="Wingdings" panose="05000000000000000000" pitchFamily="2" charset="2"/>
              <a:buChar char="Ø"/>
            </a:pPr>
            <a:endParaRPr lang="fr-FR" dirty="0">
              <a:solidFill>
                <a:schemeClr val="tx2"/>
              </a:solidFill>
            </a:endParaRPr>
          </a:p>
          <a:p>
            <a:pPr marL="285750" indent="-285750">
              <a:buFont typeface="Wingdings" panose="05000000000000000000" pitchFamily="2" charset="2"/>
              <a:buChar char="Ø"/>
            </a:pPr>
            <a:endParaRPr lang="fr-FR" dirty="0">
              <a:solidFill>
                <a:schemeClr val="tx2"/>
              </a:solidFill>
            </a:endParaRPr>
          </a:p>
          <a:p>
            <a:pPr marL="285750" indent="-285750">
              <a:buFont typeface="Wingdings" panose="05000000000000000000" pitchFamily="2" charset="2"/>
              <a:buChar char="Ø"/>
            </a:pPr>
            <a:endParaRPr lang="fr-FR" dirty="0">
              <a:solidFill>
                <a:schemeClr val="tx2"/>
              </a:solidFill>
            </a:endParaRPr>
          </a:p>
          <a:p>
            <a:pPr marL="285750" indent="-285750">
              <a:buFont typeface="Wingdings" panose="05000000000000000000" pitchFamily="2" charset="2"/>
              <a:buChar char="Ø"/>
            </a:pPr>
            <a:endParaRPr lang="fr-FR" dirty="0">
              <a:solidFill>
                <a:schemeClr val="tx2"/>
              </a:solidFill>
            </a:endParaRPr>
          </a:p>
          <a:p>
            <a:pPr marL="285750" indent="-285750">
              <a:buFont typeface="Wingdings" panose="05000000000000000000" pitchFamily="2" charset="2"/>
              <a:buChar char="Ø"/>
            </a:pPr>
            <a:endParaRPr lang="fr-FR" dirty="0">
              <a:solidFill>
                <a:srgbClr val="FF9F81"/>
              </a:solidFill>
            </a:endParaRPr>
          </a:p>
        </p:txBody>
      </p:sp>
    </p:spTree>
    <p:extLst>
      <p:ext uri="{BB962C8B-B14F-4D97-AF65-F5344CB8AC3E}">
        <p14:creationId xmlns:p14="http://schemas.microsoft.com/office/powerpoint/2010/main" val="50313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texte 4">
            <a:extLst>
              <a:ext uri="{FF2B5EF4-FFF2-40B4-BE49-F238E27FC236}">
                <a16:creationId xmlns:a16="http://schemas.microsoft.com/office/drawing/2014/main" id="{CA3F0842-8F08-41A8-BEF5-C5F1EF25D1D2}"/>
              </a:ext>
            </a:extLst>
          </p:cNvPr>
          <p:cNvSpPr>
            <a:spLocks noGrp="1"/>
          </p:cNvSpPr>
          <p:nvPr>
            <p:ph type="body" sz="quarter" idx="15"/>
          </p:nvPr>
        </p:nvSpPr>
        <p:spPr/>
        <p:txBody>
          <a:bodyPr/>
          <a:lstStyle/>
          <a:p>
            <a:endParaRPr lang="fr-FR"/>
          </a:p>
        </p:txBody>
      </p:sp>
      <p:sp>
        <p:nvSpPr>
          <p:cNvPr id="8" name="Espace réservé du numéro de diapositive 7">
            <a:extLst>
              <a:ext uri="{FF2B5EF4-FFF2-40B4-BE49-F238E27FC236}">
                <a16:creationId xmlns:a16="http://schemas.microsoft.com/office/drawing/2014/main" id="{6C02EBBE-BCCD-4CCC-85F0-E15643DA25D8}"/>
              </a:ext>
            </a:extLst>
          </p:cNvPr>
          <p:cNvSpPr>
            <a:spLocks noGrp="1"/>
          </p:cNvSpPr>
          <p:nvPr>
            <p:ph type="sldNum" sz="quarter" idx="12"/>
          </p:nvPr>
        </p:nvSpPr>
        <p:spPr/>
        <p:txBody>
          <a:bodyPr/>
          <a:lstStyle/>
          <a:p>
            <a:fld id="{733122C9-A0B9-462F-8757-0847AD287B63}" type="slidenum">
              <a:rPr lang="fr-FR" smtClean="0"/>
              <a:pPr/>
              <a:t>10</a:t>
            </a:fld>
            <a:endParaRPr lang="fr-FR" dirty="0"/>
          </a:p>
        </p:txBody>
      </p:sp>
      <p:pic>
        <p:nvPicPr>
          <p:cNvPr id="9" name="Image 8">
            <a:extLst>
              <a:ext uri="{FF2B5EF4-FFF2-40B4-BE49-F238E27FC236}">
                <a16:creationId xmlns:a16="http://schemas.microsoft.com/office/drawing/2014/main" id="{E979C08D-BB70-419A-8244-BBD4D839EBE5}"/>
              </a:ext>
            </a:extLst>
          </p:cNvPr>
          <p:cNvPicPr>
            <a:picLocks noChangeAspect="1"/>
          </p:cNvPicPr>
          <p:nvPr/>
        </p:nvPicPr>
        <p:blipFill>
          <a:blip r:embed="rId2"/>
          <a:stretch>
            <a:fillRect/>
          </a:stretch>
        </p:blipFill>
        <p:spPr>
          <a:xfrm>
            <a:off x="1042275" y="176172"/>
            <a:ext cx="7478169" cy="4382112"/>
          </a:xfrm>
          <a:prstGeom prst="rect">
            <a:avLst/>
          </a:prstGeom>
        </p:spPr>
      </p:pic>
    </p:spTree>
    <p:extLst>
      <p:ext uri="{BB962C8B-B14F-4D97-AF65-F5344CB8AC3E}">
        <p14:creationId xmlns:p14="http://schemas.microsoft.com/office/powerpoint/2010/main" val="40146452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0" y="0"/>
            <a:ext cx="178920" cy="178920"/>
          </a:xfrm>
          <a:prstGeom prst="rect">
            <a:avLst/>
          </a:prstGeom>
          <a:noFill/>
          <a:ln w="0"/>
        </p:spPr>
        <p:style>
          <a:lnRef idx="0">
            <a:scrgbClr r="0" g="0" b="0"/>
          </a:lnRef>
          <a:fillRef idx="0">
            <a:scrgbClr r="0" g="0" b="0"/>
          </a:fillRef>
          <a:effectRef idx="0">
            <a:scrgbClr r="0" g="0" b="0"/>
          </a:effectRef>
          <a:fontRef idx="minor"/>
        </p:style>
      </p:sp>
      <p:sp>
        <p:nvSpPr>
          <p:cNvPr id="12" name="ZoneTexte 11">
            <a:extLst>
              <a:ext uri="{FF2B5EF4-FFF2-40B4-BE49-F238E27FC236}">
                <a16:creationId xmlns:a16="http://schemas.microsoft.com/office/drawing/2014/main" id="{E44E999C-2655-FF6A-8F26-1447BC134F7E}"/>
              </a:ext>
            </a:extLst>
          </p:cNvPr>
          <p:cNvSpPr txBox="1"/>
          <p:nvPr/>
        </p:nvSpPr>
        <p:spPr>
          <a:xfrm>
            <a:off x="3911287" y="79046"/>
            <a:ext cx="4892076" cy="923330"/>
          </a:xfrm>
          <a:prstGeom prst="rect">
            <a:avLst/>
          </a:prstGeom>
          <a:noFill/>
        </p:spPr>
        <p:txBody>
          <a:bodyPr wrap="square" rtlCol="0">
            <a:spAutoFit/>
          </a:bodyPr>
          <a:lstStyle/>
          <a:p>
            <a:pPr algn="ctr"/>
            <a:r>
              <a:rPr lang="fr-FR" dirty="0">
                <a:solidFill>
                  <a:srgbClr val="FF9F81"/>
                </a:solidFill>
                <a:hlinkClick r:id="rId2">
                  <a:extLst>
                    <a:ext uri="{A12FA001-AC4F-418D-AE19-62706E023703}">
                      <ahyp:hlinkClr xmlns:ahyp="http://schemas.microsoft.com/office/drawing/2018/hyperlinkcolor" val="tx"/>
                    </a:ext>
                  </a:extLst>
                </a:hlinkClick>
              </a:rPr>
              <a:t>https://dossier.parcoursup.fr/Candidat/carte</a:t>
            </a:r>
            <a:endParaRPr lang="fr-FR" dirty="0">
              <a:solidFill>
                <a:srgbClr val="FF9F81"/>
              </a:solidFill>
            </a:endParaRPr>
          </a:p>
          <a:p>
            <a:pPr algn="ctr"/>
            <a:endParaRPr lang="fr-FR" dirty="0">
              <a:solidFill>
                <a:schemeClr val="accent6"/>
              </a:solidFill>
            </a:endParaRPr>
          </a:p>
          <a:p>
            <a:pPr algn="ctr"/>
            <a:endParaRPr lang="fr-FR" dirty="0"/>
          </a:p>
        </p:txBody>
      </p:sp>
      <p:pic>
        <p:nvPicPr>
          <p:cNvPr id="2" name="Image 1">
            <a:extLst>
              <a:ext uri="{FF2B5EF4-FFF2-40B4-BE49-F238E27FC236}">
                <a16:creationId xmlns:a16="http://schemas.microsoft.com/office/drawing/2014/main" id="{2520F959-9686-4E28-8EA7-5800A77AE2B7}"/>
              </a:ext>
            </a:extLst>
          </p:cNvPr>
          <p:cNvPicPr>
            <a:picLocks noChangeAspect="1"/>
          </p:cNvPicPr>
          <p:nvPr/>
        </p:nvPicPr>
        <p:blipFill>
          <a:blip r:embed="rId3"/>
          <a:stretch>
            <a:fillRect/>
          </a:stretch>
        </p:blipFill>
        <p:spPr>
          <a:xfrm>
            <a:off x="809297" y="1597857"/>
            <a:ext cx="7693572" cy="3451050"/>
          </a:xfrm>
          <a:prstGeom prst="rect">
            <a:avLst/>
          </a:prstGeom>
        </p:spPr>
      </p:pic>
      <p:pic>
        <p:nvPicPr>
          <p:cNvPr id="3" name="Image 2">
            <a:extLst>
              <a:ext uri="{FF2B5EF4-FFF2-40B4-BE49-F238E27FC236}">
                <a16:creationId xmlns:a16="http://schemas.microsoft.com/office/drawing/2014/main" id="{20B71D46-B7E5-4CD5-BFE2-F51956DCDA27}"/>
              </a:ext>
            </a:extLst>
          </p:cNvPr>
          <p:cNvPicPr>
            <a:picLocks noChangeAspect="1"/>
          </p:cNvPicPr>
          <p:nvPr/>
        </p:nvPicPr>
        <p:blipFill>
          <a:blip r:embed="rId4"/>
          <a:stretch>
            <a:fillRect/>
          </a:stretch>
        </p:blipFill>
        <p:spPr>
          <a:xfrm>
            <a:off x="2875528" y="446118"/>
            <a:ext cx="6064469" cy="115173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5874E32B-B06A-BA5F-EABA-238B44191A0A}"/>
              </a:ext>
            </a:extLst>
          </p:cNvPr>
          <p:cNvSpPr txBox="1"/>
          <p:nvPr/>
        </p:nvSpPr>
        <p:spPr>
          <a:xfrm>
            <a:off x="2843408" y="89460"/>
            <a:ext cx="6300591" cy="461665"/>
          </a:xfrm>
          <a:prstGeom prst="rect">
            <a:avLst/>
          </a:prstGeom>
          <a:noFill/>
        </p:spPr>
        <p:txBody>
          <a:bodyPr wrap="square">
            <a:spAutoFit/>
          </a:bodyPr>
          <a:lstStyle/>
          <a:p>
            <a:pPr algn="ctr"/>
            <a:r>
              <a:rPr kumimoji="0" lang="fr-FR" sz="2400" i="0" u="none" strike="noStrike" kern="1200" cap="none" spc="0" normalizeH="0" baseline="0" noProof="0" dirty="0">
                <a:ln>
                  <a:noFill/>
                </a:ln>
                <a:solidFill>
                  <a:srgbClr val="FF9F81"/>
                </a:solidFill>
                <a:effectLst/>
                <a:uLnTx/>
                <a:uFillTx/>
                <a:latin typeface="Arial"/>
                <a:ea typeface="+mj-ea"/>
                <a:cs typeface="+mj-cs"/>
              </a:rPr>
              <a:t>Les fiches formations</a:t>
            </a:r>
            <a:endParaRPr lang="fr-FR" dirty="0">
              <a:solidFill>
                <a:srgbClr val="FF9F81"/>
              </a:solidFill>
            </a:endParaRPr>
          </a:p>
        </p:txBody>
      </p:sp>
      <p:sp>
        <p:nvSpPr>
          <p:cNvPr id="3" name="Espace réservé du texte 3">
            <a:extLst>
              <a:ext uri="{FF2B5EF4-FFF2-40B4-BE49-F238E27FC236}">
                <a16:creationId xmlns:a16="http://schemas.microsoft.com/office/drawing/2014/main" id="{B9C6743A-FB82-9027-DBF8-F9924BA089E3}"/>
              </a:ext>
            </a:extLst>
          </p:cNvPr>
          <p:cNvSpPr txBox="1">
            <a:spLocks/>
          </p:cNvSpPr>
          <p:nvPr/>
        </p:nvSpPr>
        <p:spPr>
          <a:xfrm>
            <a:off x="290945" y="955964"/>
            <a:ext cx="8769928" cy="3844636"/>
          </a:xfrm>
          <a:prstGeom prst="rect">
            <a:avLst/>
          </a:prstGeom>
        </p:spPr>
        <p:txBody>
          <a:bodyPr/>
          <a:lstStyle>
            <a:lvl1pPr marL="0" indent="0" algn="l" defTabSz="914400" rtl="0" eaLnBrk="1" latinLnBrk="0" hangingPunct="1">
              <a:lnSpc>
                <a:spcPct val="100000"/>
              </a:lnSpc>
              <a:spcBef>
                <a:spcPts val="0"/>
              </a:spcBef>
              <a:spcAft>
                <a:spcPts val="500"/>
              </a:spcAft>
              <a:buFont typeface="Arial" pitchFamily="34" charset="0"/>
              <a:buNone/>
              <a:defRPr sz="1050" b="0" kern="1200">
                <a:solidFill>
                  <a:srgbClr val="0C5076"/>
                </a:solidFill>
                <a:latin typeface="+mn-lt"/>
                <a:ea typeface="+mn-ea"/>
                <a:cs typeface="+mn-cs"/>
              </a:defRPr>
            </a:lvl1pPr>
            <a:lvl2pPr marL="252000" indent="-72000" algn="l" defTabSz="914400" rtl="0" eaLnBrk="1" latinLnBrk="0" hangingPunct="1">
              <a:lnSpc>
                <a:spcPct val="100000"/>
              </a:lnSpc>
              <a:spcBef>
                <a:spcPts val="600"/>
              </a:spcBef>
              <a:spcAft>
                <a:spcPts val="600"/>
              </a:spcAft>
              <a:buFont typeface="Arial" pitchFamily="34" charset="0"/>
              <a:buChar char="•"/>
              <a:defRPr sz="950" kern="1200">
                <a:solidFill>
                  <a:schemeClr val="tx1"/>
                </a:solidFill>
                <a:latin typeface="+mn-lt"/>
                <a:ea typeface="+mn-ea"/>
                <a:cs typeface="+mn-cs"/>
              </a:defRPr>
            </a:lvl2pPr>
            <a:lvl3pPr marL="432000" indent="-72000" algn="l" defTabSz="914400" rtl="0" eaLnBrk="1" latinLnBrk="0" hangingPunct="1">
              <a:lnSpc>
                <a:spcPct val="100000"/>
              </a:lnSpc>
              <a:spcBef>
                <a:spcPts val="100"/>
              </a:spcBef>
              <a:spcAft>
                <a:spcPts val="100"/>
              </a:spcAft>
              <a:buSzPct val="100000"/>
              <a:buFont typeface="Arial" pitchFamily="34" charset="0"/>
              <a:buChar char="•"/>
              <a:defRPr sz="850" kern="1200">
                <a:solidFill>
                  <a:schemeClr val="tx1"/>
                </a:solidFill>
                <a:latin typeface="+mn-lt"/>
                <a:ea typeface="+mn-ea"/>
                <a:cs typeface="+mn-cs"/>
              </a:defRPr>
            </a:lvl3pPr>
            <a:lvl4pPr marL="612000" indent="-72000" algn="l" defTabSz="914400" rtl="0" eaLnBrk="1" latinLnBrk="0" hangingPunct="1">
              <a:lnSpc>
                <a:spcPct val="100000"/>
              </a:lnSpc>
              <a:spcBef>
                <a:spcPts val="100"/>
              </a:spcBef>
              <a:spcAft>
                <a:spcPts val="100"/>
              </a:spcAft>
              <a:buSzPct val="100000"/>
              <a:buFont typeface="Arial" pitchFamily="34" charset="0"/>
              <a:buChar char="•"/>
              <a:defRPr sz="750" kern="1200">
                <a:solidFill>
                  <a:schemeClr val="tx1"/>
                </a:solidFill>
                <a:latin typeface="+mn-lt"/>
                <a:ea typeface="+mn-ea"/>
                <a:cs typeface="+mn-cs"/>
              </a:defRPr>
            </a:lvl4pPr>
            <a:lvl5pPr marL="828000" indent="-72000" algn="l" defTabSz="914400" rtl="0" eaLnBrk="1" latinLnBrk="0" hangingPunct="1">
              <a:lnSpc>
                <a:spcPct val="100000"/>
              </a:lnSpc>
              <a:spcBef>
                <a:spcPts val="100"/>
              </a:spcBef>
              <a:spcAft>
                <a:spcPts val="100"/>
              </a:spcAft>
              <a:buSzPct val="100000"/>
              <a:buFont typeface="Arial" pitchFamily="34" charset="0"/>
              <a:buChar char="•"/>
              <a:defRPr sz="7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indent="-285750">
              <a:buClr>
                <a:srgbClr val="ED7454"/>
              </a:buClr>
              <a:buFont typeface="Wingdings" panose="05000000000000000000" pitchFamily="2" charset="2"/>
              <a:buChar char="v"/>
            </a:pPr>
            <a:r>
              <a:rPr lang="fr-FR" sz="1400" b="1" dirty="0">
                <a:solidFill>
                  <a:schemeClr val="tx2"/>
                </a:solidFill>
              </a:rPr>
              <a:t>Statut de l’établissement </a:t>
            </a:r>
            <a:r>
              <a:rPr lang="fr-FR" sz="1400" b="1" dirty="0"/>
              <a:t>:</a:t>
            </a:r>
            <a:r>
              <a:rPr lang="fr-FR" sz="1400" dirty="0"/>
              <a:t> </a:t>
            </a:r>
            <a:r>
              <a:rPr lang="fr-FR" sz="1400" dirty="0">
                <a:solidFill>
                  <a:srgbClr val="51BAAA"/>
                </a:solidFill>
              </a:rPr>
              <a:t>public ou privé</a:t>
            </a:r>
            <a:endParaRPr lang="fr-FR" sz="1400" b="1" dirty="0">
              <a:solidFill>
                <a:schemeClr val="tx2">
                  <a:lumMod val="60000"/>
                  <a:lumOff val="40000"/>
                </a:schemeClr>
              </a:solidFill>
            </a:endParaRPr>
          </a:p>
          <a:p>
            <a:pPr marL="285750" indent="-285750">
              <a:buClr>
                <a:srgbClr val="ED7454"/>
              </a:buClr>
              <a:buFont typeface="Wingdings" panose="05000000000000000000" pitchFamily="2" charset="2"/>
              <a:buChar char="v"/>
            </a:pPr>
            <a:r>
              <a:rPr lang="fr-FR" sz="1400" b="1" dirty="0">
                <a:solidFill>
                  <a:schemeClr val="tx2"/>
                </a:solidFill>
              </a:rPr>
              <a:t>Présentation de la formation :</a:t>
            </a:r>
            <a:r>
              <a:rPr lang="fr-FR" sz="1400" b="1" dirty="0">
                <a:solidFill>
                  <a:srgbClr val="ED7454"/>
                </a:solidFill>
              </a:rPr>
              <a:t> </a:t>
            </a:r>
            <a:r>
              <a:rPr lang="fr-FR" sz="1400" dirty="0">
                <a:solidFill>
                  <a:srgbClr val="51BAAA"/>
                </a:solidFill>
              </a:rPr>
              <a:t>enseignements, les langues et options,  les possibilités d’aménagements scolaires, les frais de scolarité</a:t>
            </a:r>
            <a:endParaRPr lang="fr-FR" sz="1400" b="1" dirty="0">
              <a:solidFill>
                <a:schemeClr val="tx2">
                  <a:lumMod val="60000"/>
                  <a:lumOff val="40000"/>
                </a:schemeClr>
              </a:solidFill>
            </a:endParaRPr>
          </a:p>
          <a:p>
            <a:pPr marL="285750" indent="-285750">
              <a:buClr>
                <a:srgbClr val="ED7454"/>
              </a:buClr>
              <a:buFont typeface="Wingdings" panose="05000000000000000000" pitchFamily="2" charset="2"/>
              <a:buChar char="v"/>
            </a:pPr>
            <a:r>
              <a:rPr lang="fr-FR" sz="1400" b="1" dirty="0">
                <a:solidFill>
                  <a:schemeClr val="tx2"/>
                </a:solidFill>
              </a:rPr>
              <a:t>Les attendus de la formation :</a:t>
            </a:r>
            <a:r>
              <a:rPr lang="fr-FR" sz="1400" b="1" dirty="0">
                <a:solidFill>
                  <a:schemeClr val="tx2">
                    <a:lumMod val="60000"/>
                    <a:lumOff val="40000"/>
                  </a:schemeClr>
                </a:solidFill>
              </a:rPr>
              <a:t> </a:t>
            </a:r>
            <a:r>
              <a:rPr lang="fr-FR" sz="1400" dirty="0">
                <a:solidFill>
                  <a:srgbClr val="51BAAA"/>
                </a:solidFill>
              </a:rPr>
              <a:t>les critères d’analyse des candidatures et leur niveau d’importance</a:t>
            </a:r>
            <a:endParaRPr lang="fr-FR" sz="1400" b="1" dirty="0">
              <a:solidFill>
                <a:schemeClr val="tx2">
                  <a:lumMod val="60000"/>
                  <a:lumOff val="40000"/>
                </a:schemeClr>
              </a:solidFill>
            </a:endParaRPr>
          </a:p>
          <a:p>
            <a:pPr marL="285750" indent="-285750">
              <a:buClr>
                <a:srgbClr val="ED7454"/>
              </a:buClr>
              <a:buFont typeface="Wingdings" panose="05000000000000000000" pitchFamily="2" charset="2"/>
              <a:buChar char="v"/>
            </a:pPr>
            <a:r>
              <a:rPr lang="fr-FR" sz="1400" b="1" dirty="0">
                <a:solidFill>
                  <a:schemeClr val="tx2"/>
                </a:solidFill>
              </a:rPr>
              <a:t>Les chiffres clés  :  </a:t>
            </a:r>
            <a:r>
              <a:rPr lang="fr-FR" sz="1400" dirty="0">
                <a:solidFill>
                  <a:srgbClr val="51BAAA"/>
                </a:solidFill>
              </a:rPr>
              <a:t>le taux d’accès, les résultats de l’admission 2024, les taux de réussite/d’insertion des étudiants</a:t>
            </a:r>
            <a:endParaRPr lang="fr-FR" sz="1400" dirty="0">
              <a:solidFill>
                <a:srgbClr val="51BAAA"/>
              </a:solidFill>
              <a:cs typeface="Arial"/>
            </a:endParaRPr>
          </a:p>
          <a:p>
            <a:pPr marL="285750" indent="-285750">
              <a:buClr>
                <a:srgbClr val="ED7454"/>
              </a:buClr>
              <a:buFont typeface="Wingdings" panose="05000000000000000000" pitchFamily="2" charset="2"/>
              <a:buChar char="v"/>
            </a:pPr>
            <a:r>
              <a:rPr lang="fr-FR" sz="1400" b="1" dirty="0">
                <a:solidFill>
                  <a:schemeClr val="tx2"/>
                </a:solidFill>
              </a:rPr>
              <a:t>La poursuite d’étude et les débouchés professionnels</a:t>
            </a:r>
            <a:endParaRPr lang="fr-FR" sz="1400" b="1" dirty="0">
              <a:solidFill>
                <a:schemeClr val="tx2">
                  <a:lumMod val="60000"/>
                  <a:lumOff val="40000"/>
                </a:schemeClr>
              </a:solidFill>
            </a:endParaRPr>
          </a:p>
          <a:p>
            <a:pPr marL="285750" indent="-285750">
              <a:buClr>
                <a:srgbClr val="ED7454"/>
              </a:buClr>
              <a:buFont typeface="Wingdings" panose="05000000000000000000" pitchFamily="2" charset="2"/>
              <a:buChar char="v"/>
            </a:pPr>
            <a:r>
              <a:rPr lang="fr-FR" sz="1400" b="1" dirty="0">
                <a:solidFill>
                  <a:schemeClr val="tx2"/>
                </a:solidFill>
              </a:rPr>
              <a:t>Les contacts des référents de la formation, les dates des journées portes ouvertes, le lien vers le site de l’établissement</a:t>
            </a:r>
          </a:p>
          <a:p>
            <a:pPr marL="285750" indent="-285750">
              <a:buClr>
                <a:srgbClr val="ED7454"/>
              </a:buClr>
              <a:buFont typeface="Wingdings" panose="05000000000000000000" pitchFamily="2" charset="2"/>
              <a:buChar char="v"/>
            </a:pPr>
            <a:endParaRPr lang="fr-FR" sz="1400" b="1" dirty="0">
              <a:solidFill>
                <a:schemeClr val="tx2">
                  <a:lumMod val="60000"/>
                  <a:lumOff val="40000"/>
                </a:schemeClr>
              </a:solidFill>
              <a:cs typeface="Arial"/>
            </a:endParaRPr>
          </a:p>
        </p:txBody>
      </p:sp>
      <p:pic>
        <p:nvPicPr>
          <p:cNvPr id="5" name="Image 4">
            <a:extLst>
              <a:ext uri="{FF2B5EF4-FFF2-40B4-BE49-F238E27FC236}">
                <a16:creationId xmlns:a16="http://schemas.microsoft.com/office/drawing/2014/main" id="{72B9196A-A3E3-4171-8278-3F907CEB433C}"/>
              </a:ext>
            </a:extLst>
          </p:cNvPr>
          <p:cNvPicPr>
            <a:picLocks noChangeAspect="1"/>
          </p:cNvPicPr>
          <p:nvPr/>
        </p:nvPicPr>
        <p:blipFill>
          <a:blip r:embed="rId2"/>
          <a:stretch>
            <a:fillRect/>
          </a:stretch>
        </p:blipFill>
        <p:spPr>
          <a:xfrm>
            <a:off x="5615595" y="551125"/>
            <a:ext cx="3400900" cy="504895"/>
          </a:xfrm>
          <a:prstGeom prst="rect">
            <a:avLst/>
          </a:prstGeom>
        </p:spPr>
      </p:pic>
      <p:pic>
        <p:nvPicPr>
          <p:cNvPr id="6" name="Image 5">
            <a:extLst>
              <a:ext uri="{FF2B5EF4-FFF2-40B4-BE49-F238E27FC236}">
                <a16:creationId xmlns:a16="http://schemas.microsoft.com/office/drawing/2014/main" id="{6264D8BE-300A-4E86-8497-5BCAF1BADB81}"/>
              </a:ext>
            </a:extLst>
          </p:cNvPr>
          <p:cNvPicPr>
            <a:picLocks noChangeAspect="1"/>
          </p:cNvPicPr>
          <p:nvPr/>
        </p:nvPicPr>
        <p:blipFill>
          <a:blip r:embed="rId3"/>
          <a:stretch>
            <a:fillRect/>
          </a:stretch>
        </p:blipFill>
        <p:spPr>
          <a:xfrm>
            <a:off x="207817" y="3449698"/>
            <a:ext cx="8853055" cy="1604342"/>
          </a:xfrm>
          <a:prstGeom prst="rect">
            <a:avLst/>
          </a:prstGeom>
        </p:spPr>
      </p:pic>
    </p:spTree>
    <p:extLst>
      <p:ext uri="{BB962C8B-B14F-4D97-AF65-F5344CB8AC3E}">
        <p14:creationId xmlns:p14="http://schemas.microsoft.com/office/powerpoint/2010/main" val="24024678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04560F6-D11A-4D9C-9902-D0283D02CF5F}"/>
              </a:ext>
            </a:extLst>
          </p:cNvPr>
          <p:cNvSpPr>
            <a:spLocks noGrp="1"/>
          </p:cNvSpPr>
          <p:nvPr>
            <p:ph type="title"/>
          </p:nvPr>
        </p:nvSpPr>
        <p:spPr/>
        <p:txBody>
          <a:bodyPr/>
          <a:lstStyle/>
          <a:p>
            <a:endParaRPr lang="fr-FR"/>
          </a:p>
        </p:txBody>
      </p:sp>
      <p:sp>
        <p:nvSpPr>
          <p:cNvPr id="3" name="Espace réservé du texte 2">
            <a:extLst>
              <a:ext uri="{FF2B5EF4-FFF2-40B4-BE49-F238E27FC236}">
                <a16:creationId xmlns:a16="http://schemas.microsoft.com/office/drawing/2014/main" id="{A4773030-8F23-4B7A-A8D1-16E2BBACF5EE}"/>
              </a:ext>
            </a:extLst>
          </p:cNvPr>
          <p:cNvSpPr>
            <a:spLocks noGrp="1"/>
          </p:cNvSpPr>
          <p:nvPr>
            <p:ph type="body" sz="quarter" idx="13"/>
          </p:nvPr>
        </p:nvSpPr>
        <p:spPr/>
        <p:txBody>
          <a:bodyPr/>
          <a:lstStyle/>
          <a:p>
            <a:endParaRPr lang="fr-FR"/>
          </a:p>
        </p:txBody>
      </p:sp>
      <p:sp>
        <p:nvSpPr>
          <p:cNvPr id="4" name="Espace réservé du texte 3">
            <a:extLst>
              <a:ext uri="{FF2B5EF4-FFF2-40B4-BE49-F238E27FC236}">
                <a16:creationId xmlns:a16="http://schemas.microsoft.com/office/drawing/2014/main" id="{C6BB6342-851F-4F1D-A10D-DF4026DDA99C}"/>
              </a:ext>
            </a:extLst>
          </p:cNvPr>
          <p:cNvSpPr>
            <a:spLocks noGrp="1"/>
          </p:cNvSpPr>
          <p:nvPr>
            <p:ph type="body" sz="quarter" idx="14"/>
          </p:nvPr>
        </p:nvSpPr>
        <p:spPr/>
        <p:txBody>
          <a:bodyPr/>
          <a:lstStyle/>
          <a:p>
            <a:endParaRPr lang="fr-FR"/>
          </a:p>
        </p:txBody>
      </p:sp>
      <p:sp>
        <p:nvSpPr>
          <p:cNvPr id="5" name="Espace réservé du texte 4">
            <a:extLst>
              <a:ext uri="{FF2B5EF4-FFF2-40B4-BE49-F238E27FC236}">
                <a16:creationId xmlns:a16="http://schemas.microsoft.com/office/drawing/2014/main" id="{998B4A06-3D96-441E-9DC6-1AE5A423760E}"/>
              </a:ext>
            </a:extLst>
          </p:cNvPr>
          <p:cNvSpPr>
            <a:spLocks noGrp="1"/>
          </p:cNvSpPr>
          <p:nvPr>
            <p:ph type="body" sz="quarter" idx="15"/>
          </p:nvPr>
        </p:nvSpPr>
        <p:spPr/>
        <p:txBody>
          <a:bodyPr/>
          <a:lstStyle/>
          <a:p>
            <a:endParaRPr lang="fr-FR"/>
          </a:p>
        </p:txBody>
      </p:sp>
      <p:sp>
        <p:nvSpPr>
          <p:cNvPr id="6" name="Espace réservé du texte 5">
            <a:extLst>
              <a:ext uri="{FF2B5EF4-FFF2-40B4-BE49-F238E27FC236}">
                <a16:creationId xmlns:a16="http://schemas.microsoft.com/office/drawing/2014/main" id="{AC185DBF-91A2-4177-9658-3E4CD4F6F834}"/>
              </a:ext>
            </a:extLst>
          </p:cNvPr>
          <p:cNvSpPr>
            <a:spLocks noGrp="1"/>
          </p:cNvSpPr>
          <p:nvPr>
            <p:ph type="body" sz="quarter" idx="16"/>
          </p:nvPr>
        </p:nvSpPr>
        <p:spPr/>
        <p:txBody>
          <a:bodyPr/>
          <a:lstStyle/>
          <a:p>
            <a:endParaRPr lang="fr-FR"/>
          </a:p>
        </p:txBody>
      </p:sp>
      <p:sp>
        <p:nvSpPr>
          <p:cNvPr id="7" name="Espace réservé de la date 6">
            <a:extLst>
              <a:ext uri="{FF2B5EF4-FFF2-40B4-BE49-F238E27FC236}">
                <a16:creationId xmlns:a16="http://schemas.microsoft.com/office/drawing/2014/main" id="{4E247BDF-8B1C-4887-9607-73AA375D742E}"/>
              </a:ext>
            </a:extLst>
          </p:cNvPr>
          <p:cNvSpPr>
            <a:spLocks noGrp="1"/>
          </p:cNvSpPr>
          <p:nvPr>
            <p:ph type="dt" sz="half" idx="10"/>
          </p:nvPr>
        </p:nvSpPr>
        <p:spPr/>
        <p:txBody>
          <a:bodyPr/>
          <a:lstStyle/>
          <a:p>
            <a:pPr algn="r"/>
            <a:fld id="{74A03300-A62F-4DF5-966E-3CB9D38AC02B}" type="datetime1">
              <a:rPr lang="fr-FR" cap="all" smtClean="0"/>
              <a:pPr algn="r"/>
              <a:t>07/01/2025</a:t>
            </a:fld>
            <a:endParaRPr lang="fr-FR" cap="all" dirty="0"/>
          </a:p>
        </p:txBody>
      </p:sp>
      <p:sp>
        <p:nvSpPr>
          <p:cNvPr id="8" name="Espace réservé du numéro de diapositive 7">
            <a:extLst>
              <a:ext uri="{FF2B5EF4-FFF2-40B4-BE49-F238E27FC236}">
                <a16:creationId xmlns:a16="http://schemas.microsoft.com/office/drawing/2014/main" id="{58B06BB5-F08B-4D09-8D39-643222B6B418}"/>
              </a:ext>
            </a:extLst>
          </p:cNvPr>
          <p:cNvSpPr>
            <a:spLocks noGrp="1"/>
          </p:cNvSpPr>
          <p:nvPr>
            <p:ph type="sldNum" sz="quarter" idx="12"/>
          </p:nvPr>
        </p:nvSpPr>
        <p:spPr/>
        <p:txBody>
          <a:bodyPr/>
          <a:lstStyle/>
          <a:p>
            <a:fld id="{733122C9-A0B9-462F-8757-0847AD287B63}" type="slidenum">
              <a:rPr lang="fr-FR" smtClean="0"/>
              <a:pPr/>
              <a:t>13</a:t>
            </a:fld>
            <a:endParaRPr lang="fr-FR" dirty="0"/>
          </a:p>
        </p:txBody>
      </p:sp>
      <p:pic>
        <p:nvPicPr>
          <p:cNvPr id="10" name="Image 9">
            <a:extLst>
              <a:ext uri="{FF2B5EF4-FFF2-40B4-BE49-F238E27FC236}">
                <a16:creationId xmlns:a16="http://schemas.microsoft.com/office/drawing/2014/main" id="{EE30912C-1D20-4A32-A881-43DF087030DD}"/>
              </a:ext>
            </a:extLst>
          </p:cNvPr>
          <p:cNvPicPr>
            <a:picLocks noChangeAspect="1"/>
          </p:cNvPicPr>
          <p:nvPr/>
        </p:nvPicPr>
        <p:blipFill>
          <a:blip r:embed="rId3"/>
          <a:stretch>
            <a:fillRect/>
          </a:stretch>
        </p:blipFill>
        <p:spPr>
          <a:xfrm>
            <a:off x="0" y="135883"/>
            <a:ext cx="9144000" cy="4871734"/>
          </a:xfrm>
          <a:prstGeom prst="rect">
            <a:avLst/>
          </a:prstGeom>
        </p:spPr>
      </p:pic>
    </p:spTree>
    <p:extLst>
      <p:ext uri="{BB962C8B-B14F-4D97-AF65-F5344CB8AC3E}">
        <p14:creationId xmlns:p14="http://schemas.microsoft.com/office/powerpoint/2010/main" val="6265905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BB0CAC15-3AAB-44DE-A1B4-23D79629E8D7}"/>
              </a:ext>
            </a:extLst>
          </p:cNvPr>
          <p:cNvPicPr>
            <a:picLocks noChangeAspect="1"/>
          </p:cNvPicPr>
          <p:nvPr/>
        </p:nvPicPr>
        <p:blipFill>
          <a:blip r:embed="rId3"/>
          <a:stretch>
            <a:fillRect/>
          </a:stretch>
        </p:blipFill>
        <p:spPr>
          <a:xfrm>
            <a:off x="0" y="167883"/>
            <a:ext cx="9144000" cy="4295670"/>
          </a:xfrm>
          <a:prstGeom prst="rect">
            <a:avLst/>
          </a:prstGeom>
        </p:spPr>
      </p:pic>
    </p:spTree>
    <p:extLst>
      <p:ext uri="{BB962C8B-B14F-4D97-AF65-F5344CB8AC3E}">
        <p14:creationId xmlns:p14="http://schemas.microsoft.com/office/powerpoint/2010/main" val="14353305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680F38-3465-02C8-F9DC-3D7CD50D8A6A}"/>
              </a:ext>
            </a:extLst>
          </p:cNvPr>
          <p:cNvSpPr>
            <a:spLocks noGrp="1"/>
          </p:cNvSpPr>
          <p:nvPr>
            <p:ph type="title"/>
          </p:nvPr>
        </p:nvSpPr>
        <p:spPr/>
        <p:txBody>
          <a:bodyPr/>
          <a:lstStyle/>
          <a:p>
            <a:endParaRPr lang="fr-FR"/>
          </a:p>
        </p:txBody>
      </p:sp>
      <p:sp>
        <p:nvSpPr>
          <p:cNvPr id="4" name="Espace réservé du numéro de diapositive 3">
            <a:extLst>
              <a:ext uri="{FF2B5EF4-FFF2-40B4-BE49-F238E27FC236}">
                <a16:creationId xmlns:a16="http://schemas.microsoft.com/office/drawing/2014/main" id="{3FBC35BD-05A4-E35E-4F69-E2E759675B1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3122C9-A0B9-462F-8757-0847AD287B63}" type="slidenum">
              <a:rPr kumimoji="0" lang="fr-FR" sz="1400" b="0" i="0" u="none" strike="noStrike" kern="1200" cap="none" spc="0" normalizeH="0" baseline="0" noProof="0" smtClean="0">
                <a:ln>
                  <a:noFill/>
                </a:ln>
                <a:solidFill>
                  <a:srgbClr val="FF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fr-FR" sz="1400" b="0" i="0" u="none" strike="noStrike" kern="1200" cap="none" spc="0" normalizeH="0" baseline="0" noProof="0" dirty="0">
              <a:ln>
                <a:noFill/>
              </a:ln>
              <a:solidFill>
                <a:srgbClr val="FF0000"/>
              </a:solidFill>
              <a:effectLst/>
              <a:uLnTx/>
              <a:uFillTx/>
              <a:latin typeface="Arial"/>
              <a:ea typeface="+mn-ea"/>
              <a:cs typeface="+mn-cs"/>
            </a:endParaRPr>
          </a:p>
        </p:txBody>
      </p:sp>
      <p:sp>
        <p:nvSpPr>
          <p:cNvPr id="5" name="Espace réservé du texte 4">
            <a:extLst>
              <a:ext uri="{FF2B5EF4-FFF2-40B4-BE49-F238E27FC236}">
                <a16:creationId xmlns:a16="http://schemas.microsoft.com/office/drawing/2014/main" id="{62847EE9-E140-4DF7-1211-FE213BE326B9}"/>
              </a:ext>
            </a:extLst>
          </p:cNvPr>
          <p:cNvSpPr>
            <a:spLocks noGrp="1"/>
          </p:cNvSpPr>
          <p:nvPr>
            <p:ph type="body" sz="quarter" idx="13"/>
          </p:nvPr>
        </p:nvSpPr>
        <p:spPr>
          <a:xfrm>
            <a:off x="726510" y="1657113"/>
            <a:ext cx="7728558" cy="2501527"/>
          </a:xfrm>
        </p:spPr>
        <p:txBody>
          <a:bodyPr/>
          <a:lstStyle/>
          <a:p>
            <a:pPr lvl="0" algn="ctr">
              <a:spcAft>
                <a:spcPts val="499"/>
              </a:spcAft>
              <a:buNone/>
            </a:pPr>
            <a:r>
              <a:rPr lang="fr-FR" sz="3200" u="sng" dirty="0">
                <a:solidFill>
                  <a:schemeClr val="accent4">
                    <a:lumMod val="75000"/>
                  </a:schemeClr>
                </a:solidFill>
              </a:rPr>
              <a:t>ETAPE 2 :</a:t>
            </a:r>
          </a:p>
          <a:p>
            <a:pPr lvl="0" algn="ctr">
              <a:spcAft>
                <a:spcPts val="499"/>
              </a:spcAft>
              <a:buNone/>
            </a:pPr>
            <a:endParaRPr lang="fr-FR" sz="3200" dirty="0">
              <a:solidFill>
                <a:schemeClr val="accent4">
                  <a:lumMod val="75000"/>
                </a:schemeClr>
              </a:solidFill>
            </a:endParaRPr>
          </a:p>
          <a:p>
            <a:pPr lvl="0" algn="ctr">
              <a:spcAft>
                <a:spcPts val="499"/>
              </a:spcAft>
              <a:buNone/>
            </a:pPr>
            <a:r>
              <a:rPr lang="fr-FR" sz="3200" dirty="0">
                <a:solidFill>
                  <a:schemeClr val="accent4">
                    <a:lumMod val="75000"/>
                  </a:schemeClr>
                </a:solidFill>
              </a:rPr>
              <a:t>Je formule mes vœux et</a:t>
            </a:r>
          </a:p>
          <a:p>
            <a:pPr lvl="0" algn="ctr">
              <a:spcAft>
                <a:spcPts val="499"/>
              </a:spcAft>
              <a:buNone/>
            </a:pPr>
            <a:r>
              <a:rPr lang="fr-FR" dirty="0">
                <a:solidFill>
                  <a:schemeClr val="accent4">
                    <a:lumMod val="75000"/>
                  </a:schemeClr>
                </a:solidFill>
              </a:rPr>
              <a:t>f</a:t>
            </a:r>
            <a:r>
              <a:rPr lang="fr-FR" sz="3200" dirty="0">
                <a:solidFill>
                  <a:schemeClr val="accent4">
                    <a:lumMod val="75000"/>
                  </a:schemeClr>
                </a:solidFill>
              </a:rPr>
              <a:t>inalise mon dossier</a:t>
            </a:r>
          </a:p>
          <a:p>
            <a:endParaRPr lang="fr-FR" dirty="0"/>
          </a:p>
        </p:txBody>
      </p:sp>
      <p:pic>
        <p:nvPicPr>
          <p:cNvPr id="6" name="Image 5">
            <a:extLst>
              <a:ext uri="{FF2B5EF4-FFF2-40B4-BE49-F238E27FC236}">
                <a16:creationId xmlns:a16="http://schemas.microsoft.com/office/drawing/2014/main" id="{BD42687A-3D78-4165-9551-345D031358C8}"/>
              </a:ext>
            </a:extLst>
          </p:cNvPr>
          <p:cNvPicPr>
            <a:picLocks noChangeAspect="1"/>
          </p:cNvPicPr>
          <p:nvPr/>
        </p:nvPicPr>
        <p:blipFill>
          <a:blip r:embed="rId2"/>
          <a:stretch>
            <a:fillRect/>
          </a:stretch>
        </p:blipFill>
        <p:spPr>
          <a:xfrm>
            <a:off x="2780412" y="90000"/>
            <a:ext cx="6363588" cy="1000265"/>
          </a:xfrm>
          <a:prstGeom prst="rect">
            <a:avLst/>
          </a:prstGeom>
        </p:spPr>
      </p:pic>
    </p:spTree>
    <p:extLst>
      <p:ext uri="{BB962C8B-B14F-4D97-AF65-F5344CB8AC3E}">
        <p14:creationId xmlns:p14="http://schemas.microsoft.com/office/powerpoint/2010/main" val="34299272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CFA1D2E5-A0DA-4751-A108-202B022D30CB}"/>
              </a:ext>
            </a:extLst>
          </p:cNvPr>
          <p:cNvSpPr>
            <a:spLocks noGrp="1"/>
          </p:cNvSpPr>
          <p:nvPr>
            <p:ph type="sldNum" sz="quarter" idx="12"/>
          </p:nvPr>
        </p:nvSpPr>
        <p:spPr/>
        <p:txBody>
          <a:bodyPr/>
          <a:lstStyle/>
          <a:p>
            <a:fld id="{733122C9-A0B9-462F-8757-0847AD287B63}" type="slidenum">
              <a:rPr lang="fr-FR" smtClean="0"/>
              <a:pPr/>
              <a:t>16</a:t>
            </a:fld>
            <a:endParaRPr lang="fr-FR" dirty="0"/>
          </a:p>
        </p:txBody>
      </p:sp>
      <p:sp>
        <p:nvSpPr>
          <p:cNvPr id="4" name="Titre 3">
            <a:extLst>
              <a:ext uri="{FF2B5EF4-FFF2-40B4-BE49-F238E27FC236}">
                <a16:creationId xmlns:a16="http://schemas.microsoft.com/office/drawing/2014/main" id="{FC25A4A5-B2C9-43C0-AF94-2E1D185537CF}"/>
              </a:ext>
            </a:extLst>
          </p:cNvPr>
          <p:cNvSpPr>
            <a:spLocks noGrp="1"/>
          </p:cNvSpPr>
          <p:nvPr>
            <p:ph type="title"/>
          </p:nvPr>
        </p:nvSpPr>
        <p:spPr/>
        <p:txBody>
          <a:bodyPr/>
          <a:lstStyle/>
          <a:p>
            <a:endParaRPr lang="fr-FR"/>
          </a:p>
        </p:txBody>
      </p:sp>
      <p:sp>
        <p:nvSpPr>
          <p:cNvPr id="5" name="Espace réservé du contenu 4">
            <a:extLst>
              <a:ext uri="{FF2B5EF4-FFF2-40B4-BE49-F238E27FC236}">
                <a16:creationId xmlns:a16="http://schemas.microsoft.com/office/drawing/2014/main" id="{0A154C55-2E75-4067-99E2-251BD18E1CD3}"/>
              </a:ext>
            </a:extLst>
          </p:cNvPr>
          <p:cNvSpPr>
            <a:spLocks noGrp="1"/>
          </p:cNvSpPr>
          <p:nvPr>
            <p:ph sz="quarter" idx="14"/>
          </p:nvPr>
        </p:nvSpPr>
        <p:spPr/>
        <p:txBody>
          <a:bodyPr/>
          <a:lstStyle/>
          <a:p>
            <a:endParaRPr lang="fr-FR"/>
          </a:p>
        </p:txBody>
      </p:sp>
      <p:sp>
        <p:nvSpPr>
          <p:cNvPr id="6" name="Espace réservé du texte 5">
            <a:extLst>
              <a:ext uri="{FF2B5EF4-FFF2-40B4-BE49-F238E27FC236}">
                <a16:creationId xmlns:a16="http://schemas.microsoft.com/office/drawing/2014/main" id="{1EACADB7-4A6D-4FC7-A0F1-72EEE9E37CE5}"/>
              </a:ext>
            </a:extLst>
          </p:cNvPr>
          <p:cNvSpPr>
            <a:spLocks noGrp="1"/>
          </p:cNvSpPr>
          <p:nvPr>
            <p:ph type="body" sz="quarter" idx="13"/>
          </p:nvPr>
        </p:nvSpPr>
        <p:spPr/>
        <p:txBody>
          <a:bodyPr/>
          <a:lstStyle/>
          <a:p>
            <a:endParaRPr lang="fr-FR"/>
          </a:p>
        </p:txBody>
      </p:sp>
      <p:pic>
        <p:nvPicPr>
          <p:cNvPr id="7" name="Image 6">
            <a:extLst>
              <a:ext uri="{FF2B5EF4-FFF2-40B4-BE49-F238E27FC236}">
                <a16:creationId xmlns:a16="http://schemas.microsoft.com/office/drawing/2014/main" id="{93D33CBA-07AC-424F-B574-9E9F7256DF3E}"/>
              </a:ext>
            </a:extLst>
          </p:cNvPr>
          <p:cNvPicPr>
            <a:picLocks noChangeAspect="1"/>
          </p:cNvPicPr>
          <p:nvPr/>
        </p:nvPicPr>
        <p:blipFill>
          <a:blip r:embed="rId2"/>
          <a:stretch>
            <a:fillRect/>
          </a:stretch>
        </p:blipFill>
        <p:spPr>
          <a:xfrm>
            <a:off x="428065" y="180000"/>
            <a:ext cx="8287867" cy="4536702"/>
          </a:xfrm>
          <a:prstGeom prst="rect">
            <a:avLst/>
          </a:prstGeom>
        </p:spPr>
      </p:pic>
    </p:spTree>
    <p:extLst>
      <p:ext uri="{BB962C8B-B14F-4D97-AF65-F5344CB8AC3E}">
        <p14:creationId xmlns:p14="http://schemas.microsoft.com/office/powerpoint/2010/main" val="5165747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30BE04C1-8722-4BD4-9E38-26235445FFC5}"/>
              </a:ext>
            </a:extLst>
          </p:cNvPr>
          <p:cNvPicPr>
            <a:picLocks noChangeAspect="1"/>
          </p:cNvPicPr>
          <p:nvPr/>
        </p:nvPicPr>
        <p:blipFill>
          <a:blip r:embed="rId2"/>
          <a:stretch>
            <a:fillRect/>
          </a:stretch>
        </p:blipFill>
        <p:spPr>
          <a:xfrm>
            <a:off x="310055" y="857550"/>
            <a:ext cx="8523890" cy="3834166"/>
          </a:xfrm>
          <a:prstGeom prst="rect">
            <a:avLst/>
          </a:prstGeom>
        </p:spPr>
      </p:pic>
      <p:pic>
        <p:nvPicPr>
          <p:cNvPr id="3" name="Image 2">
            <a:extLst>
              <a:ext uri="{FF2B5EF4-FFF2-40B4-BE49-F238E27FC236}">
                <a16:creationId xmlns:a16="http://schemas.microsoft.com/office/drawing/2014/main" id="{010C20B8-3924-47C6-AEB2-EFB53C20447C}"/>
              </a:ext>
            </a:extLst>
          </p:cNvPr>
          <p:cNvPicPr>
            <a:picLocks noChangeAspect="1"/>
          </p:cNvPicPr>
          <p:nvPr/>
        </p:nvPicPr>
        <p:blipFill>
          <a:blip r:embed="rId3"/>
          <a:stretch>
            <a:fillRect/>
          </a:stretch>
        </p:blipFill>
        <p:spPr>
          <a:xfrm>
            <a:off x="5496855" y="132166"/>
            <a:ext cx="3153215" cy="48584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Espace réservé du numéro de diapositive 2"/>
          <p:cNvSpPr>
            <a:spLocks noGrp="1"/>
          </p:cNvSpPr>
          <p:nvPr>
            <p:ph type="sldNum" sz="quarter" idx="12"/>
          </p:nvPr>
        </p:nvSpPr>
        <p:spPr/>
        <p:txBody>
          <a:bodyPr/>
          <a:lstStyle/>
          <a:p>
            <a:fld id="{733122C9-A0B9-462F-8757-0847AD287B63}" type="slidenum">
              <a:rPr lang="fr-FR" smtClean="0"/>
              <a:pPr/>
              <a:t>18</a:t>
            </a:fld>
            <a:endParaRPr lang="fr-FR" dirty="0"/>
          </a:p>
        </p:txBody>
      </p:sp>
      <p:sp>
        <p:nvSpPr>
          <p:cNvPr id="6" name="Espace réservé du texte 5"/>
          <p:cNvSpPr>
            <a:spLocks noGrp="1"/>
          </p:cNvSpPr>
          <p:nvPr>
            <p:ph type="body" sz="quarter" idx="13"/>
          </p:nvPr>
        </p:nvSpPr>
        <p:spPr/>
        <p:txBody>
          <a:bodyPr/>
          <a:lstStyle/>
          <a:p>
            <a:endParaRPr lang="fr-FR"/>
          </a:p>
        </p:txBody>
      </p:sp>
      <p:pic>
        <p:nvPicPr>
          <p:cNvPr id="5" name="Image 4">
            <a:extLst>
              <a:ext uri="{FF2B5EF4-FFF2-40B4-BE49-F238E27FC236}">
                <a16:creationId xmlns:a16="http://schemas.microsoft.com/office/drawing/2014/main" id="{03292F12-B5F1-4AD2-A707-1C728E20F9A5}"/>
              </a:ext>
            </a:extLst>
          </p:cNvPr>
          <p:cNvPicPr>
            <a:picLocks noChangeAspect="1"/>
          </p:cNvPicPr>
          <p:nvPr/>
        </p:nvPicPr>
        <p:blipFill>
          <a:blip r:embed="rId2"/>
          <a:stretch>
            <a:fillRect/>
          </a:stretch>
        </p:blipFill>
        <p:spPr>
          <a:xfrm>
            <a:off x="500248" y="876577"/>
            <a:ext cx="8176208" cy="3758511"/>
          </a:xfrm>
          <a:prstGeom prst="rect">
            <a:avLst/>
          </a:prstGeom>
        </p:spPr>
      </p:pic>
      <p:pic>
        <p:nvPicPr>
          <p:cNvPr id="10" name="Image 9">
            <a:extLst>
              <a:ext uri="{FF2B5EF4-FFF2-40B4-BE49-F238E27FC236}">
                <a16:creationId xmlns:a16="http://schemas.microsoft.com/office/drawing/2014/main" id="{B11F0C98-155D-40B8-B84A-ECCBD6862028}"/>
              </a:ext>
            </a:extLst>
          </p:cNvPr>
          <p:cNvPicPr>
            <a:picLocks noChangeAspect="1"/>
          </p:cNvPicPr>
          <p:nvPr/>
        </p:nvPicPr>
        <p:blipFill>
          <a:blip r:embed="rId3"/>
          <a:stretch>
            <a:fillRect/>
          </a:stretch>
        </p:blipFill>
        <p:spPr>
          <a:xfrm>
            <a:off x="3930869" y="73012"/>
            <a:ext cx="5112206" cy="803565"/>
          </a:xfrm>
          <a:prstGeom prst="rect">
            <a:avLst/>
          </a:prstGeom>
        </p:spPr>
      </p:pic>
      <p:pic>
        <p:nvPicPr>
          <p:cNvPr id="11" name="Image 10">
            <a:extLst>
              <a:ext uri="{FF2B5EF4-FFF2-40B4-BE49-F238E27FC236}">
                <a16:creationId xmlns:a16="http://schemas.microsoft.com/office/drawing/2014/main" id="{885D1D33-9CB7-49B0-9474-FD83F038CBA1}"/>
              </a:ext>
            </a:extLst>
          </p:cNvPr>
          <p:cNvPicPr>
            <a:picLocks noChangeAspect="1"/>
          </p:cNvPicPr>
          <p:nvPr/>
        </p:nvPicPr>
        <p:blipFill>
          <a:blip r:embed="rId4" cstate="print">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rot="10207633" flipH="1" flipV="1">
            <a:off x="85871" y="2617656"/>
            <a:ext cx="576897" cy="479637"/>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620C13FF-D9EE-E7CC-C608-433421BB242C}"/>
              </a:ext>
            </a:extLst>
          </p:cNvPr>
          <p:cNvSpPr txBox="1"/>
          <p:nvPr/>
        </p:nvSpPr>
        <p:spPr>
          <a:xfrm>
            <a:off x="3713018" y="181341"/>
            <a:ext cx="4572000"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499"/>
              </a:spcAft>
              <a:buClrTx/>
              <a:buSzTx/>
              <a:buFontTx/>
              <a:buNone/>
              <a:tabLst/>
              <a:defRPr/>
            </a:pPr>
            <a:r>
              <a:rPr kumimoji="0" lang="fr-FR" sz="2400" b="0" i="0" u="none" strike="noStrike" kern="1200" cap="none" spc="0" normalizeH="0" baseline="0" noProof="0" dirty="0">
                <a:ln>
                  <a:noFill/>
                </a:ln>
                <a:solidFill>
                  <a:srgbClr val="0070C0"/>
                </a:solidFill>
                <a:effectLst/>
                <a:uLnTx/>
                <a:uFillTx/>
                <a:latin typeface="Arial"/>
                <a:ea typeface="+mn-ea"/>
                <a:cs typeface="+mn-cs"/>
              </a:rPr>
              <a:t>Les principales règles à retenir</a:t>
            </a:r>
          </a:p>
        </p:txBody>
      </p:sp>
      <p:sp>
        <p:nvSpPr>
          <p:cNvPr id="5" name="ZoneTexte 4">
            <a:extLst>
              <a:ext uri="{FF2B5EF4-FFF2-40B4-BE49-F238E27FC236}">
                <a16:creationId xmlns:a16="http://schemas.microsoft.com/office/drawing/2014/main" id="{C9564136-FA73-6DDB-781D-BF183186F8A5}"/>
              </a:ext>
            </a:extLst>
          </p:cNvPr>
          <p:cNvSpPr txBox="1"/>
          <p:nvPr/>
        </p:nvSpPr>
        <p:spPr>
          <a:xfrm>
            <a:off x="311728" y="935181"/>
            <a:ext cx="8520544" cy="3206006"/>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1417"/>
              </a:spcAft>
              <a:buClrTx/>
              <a:buSzPct val="45000"/>
              <a:buFont typeface="Wingdings" panose="05000000000000000000" pitchFamily="2" charset="2"/>
              <a:buChar char="Ø"/>
              <a:tabLst/>
              <a:defRPr/>
            </a:pPr>
            <a:r>
              <a:rPr kumimoji="0" lang="fr-FR" sz="1600" i="0" u="none" strike="noStrike" kern="1200" cap="none" spc="0" normalizeH="0" baseline="0" noProof="0" dirty="0">
                <a:ln>
                  <a:noFill/>
                </a:ln>
                <a:solidFill>
                  <a:schemeClr val="tx2"/>
                </a:solidFill>
                <a:effectLst/>
                <a:uLnTx/>
                <a:uFillTx/>
                <a:latin typeface="Arial" pitchFamily="18"/>
                <a:ea typeface="Microsoft YaHei" pitchFamily="2"/>
                <a:cs typeface="Mangal" pitchFamily="2"/>
              </a:rPr>
              <a:t>Jusqu’à 10 vœux et 10 vœux supplémentaires pour des formations en apprentissage</a:t>
            </a:r>
            <a:endParaRPr lang="fr-FR" sz="1600" dirty="0">
              <a:solidFill>
                <a:schemeClr val="tx2"/>
              </a:solidFill>
              <a:latin typeface="Arial" pitchFamily="18"/>
              <a:ea typeface="Microsoft YaHei" pitchFamily="2"/>
              <a:cs typeface="Mangal" pitchFamily="2"/>
            </a:endParaRPr>
          </a:p>
          <a:p>
            <a:pPr marL="285750" marR="0" lvl="0" indent="-285750" algn="l" defTabSz="914400" rtl="0" eaLnBrk="1" fontAlgn="auto" latinLnBrk="0" hangingPunct="1">
              <a:lnSpc>
                <a:spcPct val="100000"/>
              </a:lnSpc>
              <a:spcBef>
                <a:spcPts val="0"/>
              </a:spcBef>
              <a:spcAft>
                <a:spcPts val="1417"/>
              </a:spcAft>
              <a:buClrTx/>
              <a:buSzPct val="45000"/>
              <a:buFont typeface="Wingdings" panose="05000000000000000000" pitchFamily="2" charset="2"/>
              <a:buChar char="Ø"/>
              <a:tabLst/>
              <a:defRPr/>
            </a:pPr>
            <a:r>
              <a:rPr kumimoji="0" lang="fr-FR" sz="1600" i="0" u="none" strike="noStrike" kern="1200" cap="none" spc="0" normalizeH="0" baseline="0" noProof="0" dirty="0">
                <a:ln>
                  <a:noFill/>
                </a:ln>
                <a:solidFill>
                  <a:schemeClr val="tx2"/>
                </a:solidFill>
                <a:effectLst/>
                <a:uLnTx/>
                <a:uFillTx/>
                <a:latin typeface="Arial" pitchFamily="18"/>
                <a:ea typeface="Microsoft YaHei" pitchFamily="2"/>
                <a:cs typeface="Mangal" pitchFamily="2"/>
              </a:rPr>
              <a:t>Possibilité de faire des sous-vœux pour certaines filières (classes prépa, BTS, BUT, école de commerce, d'ingénieurs, IFSI…) </a:t>
            </a:r>
          </a:p>
          <a:p>
            <a:pPr marL="285750" marR="0" lvl="0" indent="-285750" algn="l" defTabSz="914400" rtl="0" eaLnBrk="1" fontAlgn="auto" latinLnBrk="0" hangingPunct="1">
              <a:lnSpc>
                <a:spcPct val="100000"/>
              </a:lnSpc>
              <a:spcBef>
                <a:spcPts val="0"/>
              </a:spcBef>
              <a:spcAft>
                <a:spcPts val="1417"/>
              </a:spcAft>
              <a:buClrTx/>
              <a:buSzPct val="45000"/>
              <a:buFont typeface="Wingdings" panose="05000000000000000000" pitchFamily="2" charset="2"/>
              <a:buChar char="Ø"/>
              <a:tabLst/>
              <a:defRPr/>
            </a:pPr>
            <a:r>
              <a:rPr kumimoji="0" lang="fr-FR" sz="1600" i="0" u="none" strike="noStrike" kern="1200" cap="none" spc="0" normalizeH="0" baseline="0" noProof="0" dirty="0">
                <a:ln>
                  <a:noFill/>
                </a:ln>
                <a:solidFill>
                  <a:schemeClr val="tx2"/>
                </a:solidFill>
                <a:effectLst/>
                <a:uLnTx/>
                <a:uFillTx/>
                <a:latin typeface="Arial" pitchFamily="18"/>
                <a:ea typeface="Microsoft YaHei" pitchFamily="2"/>
                <a:cs typeface="Mangal" pitchFamily="2"/>
              </a:rPr>
              <a:t>Les vœux ne sont pas hiérarchisés : une réponse est apportée pour chaque vœu formulé</a:t>
            </a:r>
          </a:p>
          <a:p>
            <a:pPr marL="285750" marR="0" lvl="0" indent="-285750" algn="l" defTabSz="914400" rtl="0" eaLnBrk="1" fontAlgn="auto" latinLnBrk="0" hangingPunct="1">
              <a:lnSpc>
                <a:spcPct val="100000"/>
              </a:lnSpc>
              <a:spcBef>
                <a:spcPts val="0"/>
              </a:spcBef>
              <a:spcAft>
                <a:spcPts val="1417"/>
              </a:spcAft>
              <a:buClrTx/>
              <a:buSzPct val="45000"/>
              <a:buFont typeface="Wingdings" panose="05000000000000000000" pitchFamily="2" charset="2"/>
              <a:buChar char="Ø"/>
              <a:tabLst/>
              <a:defRPr/>
            </a:pPr>
            <a:r>
              <a:rPr kumimoji="0" lang="fr-FR" sz="1600" i="0" u="none" strike="noStrike" kern="1200" cap="none" spc="0" normalizeH="0" baseline="0" noProof="0" dirty="0">
                <a:ln>
                  <a:noFill/>
                </a:ln>
                <a:solidFill>
                  <a:schemeClr val="tx2"/>
                </a:solidFill>
                <a:effectLst/>
                <a:uLnTx/>
                <a:uFillTx/>
                <a:latin typeface="Arial" pitchFamily="18"/>
                <a:ea typeface="Microsoft YaHei" pitchFamily="2"/>
                <a:cs typeface="Mangal" pitchFamily="2"/>
              </a:rPr>
              <a:t>La date de formulation du vœu n’est pas prise en compte pour l’examen du dossier </a:t>
            </a:r>
          </a:p>
          <a:p>
            <a:pPr marL="285750" marR="0" lvl="0" indent="-285750" algn="l" defTabSz="914400" rtl="0" eaLnBrk="1" fontAlgn="auto" latinLnBrk="0" hangingPunct="1">
              <a:lnSpc>
                <a:spcPct val="100000"/>
              </a:lnSpc>
              <a:spcBef>
                <a:spcPts val="0"/>
              </a:spcBef>
              <a:spcAft>
                <a:spcPts val="1417"/>
              </a:spcAft>
              <a:buClrTx/>
              <a:buSzPct val="45000"/>
              <a:buFont typeface="Wingdings" panose="05000000000000000000" pitchFamily="2" charset="2"/>
              <a:buChar char="Ø"/>
              <a:tabLst/>
              <a:defRPr/>
            </a:pPr>
            <a:r>
              <a:rPr kumimoji="0" lang="fr-FR" sz="1600" i="0" u="none" strike="noStrike" kern="1200" cap="none" spc="0" normalizeH="0" baseline="0" noProof="0" dirty="0">
                <a:ln>
                  <a:noFill/>
                </a:ln>
                <a:solidFill>
                  <a:schemeClr val="tx2"/>
                </a:solidFill>
                <a:effectLst/>
                <a:uLnTx/>
                <a:uFillTx/>
                <a:latin typeface="Arial" pitchFamily="18"/>
                <a:ea typeface="Microsoft YaHei" pitchFamily="2"/>
                <a:cs typeface="Mangal" pitchFamily="2"/>
              </a:rPr>
              <a:t>Chaque formation n’a connaissance que des vœux formulés pour elle (elle ne connait pas les autres vœux formulés  par les candidats)</a:t>
            </a:r>
          </a:p>
          <a:p>
            <a:pPr marL="285750" marR="0" lvl="0" indent="-285750" algn="l" defTabSz="914400" rtl="0" eaLnBrk="1" fontAlgn="auto" latinLnBrk="0" hangingPunct="1">
              <a:lnSpc>
                <a:spcPct val="100000"/>
              </a:lnSpc>
              <a:spcBef>
                <a:spcPts val="0"/>
              </a:spcBef>
              <a:spcAft>
                <a:spcPts val="1417"/>
              </a:spcAft>
              <a:buClrTx/>
              <a:buSzPct val="45000"/>
              <a:buFont typeface="Wingdings" panose="05000000000000000000" pitchFamily="2" charset="2"/>
              <a:buChar char="Ø"/>
              <a:tabLst/>
              <a:defRPr/>
            </a:pPr>
            <a:r>
              <a:rPr kumimoji="0" lang="fr-FR" sz="1600" i="0" u="none" strike="noStrike" kern="1200" cap="none" spc="0" normalizeH="0" baseline="0" noProof="0" dirty="0">
                <a:ln>
                  <a:noFill/>
                </a:ln>
                <a:solidFill>
                  <a:schemeClr val="tx2"/>
                </a:solidFill>
                <a:effectLst/>
                <a:uLnTx/>
                <a:uFillTx/>
                <a:latin typeface="Arial" pitchFamily="18"/>
                <a:ea typeface="Microsoft YaHei" pitchFamily="2"/>
                <a:cs typeface="Mangal" pitchFamily="2"/>
              </a:rPr>
              <a:t>Quand un candidat accepte une formation, il a toujours la possibilité de conserver des vœux pour lesquels il est en liste d’attente et qui l’intéressent davantage</a:t>
            </a:r>
          </a:p>
        </p:txBody>
      </p:sp>
      <p:pic>
        <p:nvPicPr>
          <p:cNvPr id="2" name="Image 1">
            <a:extLst>
              <a:ext uri="{FF2B5EF4-FFF2-40B4-BE49-F238E27FC236}">
                <a16:creationId xmlns:a16="http://schemas.microsoft.com/office/drawing/2014/main" id="{D2AD33A4-7F0F-40EC-89CB-03219E24584C}"/>
              </a:ext>
            </a:extLst>
          </p:cNvPr>
          <p:cNvPicPr>
            <a:picLocks noChangeAspect="1"/>
          </p:cNvPicPr>
          <p:nvPr/>
        </p:nvPicPr>
        <p:blipFill>
          <a:blip r:embed="rId2"/>
          <a:stretch>
            <a:fillRect/>
          </a:stretch>
        </p:blipFill>
        <p:spPr>
          <a:xfrm>
            <a:off x="241738" y="97929"/>
            <a:ext cx="8660524" cy="4626315"/>
          </a:xfrm>
          <a:prstGeom prst="rect">
            <a:avLst/>
          </a:prstGeom>
        </p:spPr>
      </p:pic>
    </p:spTree>
    <p:extLst>
      <p:ext uri="{BB962C8B-B14F-4D97-AF65-F5344CB8AC3E}">
        <p14:creationId xmlns:p14="http://schemas.microsoft.com/office/powerpoint/2010/main" val="140269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D3E88FDB-A936-41A6-98EC-76A02D73541D}"/>
              </a:ext>
            </a:extLst>
          </p:cNvPr>
          <p:cNvPicPr>
            <a:picLocks noChangeAspect="1"/>
          </p:cNvPicPr>
          <p:nvPr/>
        </p:nvPicPr>
        <p:blipFill>
          <a:blip r:embed="rId3"/>
          <a:stretch>
            <a:fillRect/>
          </a:stretch>
        </p:blipFill>
        <p:spPr>
          <a:xfrm>
            <a:off x="0" y="161671"/>
            <a:ext cx="9144000" cy="4820158"/>
          </a:xfrm>
          <a:prstGeom prst="rect">
            <a:avLst/>
          </a:prstGeom>
        </p:spPr>
      </p:pic>
    </p:spTree>
    <p:extLst>
      <p:ext uri="{BB962C8B-B14F-4D97-AF65-F5344CB8AC3E}">
        <p14:creationId xmlns:p14="http://schemas.microsoft.com/office/powerpoint/2010/main" val="14537231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 name="CustomShape 2"/>
          <p:cNvSpPr/>
          <p:nvPr/>
        </p:nvSpPr>
        <p:spPr>
          <a:xfrm>
            <a:off x="375781" y="977030"/>
            <a:ext cx="8281138" cy="3745282"/>
          </a:xfrm>
          <a:prstGeom prst="rect">
            <a:avLst/>
          </a:prstGeom>
          <a:noFill/>
          <a:ln w="0">
            <a:noFill/>
          </a:ln>
        </p:spPr>
        <p:style>
          <a:lnRef idx="0">
            <a:scrgbClr r="0" g="0" b="0"/>
          </a:lnRef>
          <a:fillRef idx="0">
            <a:scrgbClr r="0" g="0" b="0"/>
          </a:fillRef>
          <a:effectRef idx="0">
            <a:scrgbClr r="0" g="0" b="0"/>
          </a:effectRef>
          <a:fontRef idx="minor"/>
        </p:style>
        <p:txBody>
          <a:bodyPr lIns="0" tIns="0" rIns="0" bIns="0">
            <a:noAutofit/>
          </a:bodyPr>
          <a:lstStyle/>
          <a:p>
            <a:pPr marL="285750" indent="-285750">
              <a:spcBef>
                <a:spcPts val="360"/>
              </a:spcBef>
              <a:spcAft>
                <a:spcPts val="300"/>
              </a:spcAft>
              <a:buFont typeface="Wingdings" panose="05000000000000000000" pitchFamily="2" charset="2"/>
              <a:buChar char="Ø"/>
              <a:tabLst>
                <a:tab pos="0" algn="l"/>
              </a:tabLst>
            </a:pPr>
            <a:r>
              <a:rPr lang="fr-FR" b="1" strike="noStrike" spc="-1" dirty="0">
                <a:latin typeface="Arial"/>
                <a:ea typeface="DejaVu Sans"/>
              </a:rPr>
              <a:t>Un vœu multiple est un regroupement de plusieurs formations similaires</a:t>
            </a:r>
            <a:r>
              <a:rPr lang="fr-FR" b="0" strike="noStrike" spc="-1" dirty="0">
                <a:latin typeface="Arial"/>
                <a:ea typeface="Times New Roman"/>
              </a:rPr>
              <a:t> </a:t>
            </a:r>
            <a:r>
              <a:rPr lang="fr-FR" sz="1400" b="0" i="1" strike="noStrike" spc="-1" dirty="0">
                <a:solidFill>
                  <a:srgbClr val="51BAAA"/>
                </a:solidFill>
                <a:latin typeface="Arial"/>
                <a:ea typeface="Times New Roman"/>
              </a:rPr>
              <a:t>(exemple : le vœu multiple BTS « Management commercial opérationnel » qui regroupe toutes les formations de BTS « Management commercial opérationnel » en France)</a:t>
            </a:r>
            <a:endParaRPr lang="fr-FR" sz="1400" i="1" spc="-1" dirty="0">
              <a:solidFill>
                <a:srgbClr val="51BAAA"/>
              </a:solidFill>
              <a:latin typeface="Arial"/>
              <a:ea typeface="Times New Roman"/>
            </a:endParaRPr>
          </a:p>
          <a:p>
            <a:pPr marL="285750" indent="-285750">
              <a:spcBef>
                <a:spcPts val="360"/>
              </a:spcBef>
              <a:spcAft>
                <a:spcPts val="300"/>
              </a:spcAft>
              <a:buFont typeface="Wingdings" panose="05000000000000000000" pitchFamily="2" charset="2"/>
              <a:buChar char="Ø"/>
              <a:tabLst>
                <a:tab pos="0" algn="l"/>
              </a:tabLst>
            </a:pPr>
            <a:r>
              <a:rPr lang="fr-FR" b="1" strike="noStrike" spc="-1" dirty="0">
                <a:latin typeface="Arial"/>
                <a:ea typeface="Times New Roman"/>
              </a:rPr>
              <a:t>Un vœu multiple compte pour un vœu </a:t>
            </a:r>
            <a:r>
              <a:rPr lang="fr-FR" b="0" strike="noStrike" spc="-1" dirty="0">
                <a:latin typeface="Arial"/>
                <a:ea typeface="Times New Roman"/>
              </a:rPr>
              <a:t>parmi les 10 vœux possibles</a:t>
            </a:r>
            <a:endParaRPr lang="fr-FR" b="1" strike="noStrike" spc="-1" dirty="0">
              <a:latin typeface="Arial"/>
              <a:ea typeface="Times New Roman"/>
            </a:endParaRPr>
          </a:p>
          <a:p>
            <a:pPr marL="285750" indent="-285750">
              <a:spcBef>
                <a:spcPts val="360"/>
              </a:spcBef>
              <a:spcAft>
                <a:spcPts val="300"/>
              </a:spcAft>
              <a:buFont typeface="Wingdings" panose="05000000000000000000" pitchFamily="2" charset="2"/>
              <a:buChar char="Ø"/>
              <a:tabLst>
                <a:tab pos="0" algn="l"/>
              </a:tabLst>
            </a:pPr>
            <a:r>
              <a:rPr lang="fr-FR" b="1" strike="noStrike" spc="-1" dirty="0">
                <a:latin typeface="Arial"/>
                <a:ea typeface="Times New Roman"/>
              </a:rPr>
              <a:t> Chaque vœu multiple est composé de sous-vœux qui correspondent chacun à un établissement différent.</a:t>
            </a:r>
            <a:r>
              <a:rPr lang="fr-FR" b="0" strike="noStrike" spc="-1" dirty="0">
                <a:latin typeface="Arial"/>
                <a:ea typeface="Times New Roman"/>
              </a:rPr>
              <a:t> </a:t>
            </a:r>
            <a:r>
              <a:rPr lang="fr-FR" sz="1600" b="0" strike="noStrike" spc="-1" dirty="0">
                <a:solidFill>
                  <a:srgbClr val="51BAAA"/>
                </a:solidFill>
                <a:latin typeface="Arial"/>
                <a:ea typeface="Times New Roman"/>
              </a:rPr>
              <a:t>Vous pouvez choisir un ou plusieurs établissements, sans avoir besoin de les classer</a:t>
            </a:r>
            <a:r>
              <a:rPr lang="fr-FR" b="0" strike="noStrike" spc="-1" dirty="0">
                <a:solidFill>
                  <a:srgbClr val="51BAAA"/>
                </a:solidFill>
                <a:latin typeface="Arial"/>
                <a:ea typeface="Times New Roman"/>
              </a:rPr>
              <a:t>.</a:t>
            </a:r>
          </a:p>
          <a:p>
            <a:pPr marL="285750" indent="-285750">
              <a:spcBef>
                <a:spcPts val="360"/>
              </a:spcBef>
              <a:spcAft>
                <a:spcPts val="300"/>
              </a:spcAft>
              <a:buFont typeface="Wingdings" panose="05000000000000000000" pitchFamily="2" charset="2"/>
              <a:buChar char="Ø"/>
              <a:tabLst>
                <a:tab pos="0" algn="l"/>
              </a:tabLst>
            </a:pPr>
            <a:r>
              <a:rPr lang="fr-FR" b="1" spc="-1" dirty="0">
                <a:ea typeface="Times New Roman"/>
              </a:rPr>
              <a:t>Sauf exception </a:t>
            </a:r>
            <a:r>
              <a:rPr lang="fr-FR" sz="1600" b="1" spc="-1" dirty="0">
                <a:ea typeface="Times New Roman"/>
              </a:rPr>
              <a:t>(</a:t>
            </a:r>
            <a:r>
              <a:rPr lang="fr-FR" sz="1600" b="1" spc="-1" dirty="0">
                <a:solidFill>
                  <a:srgbClr val="FF0000"/>
                </a:solidFill>
                <a:ea typeface="Times New Roman"/>
              </a:rPr>
              <a:t>PASS Ile-de-France</a:t>
            </a:r>
            <a:r>
              <a:rPr lang="fr-FR" sz="1600" b="1" spc="-1" dirty="0">
                <a:ea typeface="Times New Roman"/>
              </a:rPr>
              <a:t>), </a:t>
            </a:r>
            <a:r>
              <a:rPr lang="fr-FR" b="1" spc="-1" dirty="0">
                <a:ea typeface="Times New Roman"/>
              </a:rPr>
              <a:t>il n’y a pas de vœu multiple pour les licences</a:t>
            </a:r>
            <a:endParaRPr lang="fr-FR" b="0" strike="noStrike" spc="-1" dirty="0">
              <a:solidFill>
                <a:srgbClr val="51BAAA"/>
              </a:solidFill>
              <a:latin typeface="Arial"/>
            </a:endParaRPr>
          </a:p>
        </p:txBody>
      </p:sp>
      <p:sp>
        <p:nvSpPr>
          <p:cNvPr id="2" name="ZoneTexte 1">
            <a:extLst>
              <a:ext uri="{FF2B5EF4-FFF2-40B4-BE49-F238E27FC236}">
                <a16:creationId xmlns:a16="http://schemas.microsoft.com/office/drawing/2014/main" id="{9D3C2E6F-42CD-6230-5CCA-97FAF24019F0}"/>
              </a:ext>
            </a:extLst>
          </p:cNvPr>
          <p:cNvSpPr txBox="1"/>
          <p:nvPr/>
        </p:nvSpPr>
        <p:spPr>
          <a:xfrm>
            <a:off x="3713018" y="181341"/>
            <a:ext cx="4572000"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499"/>
              </a:spcAft>
              <a:buClrTx/>
              <a:buSzTx/>
              <a:buFontTx/>
              <a:buNone/>
              <a:tabLst/>
              <a:defRPr/>
            </a:pPr>
            <a:r>
              <a:rPr kumimoji="0" lang="fr-FR" sz="2400" b="0" i="0" u="none" strike="noStrike" kern="1200" cap="none" spc="0" normalizeH="0" baseline="0" noProof="0" dirty="0">
                <a:ln>
                  <a:noFill/>
                </a:ln>
                <a:solidFill>
                  <a:srgbClr val="0070C0"/>
                </a:solidFill>
                <a:effectLst/>
                <a:uLnTx/>
                <a:uFillTx/>
                <a:latin typeface="Arial"/>
                <a:ea typeface="+mn-ea"/>
                <a:cs typeface="+mn-cs"/>
              </a:rPr>
              <a:t>Focus sur les vœux multiples</a:t>
            </a:r>
          </a:p>
        </p:txBody>
      </p:sp>
      <p:pic>
        <p:nvPicPr>
          <p:cNvPr id="3" name="Image 2">
            <a:extLst>
              <a:ext uri="{FF2B5EF4-FFF2-40B4-BE49-F238E27FC236}">
                <a16:creationId xmlns:a16="http://schemas.microsoft.com/office/drawing/2014/main" id="{8F23935B-E1F4-4837-9C99-32ED8F873664}"/>
              </a:ext>
            </a:extLst>
          </p:cNvPr>
          <p:cNvPicPr>
            <a:picLocks noChangeAspect="1"/>
          </p:cNvPicPr>
          <p:nvPr/>
        </p:nvPicPr>
        <p:blipFill>
          <a:blip r:embed="rId2"/>
          <a:stretch>
            <a:fillRect/>
          </a:stretch>
        </p:blipFill>
        <p:spPr>
          <a:xfrm>
            <a:off x="187890" y="3797148"/>
            <a:ext cx="8768219" cy="92516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5A17C1CB-9398-1D97-A279-509DE6930C1B}"/>
              </a:ext>
            </a:extLst>
          </p:cNvPr>
          <p:cNvSpPr txBox="1"/>
          <p:nvPr/>
        </p:nvSpPr>
        <p:spPr>
          <a:xfrm>
            <a:off x="3713018" y="181341"/>
            <a:ext cx="4572000"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499"/>
              </a:spcAft>
              <a:buClrTx/>
              <a:buSzTx/>
              <a:buFontTx/>
              <a:buNone/>
              <a:tabLst/>
              <a:defRPr/>
            </a:pPr>
            <a:r>
              <a:rPr kumimoji="0" lang="fr-FR" sz="2400" b="0" i="0" u="none" strike="noStrike" kern="1200" cap="none" spc="0" normalizeH="0" baseline="0" noProof="0" dirty="0">
                <a:ln>
                  <a:noFill/>
                </a:ln>
                <a:solidFill>
                  <a:srgbClr val="0070C0"/>
                </a:solidFill>
                <a:effectLst/>
                <a:uLnTx/>
                <a:uFillTx/>
                <a:latin typeface="Arial"/>
                <a:ea typeface="+mn-ea"/>
                <a:cs typeface="+mn-cs"/>
              </a:rPr>
              <a:t>Focus sur les vœux multiples</a:t>
            </a:r>
          </a:p>
        </p:txBody>
      </p:sp>
      <p:sp>
        <p:nvSpPr>
          <p:cNvPr id="4" name="ZoneTexte 3">
            <a:extLst>
              <a:ext uri="{FF2B5EF4-FFF2-40B4-BE49-F238E27FC236}">
                <a16:creationId xmlns:a16="http://schemas.microsoft.com/office/drawing/2014/main" id="{7A2AA015-6AFC-ED1E-9494-9D749591CBD3}"/>
              </a:ext>
            </a:extLst>
          </p:cNvPr>
          <p:cNvSpPr txBox="1"/>
          <p:nvPr/>
        </p:nvSpPr>
        <p:spPr>
          <a:xfrm>
            <a:off x="462085" y="1402152"/>
            <a:ext cx="8219830" cy="3596947"/>
          </a:xfrm>
          <a:prstGeom prst="rect">
            <a:avLst/>
          </a:prstGeom>
          <a:noFill/>
        </p:spPr>
        <p:txBody>
          <a:bodyPr wrap="square">
            <a:spAutoFit/>
          </a:bodyPr>
          <a:lstStyle/>
          <a:p>
            <a:pPr>
              <a:spcAft>
                <a:spcPts val="499"/>
              </a:spcAft>
              <a:buNone/>
            </a:pPr>
            <a:r>
              <a:rPr lang="fr-FR" b="1" dirty="0"/>
              <a:t>Nombre de sous-vœux limité </a:t>
            </a:r>
            <a:r>
              <a:rPr lang="fr-FR" dirty="0"/>
              <a:t>(10 max/vœu multiple dans la limite de 20 sous-vœux au total) pour les formations suivantes :</a:t>
            </a:r>
          </a:p>
          <a:p>
            <a:pPr marL="285750" lvl="0" indent="-285750">
              <a:spcBef>
                <a:spcPts val="300"/>
              </a:spcBef>
              <a:spcAft>
                <a:spcPts val="300"/>
              </a:spcAft>
              <a:buClr>
                <a:schemeClr val="tx1"/>
              </a:buClr>
              <a:buFont typeface="Wingdings" panose="05000000000000000000" pitchFamily="2" charset="2"/>
              <a:buChar char="Ø"/>
            </a:pPr>
            <a:r>
              <a:rPr lang="fr-FR" sz="1400" dirty="0"/>
              <a:t>Les </a:t>
            </a:r>
            <a:r>
              <a:rPr lang="fr-FR" sz="1400" b="1" dirty="0"/>
              <a:t>BTS et les BUT </a:t>
            </a:r>
            <a:r>
              <a:rPr lang="fr-FR" sz="1400" dirty="0">
                <a:solidFill>
                  <a:srgbClr val="51BAAA"/>
                </a:solidFill>
              </a:rPr>
              <a:t>regroupés par spécialité à l’échelle nationale</a:t>
            </a:r>
          </a:p>
          <a:p>
            <a:pPr marL="285750" lvl="0" indent="-285750">
              <a:spcBef>
                <a:spcPts val="300"/>
              </a:spcBef>
              <a:spcAft>
                <a:spcPts val="300"/>
              </a:spcAft>
              <a:buClr>
                <a:schemeClr val="tx1"/>
              </a:buClr>
              <a:buFont typeface="Wingdings" panose="05000000000000000000" pitchFamily="2" charset="2"/>
              <a:buChar char="Ø"/>
            </a:pPr>
            <a:r>
              <a:rPr lang="fr-FR" sz="1400" dirty="0"/>
              <a:t>Les </a:t>
            </a:r>
            <a:r>
              <a:rPr lang="fr-FR" sz="1400" b="1" dirty="0"/>
              <a:t>classes prépas (CPGE) </a:t>
            </a:r>
            <a:r>
              <a:rPr lang="fr-FR" sz="1400" dirty="0">
                <a:solidFill>
                  <a:srgbClr val="51BAAA"/>
                </a:solidFill>
              </a:rPr>
              <a:t>regroupés par voie à l’échelle nationale</a:t>
            </a:r>
          </a:p>
          <a:p>
            <a:pPr marL="285750" lvl="0" indent="-285750">
              <a:spcBef>
                <a:spcPts val="300"/>
              </a:spcBef>
              <a:spcAft>
                <a:spcPts val="300"/>
              </a:spcAft>
              <a:buClr>
                <a:schemeClr val="tx1"/>
              </a:buClr>
              <a:buFont typeface="Wingdings" panose="05000000000000000000" pitchFamily="2" charset="2"/>
              <a:buChar char="Ø"/>
            </a:pPr>
            <a:r>
              <a:rPr lang="fr-FR" sz="1400" dirty="0"/>
              <a:t>Les </a:t>
            </a:r>
            <a:r>
              <a:rPr lang="fr-FR" sz="1400" b="1" dirty="0"/>
              <a:t>DN MADE </a:t>
            </a:r>
            <a:r>
              <a:rPr lang="fr-FR" sz="1400" dirty="0">
                <a:solidFill>
                  <a:srgbClr val="51BAAA"/>
                </a:solidFill>
              </a:rPr>
              <a:t>regroupés par mention à l’échelle nationale</a:t>
            </a:r>
          </a:p>
          <a:p>
            <a:pPr marL="285750" lvl="0" indent="-285750">
              <a:spcBef>
                <a:spcPts val="300"/>
              </a:spcBef>
              <a:spcAft>
                <a:spcPts val="300"/>
              </a:spcAft>
              <a:buClr>
                <a:schemeClr val="tx1"/>
              </a:buClr>
              <a:buFont typeface="Wingdings" panose="05000000000000000000" pitchFamily="2" charset="2"/>
              <a:buChar char="Ø"/>
            </a:pPr>
            <a:r>
              <a:rPr lang="fr-FR" sz="1400" dirty="0"/>
              <a:t>Les </a:t>
            </a:r>
            <a:r>
              <a:rPr lang="fr-FR" sz="1400" b="1" dirty="0"/>
              <a:t>DCG</a:t>
            </a:r>
            <a:r>
              <a:rPr lang="fr-FR" sz="1400" b="0" dirty="0"/>
              <a:t> (diplôme de comptabilité et de gestion) </a:t>
            </a:r>
            <a:r>
              <a:rPr lang="fr-FR" sz="1400" dirty="0">
                <a:solidFill>
                  <a:srgbClr val="51BAAA"/>
                </a:solidFill>
              </a:rPr>
              <a:t>regroupés à l’échelle nationale</a:t>
            </a:r>
          </a:p>
          <a:p>
            <a:pPr marL="285750" indent="-285750">
              <a:spcBef>
                <a:spcPts val="300"/>
              </a:spcBef>
              <a:spcAft>
                <a:spcPts val="300"/>
              </a:spcAft>
              <a:buClr>
                <a:schemeClr val="tx1"/>
              </a:buClr>
              <a:buFont typeface="Wingdings" panose="05000000000000000000" pitchFamily="2" charset="2"/>
              <a:buChar char="Ø"/>
            </a:pPr>
            <a:r>
              <a:rPr lang="fr-FR" sz="1400" dirty="0"/>
              <a:t>Les </a:t>
            </a:r>
            <a:r>
              <a:rPr lang="fr-FR" sz="1400" b="1" dirty="0"/>
              <a:t>EFTS </a:t>
            </a:r>
            <a:r>
              <a:rPr lang="fr-FR" sz="1400" dirty="0"/>
              <a:t>(établissements de formation en travail social) </a:t>
            </a:r>
            <a:r>
              <a:rPr lang="fr-FR" sz="1400" dirty="0">
                <a:solidFill>
                  <a:srgbClr val="51BAAA"/>
                </a:solidFill>
              </a:rPr>
              <a:t>regroupés par diplôme d’Etat à l’échelle nationale</a:t>
            </a:r>
          </a:p>
          <a:p>
            <a:pPr marL="285750" lvl="0" indent="-285750">
              <a:spcBef>
                <a:spcPts val="300"/>
              </a:spcBef>
              <a:spcAft>
                <a:spcPts val="300"/>
              </a:spcAft>
              <a:buClr>
                <a:schemeClr val="tx1"/>
              </a:buClr>
              <a:buFont typeface="Wingdings" panose="05000000000000000000" pitchFamily="2" charset="2"/>
              <a:buChar char="Ø"/>
            </a:pPr>
            <a:r>
              <a:rPr lang="fr-FR" sz="1400" b="0" dirty="0"/>
              <a:t>Les </a:t>
            </a:r>
            <a:r>
              <a:rPr lang="fr-FR" sz="1400" b="1" dirty="0"/>
              <a:t>DNA</a:t>
            </a:r>
            <a:r>
              <a:rPr lang="fr-FR" sz="1400" b="0" dirty="0"/>
              <a:t> (diplôme nationale d’art) </a:t>
            </a:r>
            <a:r>
              <a:rPr lang="fr-FR" sz="1400" dirty="0">
                <a:solidFill>
                  <a:srgbClr val="51BAAA"/>
                </a:solidFill>
              </a:rPr>
              <a:t>proposés par les écoles d’art du ministère de la culture regroupés par mention à l’échelle nationale</a:t>
            </a:r>
            <a:r>
              <a:rPr lang="fr-FR" sz="1400" dirty="0"/>
              <a:t>   </a:t>
            </a:r>
          </a:p>
          <a:p>
            <a:pPr lvl="0">
              <a:lnSpc>
                <a:spcPct val="150000"/>
              </a:lnSpc>
              <a:spcAft>
                <a:spcPts val="499"/>
              </a:spcAft>
              <a:buClr>
                <a:srgbClr val="F28E65"/>
              </a:buClr>
            </a:pPr>
            <a:endParaRPr lang="fr-FR" sz="1400" dirty="0"/>
          </a:p>
          <a:p>
            <a:pPr lvl="0">
              <a:lnSpc>
                <a:spcPct val="150000"/>
              </a:lnSpc>
              <a:spcAft>
                <a:spcPts val="499"/>
              </a:spcAft>
              <a:buClr>
                <a:srgbClr val="F28E65"/>
              </a:buClr>
            </a:pPr>
            <a:endParaRPr lang="fr-FR" sz="1400" dirty="0"/>
          </a:p>
        </p:txBody>
      </p:sp>
    </p:spTree>
    <p:extLst>
      <p:ext uri="{BB962C8B-B14F-4D97-AF65-F5344CB8AC3E}">
        <p14:creationId xmlns:p14="http://schemas.microsoft.com/office/powerpoint/2010/main" val="42927042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5A17C1CB-9398-1D97-A279-509DE6930C1B}"/>
              </a:ext>
            </a:extLst>
          </p:cNvPr>
          <p:cNvSpPr txBox="1"/>
          <p:nvPr/>
        </p:nvSpPr>
        <p:spPr>
          <a:xfrm>
            <a:off x="3713018" y="181341"/>
            <a:ext cx="4572000"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499"/>
              </a:spcAft>
              <a:buClrTx/>
              <a:buSzTx/>
              <a:buFontTx/>
              <a:buNone/>
              <a:tabLst/>
              <a:defRPr/>
            </a:pPr>
            <a:r>
              <a:rPr kumimoji="0" lang="fr-FR" sz="2400" b="0" i="0" u="none" strike="noStrike" kern="1200" cap="none" spc="0" normalizeH="0" baseline="0" noProof="0" dirty="0">
                <a:ln>
                  <a:noFill/>
                </a:ln>
                <a:solidFill>
                  <a:srgbClr val="0070C0"/>
                </a:solidFill>
                <a:effectLst/>
                <a:uLnTx/>
                <a:uFillTx/>
                <a:latin typeface="Arial"/>
                <a:ea typeface="+mn-ea"/>
                <a:cs typeface="+mn-cs"/>
              </a:rPr>
              <a:t>Focus sur les vœux multiples</a:t>
            </a:r>
          </a:p>
        </p:txBody>
      </p:sp>
      <p:sp>
        <p:nvSpPr>
          <p:cNvPr id="4" name="ZoneTexte 3">
            <a:extLst>
              <a:ext uri="{FF2B5EF4-FFF2-40B4-BE49-F238E27FC236}">
                <a16:creationId xmlns:a16="http://schemas.microsoft.com/office/drawing/2014/main" id="{7A2AA015-6AFC-ED1E-9494-9D749591CBD3}"/>
              </a:ext>
            </a:extLst>
          </p:cNvPr>
          <p:cNvSpPr txBox="1"/>
          <p:nvPr/>
        </p:nvSpPr>
        <p:spPr>
          <a:xfrm>
            <a:off x="343213" y="1260313"/>
            <a:ext cx="8457574" cy="3178884"/>
          </a:xfrm>
          <a:prstGeom prst="rect">
            <a:avLst/>
          </a:prstGeom>
          <a:noFill/>
        </p:spPr>
        <p:txBody>
          <a:bodyPr wrap="square">
            <a:spAutoFit/>
          </a:bodyPr>
          <a:lstStyle/>
          <a:p>
            <a:pPr lvl="0">
              <a:lnSpc>
                <a:spcPct val="150000"/>
              </a:lnSpc>
              <a:spcAft>
                <a:spcPts val="499"/>
              </a:spcAft>
              <a:buClr>
                <a:srgbClr val="F28E65"/>
              </a:buClr>
            </a:pPr>
            <a:r>
              <a:rPr lang="fr-FR" b="1" dirty="0"/>
              <a:t>Nombre de sous-vœux </a:t>
            </a:r>
            <a:r>
              <a:rPr lang="fr-FR" b="1" u="sng" dirty="0"/>
              <a:t>non limité</a:t>
            </a:r>
            <a:r>
              <a:rPr lang="fr-FR" b="1" dirty="0"/>
              <a:t> </a:t>
            </a:r>
            <a:r>
              <a:rPr lang="fr-FR" dirty="0"/>
              <a:t>pour les formations suivantes :</a:t>
            </a:r>
          </a:p>
          <a:p>
            <a:pPr marL="285750" lvl="0" indent="-285750">
              <a:spcAft>
                <a:spcPts val="499"/>
              </a:spcAft>
              <a:buClr>
                <a:schemeClr val="tx1"/>
              </a:buClr>
              <a:buFont typeface="Wingdings" panose="05000000000000000000" pitchFamily="2" charset="2"/>
              <a:buChar char="Ø"/>
            </a:pPr>
            <a:r>
              <a:rPr lang="fr-FR" sz="1400" dirty="0"/>
              <a:t>Les </a:t>
            </a:r>
            <a:r>
              <a:rPr lang="fr-FR" sz="1400" b="1" dirty="0"/>
              <a:t>IFSI</a:t>
            </a:r>
            <a:r>
              <a:rPr lang="fr-FR" sz="1400" dirty="0"/>
              <a:t> (instituts de formation en soins infirmiers) </a:t>
            </a:r>
            <a:r>
              <a:rPr lang="fr-FR" sz="1400" b="0" dirty="0"/>
              <a:t>et </a:t>
            </a:r>
            <a:r>
              <a:rPr lang="fr-FR" sz="1400" dirty="0"/>
              <a:t>les </a:t>
            </a:r>
            <a:r>
              <a:rPr lang="fr-FR" sz="1400" b="1" dirty="0"/>
              <a:t>instituts d'orthophonie, orthoptie et audioprothèse </a:t>
            </a:r>
            <a:r>
              <a:rPr lang="fr-FR" sz="1400" b="0" dirty="0">
                <a:solidFill>
                  <a:srgbClr val="51BAAA"/>
                </a:solidFill>
              </a:rPr>
              <a:t>regroupés à </a:t>
            </a:r>
            <a:r>
              <a:rPr lang="fr-FR" sz="1400" dirty="0">
                <a:solidFill>
                  <a:srgbClr val="51BAAA"/>
                </a:solidFill>
              </a:rPr>
              <a:t>l’échelle territoriale</a:t>
            </a:r>
          </a:p>
          <a:p>
            <a:pPr marL="742950" lvl="1" indent="-285750">
              <a:spcAft>
                <a:spcPts val="499"/>
              </a:spcAft>
              <a:buClr>
                <a:schemeClr val="tx1"/>
              </a:buClr>
              <a:buFont typeface="Wingdings" panose="05000000000000000000" pitchFamily="2" charset="2"/>
              <a:buChar char="Ø"/>
            </a:pPr>
            <a:r>
              <a:rPr lang="fr-FR" sz="1400" i="1" dirty="0">
                <a:solidFill>
                  <a:srgbClr val="FF0000"/>
                </a:solidFill>
              </a:rPr>
              <a:t>Rappel : </a:t>
            </a:r>
            <a:r>
              <a:rPr lang="fr-FR" sz="1400" i="1" dirty="0"/>
              <a:t>limitation à 5 vœux multiples maximum par filière</a:t>
            </a:r>
          </a:p>
          <a:p>
            <a:pPr marL="285750" lvl="0" indent="-285750">
              <a:spcAft>
                <a:spcPts val="499"/>
              </a:spcAft>
              <a:buClr>
                <a:schemeClr val="tx1"/>
              </a:buClr>
              <a:buFont typeface="Wingdings" panose="05000000000000000000" pitchFamily="2" charset="2"/>
              <a:buChar char="Ø"/>
            </a:pPr>
            <a:r>
              <a:rPr lang="fr-FR" sz="1400" dirty="0"/>
              <a:t>Les </a:t>
            </a:r>
            <a:r>
              <a:rPr lang="fr-FR" sz="1400" b="1" dirty="0"/>
              <a:t>écoles d'ingénieurs et de commerce/management </a:t>
            </a:r>
            <a:r>
              <a:rPr lang="fr-FR" sz="1400" b="0" dirty="0">
                <a:solidFill>
                  <a:srgbClr val="51BAAA"/>
                </a:solidFill>
              </a:rPr>
              <a:t>regroupées </a:t>
            </a:r>
            <a:r>
              <a:rPr lang="fr-FR" sz="1400" dirty="0">
                <a:solidFill>
                  <a:srgbClr val="51BAAA"/>
                </a:solidFill>
              </a:rPr>
              <a:t>en réseau </a:t>
            </a:r>
            <a:r>
              <a:rPr lang="fr-FR" sz="1400" b="0" dirty="0">
                <a:solidFill>
                  <a:srgbClr val="51BAAA"/>
                </a:solidFill>
              </a:rPr>
              <a:t>et qui </a:t>
            </a:r>
            <a:r>
              <a:rPr lang="fr-FR" sz="1400" dirty="0">
                <a:solidFill>
                  <a:srgbClr val="51BAAA"/>
                </a:solidFill>
              </a:rPr>
              <a:t>recrutent sur concours commun (ou sélection commune)</a:t>
            </a:r>
            <a:r>
              <a:rPr lang="fr-FR" sz="1400" dirty="0"/>
              <a:t> </a:t>
            </a:r>
            <a:endParaRPr lang="fr-FR" sz="1400" dirty="0">
              <a:solidFill>
                <a:srgbClr val="51BAAA"/>
              </a:solidFill>
            </a:endParaRPr>
          </a:p>
          <a:p>
            <a:pPr marL="285750" lvl="0" indent="-285750">
              <a:spcAft>
                <a:spcPts val="499"/>
              </a:spcAft>
              <a:buClr>
                <a:schemeClr val="tx1"/>
              </a:buClr>
              <a:buFont typeface="Wingdings" panose="05000000000000000000" pitchFamily="2" charset="2"/>
              <a:buChar char="Ø"/>
            </a:pPr>
            <a:r>
              <a:rPr lang="fr-FR" sz="1400" dirty="0"/>
              <a:t>Le </a:t>
            </a:r>
            <a:r>
              <a:rPr lang="fr-FR" sz="1400" b="1" dirty="0"/>
              <a:t>réseau des Sciences Po / IEP </a:t>
            </a:r>
            <a:r>
              <a:rPr lang="fr-FR" sz="1400" b="0" dirty="0"/>
              <a:t>(Aix, Lille, Lyon, Rennes, Saint-Germain-en-Laye, Strasbourg et Toulouse) et </a:t>
            </a:r>
            <a:r>
              <a:rPr lang="fr-FR" sz="1400" b="1" dirty="0"/>
              <a:t>Sciences Po / IEP Paris</a:t>
            </a:r>
          </a:p>
          <a:p>
            <a:pPr marL="285750" lvl="0" indent="-285750">
              <a:spcAft>
                <a:spcPts val="499"/>
              </a:spcAft>
              <a:buClr>
                <a:schemeClr val="tx1"/>
              </a:buClr>
              <a:buFont typeface="Wingdings" panose="05000000000000000000" pitchFamily="2" charset="2"/>
              <a:buChar char="Ø"/>
            </a:pPr>
            <a:r>
              <a:rPr lang="fr-FR" sz="1400" dirty="0"/>
              <a:t>Les </a:t>
            </a:r>
            <a:r>
              <a:rPr lang="fr-FR" sz="1400" b="1" dirty="0"/>
              <a:t>parcours spécifiques "accès santé" (PASS) en Ile-de-France </a:t>
            </a:r>
            <a:r>
              <a:rPr lang="fr-FR" sz="1400" b="0" dirty="0"/>
              <a:t>regroupés à l’échelle régionale</a:t>
            </a:r>
          </a:p>
          <a:p>
            <a:pPr marL="285750" lvl="0" indent="-285750">
              <a:spcAft>
                <a:spcPts val="499"/>
              </a:spcAft>
              <a:buClr>
                <a:schemeClr val="tx1"/>
              </a:buClr>
              <a:buFont typeface="Wingdings" panose="05000000000000000000" pitchFamily="2" charset="2"/>
              <a:buChar char="Ø"/>
            </a:pPr>
            <a:r>
              <a:rPr lang="fr-FR" sz="1400" dirty="0"/>
              <a:t>Le </a:t>
            </a:r>
            <a:r>
              <a:rPr lang="fr-FR" sz="1400" b="1" dirty="0"/>
              <a:t>concours commun des écoles nationales vétérinaires</a:t>
            </a:r>
            <a:r>
              <a:rPr lang="fr-FR" sz="1400" dirty="0"/>
              <a:t>    </a:t>
            </a:r>
          </a:p>
          <a:p>
            <a:pPr lvl="0">
              <a:lnSpc>
                <a:spcPct val="150000"/>
              </a:lnSpc>
              <a:spcAft>
                <a:spcPts val="499"/>
              </a:spcAft>
              <a:buClr>
                <a:srgbClr val="F28E65"/>
              </a:buClr>
            </a:pPr>
            <a:endParaRPr lang="fr-FR" sz="1400" dirty="0"/>
          </a:p>
        </p:txBody>
      </p:sp>
    </p:spTree>
    <p:extLst>
      <p:ext uri="{BB962C8B-B14F-4D97-AF65-F5344CB8AC3E}">
        <p14:creationId xmlns:p14="http://schemas.microsoft.com/office/powerpoint/2010/main" val="3361437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5A17C1CB-9398-1D97-A279-509DE6930C1B}"/>
              </a:ext>
            </a:extLst>
          </p:cNvPr>
          <p:cNvSpPr txBox="1"/>
          <p:nvPr/>
        </p:nvSpPr>
        <p:spPr>
          <a:xfrm>
            <a:off x="3713018" y="181341"/>
            <a:ext cx="4572000"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499"/>
              </a:spcAft>
              <a:buClrTx/>
              <a:buSzTx/>
              <a:buFontTx/>
              <a:buNone/>
              <a:tabLst/>
              <a:defRPr/>
            </a:pPr>
            <a:r>
              <a:rPr kumimoji="0" lang="fr-FR" sz="2400" b="0" i="0" u="none" strike="noStrike" kern="1200" cap="none" spc="0" normalizeH="0" baseline="0" noProof="0" dirty="0">
                <a:ln>
                  <a:noFill/>
                </a:ln>
                <a:solidFill>
                  <a:srgbClr val="0070C0"/>
                </a:solidFill>
                <a:effectLst/>
                <a:uLnTx/>
                <a:uFillTx/>
                <a:latin typeface="Arial"/>
                <a:ea typeface="+mn-ea"/>
                <a:cs typeface="+mn-cs"/>
              </a:rPr>
              <a:t>Focus sur les vœux multiples</a:t>
            </a:r>
          </a:p>
        </p:txBody>
      </p:sp>
      <p:pic>
        <p:nvPicPr>
          <p:cNvPr id="3" name="Image 2">
            <a:extLst>
              <a:ext uri="{FF2B5EF4-FFF2-40B4-BE49-F238E27FC236}">
                <a16:creationId xmlns:a16="http://schemas.microsoft.com/office/drawing/2014/main" id="{19452CAC-0BEB-48BC-9966-61C72B5E2D55}"/>
              </a:ext>
            </a:extLst>
          </p:cNvPr>
          <p:cNvPicPr>
            <a:picLocks noChangeAspect="1"/>
          </p:cNvPicPr>
          <p:nvPr/>
        </p:nvPicPr>
        <p:blipFill>
          <a:blip r:embed="rId3"/>
          <a:stretch>
            <a:fillRect/>
          </a:stretch>
        </p:blipFill>
        <p:spPr>
          <a:xfrm>
            <a:off x="279800" y="1237341"/>
            <a:ext cx="8584399" cy="2986217"/>
          </a:xfrm>
          <a:prstGeom prst="rect">
            <a:avLst/>
          </a:prstGeom>
        </p:spPr>
      </p:pic>
    </p:spTree>
    <p:extLst>
      <p:ext uri="{BB962C8B-B14F-4D97-AF65-F5344CB8AC3E}">
        <p14:creationId xmlns:p14="http://schemas.microsoft.com/office/powerpoint/2010/main" val="16927730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 name="CustomShape 1"/>
          <p:cNvSpPr/>
          <p:nvPr/>
        </p:nvSpPr>
        <p:spPr>
          <a:xfrm>
            <a:off x="360000" y="900000"/>
            <a:ext cx="8422560" cy="718560"/>
          </a:xfrm>
          <a:prstGeom prst="rect">
            <a:avLst/>
          </a:prstGeom>
          <a:noFill/>
          <a:ln w="0">
            <a:noFill/>
          </a:ln>
        </p:spPr>
        <p:style>
          <a:lnRef idx="0">
            <a:scrgbClr r="0" g="0" b="0"/>
          </a:lnRef>
          <a:fillRef idx="0">
            <a:scrgbClr r="0" g="0" b="0"/>
          </a:fillRef>
          <a:effectRef idx="0">
            <a:scrgbClr r="0" g="0" b="0"/>
          </a:effectRef>
          <a:fontRef idx="minor"/>
        </p:style>
        <p:txBody>
          <a:bodyPr lIns="0" tIns="0" rIns="0" bIns="0">
            <a:noAutofit/>
          </a:bodyPr>
          <a:lstStyle/>
          <a:p>
            <a:pPr marL="0" marR="0" lvl="0" indent="0" algn="l" defTabSz="914400" rtl="0" eaLnBrk="1" fontAlgn="auto" latinLnBrk="0" hangingPunct="1">
              <a:lnSpc>
                <a:spcPct val="90000"/>
              </a:lnSpc>
              <a:spcBef>
                <a:spcPts val="0"/>
              </a:spcBef>
              <a:spcAft>
                <a:spcPts val="0"/>
              </a:spcAft>
              <a:buClrTx/>
              <a:buSzTx/>
              <a:buFontTx/>
              <a:buNone/>
              <a:tabLst>
                <a:tab pos="408240" algn="l"/>
              </a:tabLst>
              <a:defRPr/>
            </a:pPr>
            <a:endParaRPr kumimoji="0" lang="fr-FR" sz="2400" b="0" i="0" u="none" strike="noStrike" kern="1200" cap="none" spc="-1" normalizeH="0" baseline="0" noProof="0" dirty="0">
              <a:ln>
                <a:noFill/>
              </a:ln>
              <a:solidFill>
                <a:srgbClr val="000091"/>
              </a:solidFill>
              <a:effectLst/>
              <a:uLnTx/>
              <a:uFillTx/>
              <a:latin typeface="Arial"/>
              <a:ea typeface="+mn-ea"/>
              <a:cs typeface="+mn-cs"/>
            </a:endParaRPr>
          </a:p>
        </p:txBody>
      </p:sp>
      <p:sp>
        <p:nvSpPr>
          <p:cNvPr id="371" name="CustomShape 2"/>
          <p:cNvSpPr/>
          <p:nvPr/>
        </p:nvSpPr>
        <p:spPr>
          <a:xfrm>
            <a:off x="250521" y="900000"/>
            <a:ext cx="8640759" cy="373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oAutofit/>
          </a:bodyPr>
          <a:lstStyle/>
          <a:p>
            <a:pPr marL="0" marR="0" lvl="0" indent="0" algn="ctr" defTabSz="914400" rtl="0" eaLnBrk="1" fontAlgn="auto" latinLnBrk="0" hangingPunct="1">
              <a:lnSpc>
                <a:spcPct val="100000"/>
              </a:lnSpc>
              <a:spcBef>
                <a:spcPts val="601"/>
              </a:spcBef>
              <a:spcAft>
                <a:spcPts val="601"/>
              </a:spcAft>
              <a:buClrTx/>
              <a:buSzTx/>
              <a:buFontTx/>
              <a:buNone/>
              <a:tabLst>
                <a:tab pos="0" algn="l"/>
              </a:tabLst>
              <a:defRPr/>
            </a:pPr>
            <a:endParaRPr kumimoji="0" lang="fr-FR" sz="1600" b="1" i="0" u="none" strike="noStrike" kern="1200" cap="none" spc="-1" normalizeH="0" baseline="0" noProof="0" dirty="0">
              <a:ln>
                <a:noFill/>
              </a:ln>
              <a:effectLst/>
              <a:uLnTx/>
              <a:uFillTx/>
              <a:latin typeface="Arial"/>
              <a:ea typeface="DejaVu Sans"/>
              <a:cs typeface="+mn-cs"/>
            </a:endParaRPr>
          </a:p>
          <a:p>
            <a:pPr marL="285750" marR="0" lvl="0" indent="-285750" defTabSz="914400" rtl="0" eaLnBrk="1" fontAlgn="auto" latinLnBrk="0" hangingPunct="1">
              <a:lnSpc>
                <a:spcPct val="100000"/>
              </a:lnSpc>
              <a:spcBef>
                <a:spcPts val="601"/>
              </a:spcBef>
              <a:spcAft>
                <a:spcPts val="601"/>
              </a:spcAft>
              <a:buClrTx/>
              <a:buSzTx/>
              <a:buFont typeface="Wingdings" panose="05000000000000000000" pitchFamily="2" charset="2"/>
              <a:buChar char="Ø"/>
              <a:tabLst>
                <a:tab pos="0" algn="l"/>
              </a:tabLst>
              <a:defRPr/>
            </a:pPr>
            <a:r>
              <a:rPr kumimoji="0" lang="fr-FR" sz="1600" b="1" i="0" u="none" strike="noStrike" kern="1200" cap="none" spc="-1" normalizeH="0" baseline="0" noProof="0" dirty="0">
                <a:ln>
                  <a:noFill/>
                </a:ln>
                <a:effectLst/>
                <a:uLnTx/>
                <a:uFillTx/>
                <a:latin typeface="Arial"/>
                <a:ea typeface="DejaVu Sans"/>
                <a:cs typeface="+mn-cs"/>
              </a:rPr>
              <a:t>Pour les formations sélectives (BTS, BUT, IFSI, écoles…)  :</a:t>
            </a:r>
            <a:endParaRPr lang="fr-FR" sz="1600" b="1" spc="-1" dirty="0">
              <a:latin typeface="Arial"/>
            </a:endParaRPr>
          </a:p>
          <a:p>
            <a:pPr marL="742950" lvl="1" indent="-285750" algn="just">
              <a:spcBef>
                <a:spcPts val="601"/>
              </a:spcBef>
              <a:spcAft>
                <a:spcPts val="601"/>
              </a:spcAft>
              <a:buFont typeface="Courier New" panose="02070309020205020404" pitchFamily="49" charset="0"/>
              <a:buChar char="o"/>
              <a:tabLst>
                <a:tab pos="0" algn="l"/>
              </a:tabLst>
            </a:pPr>
            <a:r>
              <a:rPr lang="fr-FR" sz="1600" b="1" u="sng" spc="-1" dirty="0">
                <a:latin typeface="Arial"/>
                <a:ea typeface="DejaVu Sans"/>
              </a:rPr>
              <a:t>I</a:t>
            </a:r>
            <a:r>
              <a:rPr kumimoji="0" lang="fr-FR" sz="1600" b="1" i="0" u="sng" strike="noStrike" kern="1200" cap="none" spc="-1" normalizeH="0" baseline="0" noProof="0" dirty="0">
                <a:ln>
                  <a:noFill/>
                </a:ln>
                <a:effectLst/>
                <a:uLnTx/>
                <a:uFillTx/>
                <a:latin typeface="Arial"/>
                <a:ea typeface="DejaVu Sans"/>
                <a:cs typeface="+mn-cs"/>
              </a:rPr>
              <a:t>l n’y a pas de secteur géographique </a:t>
            </a:r>
            <a:r>
              <a:rPr kumimoji="0" lang="fr-FR" sz="1600" b="1" i="0" strike="noStrike" kern="1200" cap="none" spc="-1" normalizeH="0" baseline="0" noProof="0" dirty="0">
                <a:ln>
                  <a:noFill/>
                </a:ln>
                <a:effectLst/>
                <a:uLnTx/>
                <a:uFillTx/>
                <a:latin typeface="Arial"/>
                <a:ea typeface="DejaVu Sans"/>
                <a:cs typeface="+mn-cs"/>
              </a:rPr>
              <a:t>: </a:t>
            </a:r>
            <a:r>
              <a:rPr kumimoji="0" lang="fr-FR" sz="1600" b="0" i="0" u="none" strike="noStrike" kern="1200" cap="none" spc="-1" normalizeH="0" baseline="0" noProof="0" dirty="0">
                <a:ln>
                  <a:noFill/>
                </a:ln>
                <a:solidFill>
                  <a:srgbClr val="51BAAA"/>
                </a:solidFill>
                <a:effectLst/>
                <a:uLnTx/>
                <a:uFillTx/>
                <a:latin typeface="Arial"/>
                <a:ea typeface="DejaVu Sans"/>
                <a:cs typeface="+mn-cs"/>
              </a:rPr>
              <a:t>Les lycéens peuvent faire des vœux pour les formations qui les intéressent où qu’elles soient, dans leur académie ou en dehors. </a:t>
            </a:r>
          </a:p>
          <a:p>
            <a:pPr marL="287190" marR="0" lvl="1" indent="-285750" algn="just" defTabSz="914400" rtl="0" eaLnBrk="1" fontAlgn="auto" latinLnBrk="0" hangingPunct="1">
              <a:lnSpc>
                <a:spcPct val="80000"/>
              </a:lnSpc>
              <a:spcBef>
                <a:spcPts val="601"/>
              </a:spcBef>
              <a:spcAft>
                <a:spcPts val="601"/>
              </a:spcAft>
              <a:buClr>
                <a:schemeClr val="tx1"/>
              </a:buClr>
              <a:buSzTx/>
              <a:buFont typeface="Wingdings" panose="05000000000000000000" pitchFamily="2" charset="2"/>
              <a:buChar char="Ø"/>
              <a:tabLst>
                <a:tab pos="0" algn="l"/>
              </a:tabLst>
              <a:defRPr/>
            </a:pPr>
            <a:r>
              <a:rPr kumimoji="0" lang="fr-FR" sz="1600" b="1" i="0" u="none" strike="noStrike" kern="1200" cap="none" spc="-1" normalizeH="0" baseline="0" noProof="0" dirty="0">
                <a:ln>
                  <a:noFill/>
                </a:ln>
                <a:effectLst/>
                <a:uLnTx/>
                <a:uFillTx/>
                <a:latin typeface="Arial"/>
                <a:ea typeface="DejaVu Sans"/>
                <a:cs typeface="+mn-cs"/>
              </a:rPr>
              <a:t>Pour les formations non-sélectives (licences, PASS,LAS…)</a:t>
            </a:r>
            <a:r>
              <a:rPr kumimoji="0" lang="fr-FR" sz="1600" b="0" i="0" u="none" strike="noStrike" kern="1200" cap="none" spc="-1" normalizeH="0" baseline="0" noProof="0" dirty="0">
                <a:ln>
                  <a:noFill/>
                </a:ln>
                <a:effectLst/>
                <a:uLnTx/>
                <a:uFillTx/>
                <a:latin typeface="Arial"/>
                <a:ea typeface="DejaVu Sans"/>
                <a:cs typeface="+mn-cs"/>
              </a:rPr>
              <a:t>  :</a:t>
            </a:r>
            <a:endParaRPr lang="fr-FR" sz="1600" spc="-1" dirty="0">
              <a:latin typeface="Arial"/>
            </a:endParaRPr>
          </a:p>
          <a:p>
            <a:pPr marL="744390" lvl="2" indent="-285750" algn="just">
              <a:lnSpc>
                <a:spcPct val="80000"/>
              </a:lnSpc>
              <a:spcBef>
                <a:spcPts val="601"/>
              </a:spcBef>
              <a:spcAft>
                <a:spcPts val="601"/>
              </a:spcAft>
              <a:buClr>
                <a:schemeClr val="tx1"/>
              </a:buClr>
              <a:buFont typeface="Courier New" panose="02070309020205020404" pitchFamily="49" charset="0"/>
              <a:buChar char="o"/>
              <a:tabLst>
                <a:tab pos="0" algn="l"/>
              </a:tabLst>
            </a:pPr>
            <a:r>
              <a:rPr kumimoji="0" lang="fr-FR" sz="1600" b="0" i="0" u="none" strike="noStrike" kern="1200" cap="none" spc="-1" normalizeH="0" baseline="0" noProof="0" dirty="0">
                <a:ln>
                  <a:noFill/>
                </a:ln>
                <a:effectLst/>
                <a:uLnTx/>
                <a:uFillTx/>
                <a:latin typeface="Arial"/>
                <a:ea typeface="DejaVu Sans"/>
              </a:rPr>
              <a:t>Les lycéens peuvent faire des vœux pour les formations qui les intéressent dans leur académie ou en dehors. </a:t>
            </a:r>
            <a:r>
              <a:rPr lang="fr-FR" sz="1600" spc="-1" dirty="0">
                <a:latin typeface="Arial"/>
                <a:ea typeface="DejaVu Sans"/>
              </a:rPr>
              <a:t>Lorsque la </a:t>
            </a:r>
            <a:r>
              <a:rPr lang="fr-FR" sz="1600" spc="-1" dirty="0" err="1">
                <a:latin typeface="Arial"/>
                <a:ea typeface="DejaVu Sans"/>
              </a:rPr>
              <a:t>lience</a:t>
            </a:r>
            <a:r>
              <a:rPr lang="fr-FR" sz="1600" spc="-1" dirty="0">
                <a:latin typeface="Arial"/>
                <a:ea typeface="DejaVu Sans"/>
              </a:rPr>
              <a:t>, le PPPE ou le PASS est très demandé </a:t>
            </a:r>
            <a:r>
              <a:rPr lang="fr-FR" sz="1600" b="1" spc="-1" dirty="0">
                <a:latin typeface="Arial"/>
                <a:ea typeface="DejaVu Sans"/>
              </a:rPr>
              <a:t>une priorité au secteur géographique (généralement l’académie) s’applique : </a:t>
            </a:r>
            <a:r>
              <a:rPr lang="fr-FR" sz="1600" spc="-1" dirty="0">
                <a:latin typeface="Arial"/>
                <a:ea typeface="DejaVu Sans"/>
              </a:rPr>
              <a:t>un pourcentage maximum de candidats résidant en dehors du secteur est alors fixé par le recteur.</a:t>
            </a:r>
            <a:endParaRPr lang="fr-FR" sz="1600" spc="-1" dirty="0">
              <a:solidFill>
                <a:srgbClr val="000091"/>
              </a:solidFill>
              <a:latin typeface="Arial"/>
              <a:ea typeface="DejaVu Sans"/>
            </a:endParaRPr>
          </a:p>
          <a:p>
            <a:pPr marL="744390" lvl="2" indent="-285750" algn="just">
              <a:lnSpc>
                <a:spcPct val="80000"/>
              </a:lnSpc>
              <a:spcBef>
                <a:spcPts val="601"/>
              </a:spcBef>
              <a:spcAft>
                <a:spcPts val="601"/>
              </a:spcAft>
              <a:buClr>
                <a:schemeClr val="tx1"/>
              </a:buClr>
              <a:buFont typeface="Courier New" panose="02070309020205020404" pitchFamily="49" charset="0"/>
              <a:buChar char="o"/>
              <a:tabLst>
                <a:tab pos="0" algn="l"/>
              </a:tabLst>
            </a:pPr>
            <a:r>
              <a:rPr kumimoji="0" lang="fr-FR" sz="1600" b="0" i="0" u="none" strike="noStrike" kern="1200" cap="none" spc="-1" normalizeH="0" baseline="0" noProof="0" dirty="0">
                <a:ln>
                  <a:noFill/>
                </a:ln>
                <a:solidFill>
                  <a:srgbClr val="000091"/>
                </a:solidFill>
                <a:effectLst/>
                <a:uLnTx/>
                <a:uFillTx/>
                <a:latin typeface="Arial"/>
                <a:ea typeface="DejaVu Sans"/>
              </a:rPr>
              <a:t>L’appartenance ou non au secteur est </a:t>
            </a:r>
            <a:r>
              <a:rPr kumimoji="0" lang="fr-FR" sz="1600" b="1" i="0" u="none" strike="noStrike" kern="1200" cap="none" spc="-1" normalizeH="0" baseline="0" noProof="0" dirty="0">
                <a:ln>
                  <a:noFill/>
                </a:ln>
                <a:solidFill>
                  <a:srgbClr val="000091"/>
                </a:solidFill>
                <a:effectLst/>
                <a:uLnTx/>
                <a:uFillTx/>
                <a:latin typeface="Arial"/>
                <a:ea typeface="DejaVu Sans"/>
              </a:rPr>
              <a:t>affichée aux candidats</a:t>
            </a:r>
            <a:r>
              <a:rPr kumimoji="0" lang="fr-FR" sz="1600" i="0" u="none" strike="noStrike" kern="1200" cap="none" spc="-1" normalizeH="0" baseline="0" noProof="0" dirty="0">
                <a:ln>
                  <a:noFill/>
                </a:ln>
                <a:solidFill>
                  <a:srgbClr val="000091"/>
                </a:solidFill>
                <a:effectLst/>
                <a:uLnTx/>
                <a:uFillTx/>
                <a:latin typeface="Arial"/>
                <a:ea typeface="DejaVu Sans"/>
              </a:rPr>
              <a:t>. Les pourcentages fixés par les recteurs seront affichés sur </a:t>
            </a:r>
            <a:r>
              <a:rPr kumimoji="0" lang="fr-FR" sz="1600" i="0" u="none" strike="noStrike" kern="1200" cap="none" spc="-1" normalizeH="0" baseline="0" noProof="0" dirty="0" err="1">
                <a:ln>
                  <a:noFill/>
                </a:ln>
                <a:solidFill>
                  <a:srgbClr val="000091"/>
                </a:solidFill>
                <a:effectLst/>
                <a:uLnTx/>
                <a:uFillTx/>
                <a:latin typeface="Arial"/>
                <a:ea typeface="DejaVu Sans"/>
              </a:rPr>
              <a:t>Parcoursup</a:t>
            </a:r>
            <a:r>
              <a:rPr kumimoji="0" lang="fr-FR" sz="1600" i="0" u="none" strike="noStrike" kern="1200" cap="none" spc="-1" normalizeH="0" baseline="0" noProof="0" dirty="0">
                <a:ln>
                  <a:noFill/>
                </a:ln>
                <a:solidFill>
                  <a:srgbClr val="000091"/>
                </a:solidFill>
                <a:effectLst/>
                <a:uLnTx/>
                <a:uFillTx/>
                <a:latin typeface="Arial"/>
                <a:ea typeface="DejaVu Sans"/>
              </a:rPr>
              <a:t> avant le début de la phase d’admission.</a:t>
            </a:r>
            <a:endParaRPr kumimoji="0" lang="fr-FR" sz="1600" b="0" i="0" u="none" strike="noStrike" kern="1200" cap="none" spc="-1" normalizeH="0" baseline="0" noProof="0" dirty="0">
              <a:ln>
                <a:noFill/>
              </a:ln>
              <a:effectLst/>
              <a:uLnTx/>
              <a:uFillTx/>
              <a:latin typeface="Arial"/>
              <a:ea typeface="DejaVu Sans"/>
            </a:endParaRPr>
          </a:p>
        </p:txBody>
      </p:sp>
      <p:sp>
        <p:nvSpPr>
          <p:cNvPr id="2" name="ZoneTexte 1">
            <a:extLst>
              <a:ext uri="{FF2B5EF4-FFF2-40B4-BE49-F238E27FC236}">
                <a16:creationId xmlns:a16="http://schemas.microsoft.com/office/drawing/2014/main" id="{846E03F3-D55C-F9FE-ED52-26DB9D2F92DE}"/>
              </a:ext>
            </a:extLst>
          </p:cNvPr>
          <p:cNvSpPr txBox="1"/>
          <p:nvPr/>
        </p:nvSpPr>
        <p:spPr>
          <a:xfrm>
            <a:off x="3131507" y="181342"/>
            <a:ext cx="5153511"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499"/>
              </a:spcAft>
              <a:buClrTx/>
              <a:buSzTx/>
              <a:buFontTx/>
              <a:buNone/>
              <a:tabLst/>
              <a:defRPr/>
            </a:pPr>
            <a:r>
              <a:rPr kumimoji="0" lang="fr-FR" sz="2400" b="0" i="0" u="none" strike="noStrike" kern="1200" cap="none" spc="0" normalizeH="0" baseline="0" noProof="0" dirty="0">
                <a:ln>
                  <a:noFill/>
                </a:ln>
                <a:solidFill>
                  <a:srgbClr val="0070C0"/>
                </a:solidFill>
                <a:effectLst/>
                <a:uLnTx/>
                <a:uFillTx/>
                <a:latin typeface="Arial"/>
                <a:ea typeface="+mn-ea"/>
                <a:cs typeface="+mn-cs"/>
              </a:rPr>
              <a:t>Focus sur le secteur géographique</a:t>
            </a:r>
          </a:p>
        </p:txBody>
      </p:sp>
      <p:pic>
        <p:nvPicPr>
          <p:cNvPr id="3" name="Image 2">
            <a:extLst>
              <a:ext uri="{FF2B5EF4-FFF2-40B4-BE49-F238E27FC236}">
                <a16:creationId xmlns:a16="http://schemas.microsoft.com/office/drawing/2014/main" id="{091A82D9-EA99-4870-BBB1-C93FCA322BA3}"/>
              </a:ext>
            </a:extLst>
          </p:cNvPr>
          <p:cNvPicPr>
            <a:picLocks noChangeAspect="1"/>
          </p:cNvPicPr>
          <p:nvPr/>
        </p:nvPicPr>
        <p:blipFill>
          <a:blip r:embed="rId2"/>
          <a:stretch>
            <a:fillRect/>
          </a:stretch>
        </p:blipFill>
        <p:spPr>
          <a:xfrm>
            <a:off x="0" y="4296048"/>
            <a:ext cx="9144000" cy="683663"/>
          </a:xfrm>
          <a:prstGeom prst="rect">
            <a:avLst/>
          </a:prstGeom>
        </p:spPr>
      </p:pic>
    </p:spTree>
    <p:extLst>
      <p:ext uri="{BB962C8B-B14F-4D97-AF65-F5344CB8AC3E}">
        <p14:creationId xmlns:p14="http://schemas.microsoft.com/office/powerpoint/2010/main" val="36559155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 name="CustomShape 1"/>
          <p:cNvSpPr/>
          <p:nvPr/>
        </p:nvSpPr>
        <p:spPr>
          <a:xfrm>
            <a:off x="360000" y="900000"/>
            <a:ext cx="8422560" cy="718560"/>
          </a:xfrm>
          <a:prstGeom prst="rect">
            <a:avLst/>
          </a:prstGeom>
          <a:noFill/>
          <a:ln w="0">
            <a:noFill/>
          </a:ln>
        </p:spPr>
        <p:style>
          <a:lnRef idx="0">
            <a:scrgbClr r="0" g="0" b="0"/>
          </a:lnRef>
          <a:fillRef idx="0">
            <a:scrgbClr r="0" g="0" b="0"/>
          </a:fillRef>
          <a:effectRef idx="0">
            <a:scrgbClr r="0" g="0" b="0"/>
          </a:effectRef>
          <a:fontRef idx="minor"/>
        </p:style>
        <p:txBody>
          <a:bodyPr lIns="0" tIns="0" rIns="0" bIns="0">
            <a:noAutofit/>
          </a:bodyPr>
          <a:lstStyle/>
          <a:p>
            <a:pPr marL="0" marR="0" lvl="0" indent="0" algn="l" defTabSz="914400" rtl="0" eaLnBrk="1" fontAlgn="auto" latinLnBrk="0" hangingPunct="1">
              <a:lnSpc>
                <a:spcPct val="90000"/>
              </a:lnSpc>
              <a:spcBef>
                <a:spcPts val="0"/>
              </a:spcBef>
              <a:spcAft>
                <a:spcPts val="0"/>
              </a:spcAft>
              <a:buClrTx/>
              <a:buSzTx/>
              <a:buFontTx/>
              <a:buNone/>
              <a:tabLst>
                <a:tab pos="408240" algn="l"/>
              </a:tabLst>
              <a:defRPr/>
            </a:pPr>
            <a:endParaRPr kumimoji="0" lang="fr-FR" sz="2400" b="0" i="0" u="none" strike="noStrike" kern="1200" cap="none" spc="-1" normalizeH="0" baseline="0" noProof="0" dirty="0">
              <a:ln>
                <a:noFill/>
              </a:ln>
              <a:solidFill>
                <a:srgbClr val="000091"/>
              </a:solidFill>
              <a:effectLst/>
              <a:uLnTx/>
              <a:uFillTx/>
              <a:latin typeface="Arial"/>
              <a:ea typeface="+mn-ea"/>
              <a:cs typeface="+mn-cs"/>
            </a:endParaRPr>
          </a:p>
        </p:txBody>
      </p:sp>
      <p:sp>
        <p:nvSpPr>
          <p:cNvPr id="371" name="CustomShape 2"/>
          <p:cNvSpPr/>
          <p:nvPr/>
        </p:nvSpPr>
        <p:spPr>
          <a:xfrm>
            <a:off x="250521" y="900000"/>
            <a:ext cx="8640759" cy="373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oAutofit/>
          </a:bodyPr>
          <a:lstStyle/>
          <a:p>
            <a:pPr marL="0" marR="0" lvl="0" indent="0" algn="ctr" defTabSz="914400" rtl="0" eaLnBrk="1" fontAlgn="auto" latinLnBrk="0" hangingPunct="1">
              <a:lnSpc>
                <a:spcPct val="100000"/>
              </a:lnSpc>
              <a:spcBef>
                <a:spcPts val="601"/>
              </a:spcBef>
              <a:spcAft>
                <a:spcPts val="601"/>
              </a:spcAft>
              <a:buClrTx/>
              <a:buSzTx/>
              <a:buFontTx/>
              <a:buNone/>
              <a:tabLst>
                <a:tab pos="0" algn="l"/>
              </a:tabLst>
              <a:defRPr/>
            </a:pPr>
            <a:endParaRPr kumimoji="0" lang="fr-FR" sz="1600" b="1" i="0" u="none" strike="noStrike" kern="1200" cap="none" spc="-1" normalizeH="0" baseline="0" noProof="0" dirty="0">
              <a:ln>
                <a:noFill/>
              </a:ln>
              <a:effectLst/>
              <a:uLnTx/>
              <a:uFillTx/>
              <a:latin typeface="Arial"/>
              <a:ea typeface="DejaVu Sans"/>
              <a:cs typeface="+mn-cs"/>
            </a:endParaRPr>
          </a:p>
          <a:p>
            <a:pPr marL="0" marR="0" lvl="0" indent="0" algn="l" defTabSz="914400" rtl="0" eaLnBrk="1" fontAlgn="auto" latinLnBrk="0" hangingPunct="1">
              <a:lnSpc>
                <a:spcPct val="100000"/>
              </a:lnSpc>
              <a:spcBef>
                <a:spcPts val="0"/>
              </a:spcBef>
              <a:spcAft>
                <a:spcPts val="499"/>
              </a:spcAft>
              <a:buClrTx/>
              <a:buSzTx/>
              <a:buFontTx/>
              <a:buNone/>
              <a:tabLst>
                <a:tab pos="0" algn="l"/>
              </a:tabLst>
              <a:defRPr/>
            </a:pPr>
            <a:r>
              <a:rPr kumimoji="0" lang="fr-FR" sz="1600" b="1" i="0" u="none" strike="noStrike" kern="1200" cap="none" spc="-1" normalizeH="0" baseline="0" noProof="0" dirty="0">
                <a:ln>
                  <a:noFill/>
                </a:ln>
                <a:effectLst/>
                <a:uLnTx/>
                <a:uFillTx/>
                <a:latin typeface="Arial"/>
                <a:ea typeface="DejaVu Sans"/>
                <a:cs typeface="+mn-cs"/>
              </a:rPr>
              <a:t>Secteur géographique Ile-de-France </a:t>
            </a:r>
            <a:r>
              <a:rPr kumimoji="0" lang="fr-FR" sz="1600" b="0" i="0" u="none" strike="noStrike" kern="1200" cap="none" spc="-1" normalizeH="0" baseline="0" noProof="0" dirty="0">
                <a:ln>
                  <a:noFill/>
                </a:ln>
                <a:effectLst/>
                <a:uLnTx/>
                <a:uFillTx/>
                <a:latin typeface="Arial"/>
                <a:ea typeface="DejaVu Sans"/>
                <a:cs typeface="+mn-cs"/>
              </a:rPr>
              <a:t>: il n’est fait </a:t>
            </a:r>
            <a:r>
              <a:rPr kumimoji="0" lang="fr-FR" sz="1600" b="1" i="0" u="none" strike="noStrike" kern="1200" cap="none" spc="-1" normalizeH="0" baseline="0" noProof="0" dirty="0">
                <a:ln>
                  <a:noFill/>
                </a:ln>
                <a:effectLst/>
                <a:uLnTx/>
                <a:uFillTx/>
                <a:latin typeface="Arial"/>
                <a:ea typeface="DejaVu Sans"/>
                <a:cs typeface="+mn-cs"/>
              </a:rPr>
              <a:t>aucune distinction </a:t>
            </a:r>
            <a:r>
              <a:rPr kumimoji="0" lang="fr-FR" sz="1600" b="0" i="0" u="none" strike="noStrike" kern="1200" cap="none" spc="-1" normalizeH="0" baseline="0" noProof="0" dirty="0">
                <a:ln>
                  <a:noFill/>
                </a:ln>
                <a:effectLst/>
                <a:uLnTx/>
                <a:uFillTx/>
                <a:latin typeface="Arial"/>
                <a:ea typeface="DejaVu Sans"/>
                <a:cs typeface="+mn-cs"/>
              </a:rPr>
              <a:t>entre les 3 académies de Créteil, Paris et Versailles. </a:t>
            </a:r>
            <a:endParaRPr kumimoji="0" lang="fr-FR" sz="1600" b="0" i="0" u="none" strike="noStrike" kern="1200" cap="none" spc="-1" normalizeH="0" baseline="0" noProof="0" dirty="0">
              <a:ln>
                <a:noFill/>
              </a:ln>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499"/>
              </a:spcAft>
              <a:buClrTx/>
              <a:buSzTx/>
              <a:buFontTx/>
              <a:buNone/>
              <a:tabLst>
                <a:tab pos="0" algn="l"/>
              </a:tabLst>
              <a:defRPr/>
            </a:pPr>
            <a:endParaRPr kumimoji="0" lang="fr-FR" sz="1600" b="0" i="0" u="none" strike="noStrike" kern="1200" cap="none" spc="-1" normalizeH="0" baseline="0" noProof="0" dirty="0">
              <a:ln>
                <a:noFill/>
              </a:ln>
              <a:effectLst/>
              <a:uLnTx/>
              <a:uFillTx/>
              <a:latin typeface="Arial"/>
              <a:ea typeface="+mn-ea"/>
              <a:cs typeface="+mn-cs"/>
            </a:endParaRPr>
          </a:p>
          <a:p>
            <a:pPr marL="0" marR="0" lvl="0" indent="0" algn="just" defTabSz="914400" rtl="0" eaLnBrk="1" fontAlgn="auto" latinLnBrk="0" hangingPunct="1">
              <a:lnSpc>
                <a:spcPct val="100000"/>
              </a:lnSpc>
              <a:spcBef>
                <a:spcPts val="0"/>
              </a:spcBef>
              <a:spcAft>
                <a:spcPts val="499"/>
              </a:spcAft>
              <a:buClrTx/>
              <a:buSzTx/>
              <a:buFontTx/>
              <a:buNone/>
              <a:tabLst>
                <a:tab pos="0" algn="l"/>
              </a:tabLst>
              <a:defRPr/>
            </a:pPr>
            <a:r>
              <a:rPr kumimoji="0" lang="fr-FR" sz="1600" b="1" i="0" u="none" strike="noStrike" kern="1200" cap="none" spc="-1" normalizeH="0" baseline="0" noProof="0" dirty="0">
                <a:ln>
                  <a:noFill/>
                </a:ln>
                <a:effectLst/>
                <a:uLnTx/>
                <a:uFillTx/>
                <a:latin typeface="Arial"/>
                <a:ea typeface="DejaVu Sans"/>
                <a:cs typeface="+mn-cs"/>
              </a:rPr>
              <a:t>Par exception, sont considérés comme « résidant dans l’académie » où se situe la licence demandée :</a:t>
            </a:r>
            <a:endParaRPr kumimoji="0" lang="fr-FR" sz="1600" b="0" i="0" u="none" strike="noStrike" kern="1200" cap="none" spc="-1" normalizeH="0" baseline="0" noProof="0" dirty="0">
              <a:ln>
                <a:noFill/>
              </a:ln>
              <a:effectLst/>
              <a:uLnTx/>
              <a:uFillTx/>
              <a:latin typeface="Arial"/>
              <a:ea typeface="+mn-ea"/>
              <a:cs typeface="+mn-cs"/>
            </a:endParaRPr>
          </a:p>
          <a:p>
            <a:pPr marL="285750" marR="0" lvl="0" indent="-285750" algn="just" defTabSz="914400" rtl="0" eaLnBrk="1" fontAlgn="auto" latinLnBrk="0" hangingPunct="1">
              <a:lnSpc>
                <a:spcPct val="100000"/>
              </a:lnSpc>
              <a:spcBef>
                <a:spcPts val="0"/>
              </a:spcBef>
              <a:spcAft>
                <a:spcPts val="499"/>
              </a:spcAft>
              <a:buClrTx/>
              <a:buSzTx/>
              <a:buFont typeface="Wingdings" panose="05000000000000000000" pitchFamily="2" charset="2"/>
              <a:buChar char="Ø"/>
              <a:tabLst>
                <a:tab pos="0" algn="l"/>
              </a:tabLst>
              <a:defRPr/>
            </a:pPr>
            <a:r>
              <a:rPr kumimoji="0" lang="fr-FR" sz="1600" b="0" i="0" u="none" strike="noStrike" kern="1200" cap="none" spc="-1" normalizeH="0" baseline="0" noProof="0" dirty="0">
                <a:ln>
                  <a:noFill/>
                </a:ln>
                <a:effectLst/>
                <a:uLnTx/>
                <a:uFillTx/>
                <a:latin typeface="Arial"/>
                <a:ea typeface="DejaVu Sans"/>
                <a:cs typeface="+mn-cs"/>
              </a:rPr>
              <a:t>Les candidats qui souhaitent accéder à une mention de licence qui n’est pas dispensée dans leur académie de résidence </a:t>
            </a:r>
            <a:endParaRPr lang="fr-FR" sz="1600" spc="-1" dirty="0">
              <a:latin typeface="Arial"/>
            </a:endParaRPr>
          </a:p>
          <a:p>
            <a:pPr marL="285750" marR="0" lvl="0" indent="-285750" algn="just" defTabSz="914400" rtl="0" eaLnBrk="1" fontAlgn="auto" latinLnBrk="0" hangingPunct="1">
              <a:lnSpc>
                <a:spcPct val="100000"/>
              </a:lnSpc>
              <a:spcBef>
                <a:spcPts val="0"/>
              </a:spcBef>
              <a:spcAft>
                <a:spcPts val="499"/>
              </a:spcAft>
              <a:buClrTx/>
              <a:buSzTx/>
              <a:buFont typeface="Wingdings" panose="05000000000000000000" pitchFamily="2" charset="2"/>
              <a:buChar char="Ø"/>
              <a:tabLst>
                <a:tab pos="0" algn="l"/>
              </a:tabLst>
              <a:defRPr/>
            </a:pPr>
            <a:r>
              <a:rPr kumimoji="0" lang="fr-FR" sz="1600" b="0" i="0" u="none" strike="noStrike" kern="1200" cap="none" spc="-1" normalizeH="0" baseline="0" noProof="0" dirty="0">
                <a:ln>
                  <a:noFill/>
                </a:ln>
                <a:effectLst/>
                <a:uLnTx/>
                <a:uFillTx/>
                <a:latin typeface="Arial"/>
                <a:ea typeface="DejaVu Sans"/>
                <a:cs typeface="+mn-cs"/>
              </a:rPr>
              <a:t>Les candidats ressortissants français ou ressortissants d’un État membre de l’Union européenne qui sont établis hors de France </a:t>
            </a:r>
            <a:endParaRPr lang="fr-FR" sz="1600" spc="-1" dirty="0">
              <a:latin typeface="Arial"/>
            </a:endParaRPr>
          </a:p>
          <a:p>
            <a:pPr marL="285750" marR="0" lvl="0" indent="-285750" algn="just" defTabSz="914400" rtl="0" eaLnBrk="1" fontAlgn="auto" latinLnBrk="0" hangingPunct="1">
              <a:lnSpc>
                <a:spcPct val="100000"/>
              </a:lnSpc>
              <a:spcBef>
                <a:spcPts val="0"/>
              </a:spcBef>
              <a:spcAft>
                <a:spcPts val="499"/>
              </a:spcAft>
              <a:buClrTx/>
              <a:buSzTx/>
              <a:buFont typeface="Wingdings" panose="05000000000000000000" pitchFamily="2" charset="2"/>
              <a:buChar char="Ø"/>
              <a:tabLst>
                <a:tab pos="0" algn="l"/>
              </a:tabLst>
              <a:defRPr/>
            </a:pPr>
            <a:r>
              <a:rPr kumimoji="0" lang="fr-FR" sz="1600" b="0" i="0" u="none" strike="noStrike" kern="1200" cap="none" spc="-1" normalizeH="0" baseline="0" noProof="0" dirty="0">
                <a:ln>
                  <a:noFill/>
                </a:ln>
                <a:effectLst/>
                <a:uLnTx/>
                <a:uFillTx/>
                <a:latin typeface="Arial"/>
                <a:ea typeface="DejaVu Sans"/>
                <a:cs typeface="+mn-cs"/>
              </a:rPr>
              <a:t>Les candidats préparant ou ayant obtenu le baccalauréat français au cours de l’année scolaire dans un centre d’examen à l’étranger</a:t>
            </a:r>
            <a:endParaRPr kumimoji="0" lang="fr-FR" sz="1600" b="0" i="0" u="none" strike="noStrike" kern="1200" cap="none" spc="-1" normalizeH="0" baseline="0" noProof="0" dirty="0">
              <a:ln>
                <a:noFill/>
              </a:ln>
              <a:effectLst/>
              <a:uLnTx/>
              <a:uFillTx/>
              <a:latin typeface="Arial"/>
              <a:ea typeface="+mn-ea"/>
              <a:cs typeface="+mn-cs"/>
            </a:endParaRPr>
          </a:p>
        </p:txBody>
      </p:sp>
      <p:sp>
        <p:nvSpPr>
          <p:cNvPr id="2" name="ZoneTexte 1">
            <a:extLst>
              <a:ext uri="{FF2B5EF4-FFF2-40B4-BE49-F238E27FC236}">
                <a16:creationId xmlns:a16="http://schemas.microsoft.com/office/drawing/2014/main" id="{846E03F3-D55C-F9FE-ED52-26DB9D2F92DE}"/>
              </a:ext>
            </a:extLst>
          </p:cNvPr>
          <p:cNvSpPr txBox="1"/>
          <p:nvPr/>
        </p:nvSpPr>
        <p:spPr>
          <a:xfrm>
            <a:off x="3131507" y="181342"/>
            <a:ext cx="5153511"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499"/>
              </a:spcAft>
              <a:buClrTx/>
              <a:buSzTx/>
              <a:buFontTx/>
              <a:buNone/>
              <a:tabLst/>
              <a:defRPr/>
            </a:pPr>
            <a:r>
              <a:rPr kumimoji="0" lang="fr-FR" sz="2400" b="0" i="0" u="none" strike="noStrike" kern="1200" cap="none" spc="0" normalizeH="0" baseline="0" noProof="0" dirty="0">
                <a:ln>
                  <a:noFill/>
                </a:ln>
                <a:solidFill>
                  <a:srgbClr val="0070C0"/>
                </a:solidFill>
                <a:effectLst/>
                <a:uLnTx/>
                <a:uFillTx/>
                <a:latin typeface="Arial"/>
                <a:ea typeface="+mn-ea"/>
                <a:cs typeface="+mn-cs"/>
              </a:rPr>
              <a:t>Focus sur le secteur géographique</a:t>
            </a:r>
          </a:p>
        </p:txBody>
      </p:sp>
    </p:spTree>
    <p:extLst>
      <p:ext uri="{BB962C8B-B14F-4D97-AF65-F5344CB8AC3E}">
        <p14:creationId xmlns:p14="http://schemas.microsoft.com/office/powerpoint/2010/main" val="36360247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 name="CustomShape 1"/>
          <p:cNvSpPr/>
          <p:nvPr/>
        </p:nvSpPr>
        <p:spPr>
          <a:xfrm>
            <a:off x="360000" y="900000"/>
            <a:ext cx="8422560" cy="718560"/>
          </a:xfrm>
          <a:prstGeom prst="rect">
            <a:avLst/>
          </a:prstGeom>
          <a:noFill/>
          <a:ln w="0">
            <a:noFill/>
          </a:ln>
        </p:spPr>
        <p:style>
          <a:lnRef idx="0">
            <a:scrgbClr r="0" g="0" b="0"/>
          </a:lnRef>
          <a:fillRef idx="0">
            <a:scrgbClr r="0" g="0" b="0"/>
          </a:fillRef>
          <a:effectRef idx="0">
            <a:scrgbClr r="0" g="0" b="0"/>
          </a:effectRef>
          <a:fontRef idx="minor"/>
        </p:style>
        <p:txBody>
          <a:bodyPr lIns="0" tIns="0" rIns="0" bIns="0">
            <a:noAutofit/>
          </a:bodyPr>
          <a:lstStyle/>
          <a:p>
            <a:pPr>
              <a:lnSpc>
                <a:spcPct val="90000"/>
              </a:lnSpc>
              <a:tabLst>
                <a:tab pos="408240" algn="l"/>
              </a:tabLst>
            </a:pPr>
            <a:endParaRPr lang="fr-FR" sz="2400" b="0" strike="noStrike" spc="-1" dirty="0">
              <a:latin typeface="Arial"/>
            </a:endParaRPr>
          </a:p>
        </p:txBody>
      </p:sp>
      <p:sp>
        <p:nvSpPr>
          <p:cNvPr id="379" name="CustomShape 2"/>
          <p:cNvSpPr/>
          <p:nvPr/>
        </p:nvSpPr>
        <p:spPr>
          <a:xfrm>
            <a:off x="360000" y="900000"/>
            <a:ext cx="8422560" cy="3897468"/>
          </a:xfrm>
          <a:prstGeom prst="rect">
            <a:avLst/>
          </a:prstGeom>
          <a:noFill/>
          <a:ln w="0">
            <a:noFill/>
          </a:ln>
        </p:spPr>
        <p:style>
          <a:lnRef idx="0">
            <a:scrgbClr r="0" g="0" b="0"/>
          </a:lnRef>
          <a:fillRef idx="0">
            <a:scrgbClr r="0" g="0" b="0"/>
          </a:fillRef>
          <a:effectRef idx="0">
            <a:scrgbClr r="0" g="0" b="0"/>
          </a:effectRef>
          <a:fontRef idx="minor"/>
        </p:style>
        <p:txBody>
          <a:bodyPr lIns="0" tIns="0" rIns="0" bIns="0">
            <a:noAutofit/>
          </a:bodyPr>
          <a:lstStyle/>
          <a:p>
            <a:pPr algn="just">
              <a:lnSpc>
                <a:spcPct val="100000"/>
              </a:lnSpc>
              <a:spcBef>
                <a:spcPts val="320"/>
              </a:spcBef>
              <a:spcAft>
                <a:spcPts val="600"/>
              </a:spcAft>
              <a:tabLst>
                <a:tab pos="0" algn="l"/>
              </a:tabLst>
            </a:pPr>
            <a:r>
              <a:rPr lang="fr-FR" b="1" strike="noStrike" spc="-1" dirty="0">
                <a:latin typeface="Arial"/>
                <a:ea typeface="DejaVu Sans"/>
              </a:rPr>
              <a:t>La demande de césure : mode d’emploi</a:t>
            </a:r>
          </a:p>
          <a:p>
            <a:pPr algn="just">
              <a:lnSpc>
                <a:spcPct val="100000"/>
              </a:lnSpc>
              <a:spcBef>
                <a:spcPts val="320"/>
              </a:spcBef>
              <a:spcAft>
                <a:spcPts val="600"/>
              </a:spcAft>
              <a:tabLst>
                <a:tab pos="0" algn="l"/>
              </a:tabLst>
            </a:pPr>
            <a:r>
              <a:rPr lang="fr-FR" sz="1600" b="1" strike="noStrike" spc="-1" dirty="0">
                <a:latin typeface="Arial"/>
                <a:ea typeface="DejaVu Sans"/>
              </a:rPr>
              <a:t>Un lycéen peut demander une césure directement après le bac </a:t>
            </a:r>
            <a:r>
              <a:rPr lang="fr-FR" sz="1600" b="0" strike="noStrike" spc="-1" dirty="0">
                <a:latin typeface="Arial"/>
                <a:ea typeface="DejaVu Sans"/>
              </a:rPr>
              <a:t>: </a:t>
            </a:r>
            <a:r>
              <a:rPr lang="fr-FR" sz="1600" b="0" strike="noStrike" spc="-1" dirty="0">
                <a:solidFill>
                  <a:srgbClr val="51BAAA"/>
                </a:solidFill>
                <a:latin typeface="Arial"/>
                <a:ea typeface="DejaVu Sans"/>
              </a:rPr>
              <a:t>possibilité de suspendre temporairement une formation afin d’acquérir une expérience utile pour son projet de formation (partir à l’étranger, réaliser un projet associatif, entrepreneurial, etc…)</a:t>
            </a:r>
            <a:endParaRPr lang="fr-FR" sz="1600" b="0" strike="noStrike" spc="-1" dirty="0">
              <a:latin typeface="Arial"/>
            </a:endParaRPr>
          </a:p>
          <a:p>
            <a:pPr marL="744390" lvl="1" indent="-285750" algn="just">
              <a:lnSpc>
                <a:spcPct val="100000"/>
              </a:lnSpc>
              <a:spcBef>
                <a:spcPts val="281"/>
              </a:spcBef>
              <a:buClr>
                <a:schemeClr val="tx1"/>
              </a:buClr>
              <a:buFont typeface="Wingdings" panose="05000000000000000000" pitchFamily="2" charset="2"/>
              <a:buChar char="Ø"/>
              <a:tabLst>
                <a:tab pos="0" algn="l"/>
              </a:tabLst>
            </a:pPr>
            <a:r>
              <a:rPr lang="fr-FR" sz="1400" b="1" strike="noStrike" spc="-1" dirty="0">
                <a:latin typeface="Arial"/>
                <a:ea typeface="DejaVu Sans"/>
              </a:rPr>
              <a:t>Durée la césure </a:t>
            </a:r>
            <a:r>
              <a:rPr lang="fr-FR" sz="1400" b="0" strike="noStrike" spc="-1" dirty="0">
                <a:latin typeface="Arial"/>
                <a:ea typeface="DejaVu Sans"/>
              </a:rPr>
              <a:t>: d’un semestre à une année universitaire </a:t>
            </a:r>
            <a:endParaRPr lang="fr-FR" sz="1400" spc="-1" dirty="0">
              <a:latin typeface="Arial"/>
              <a:ea typeface="DejaVu Sans"/>
            </a:endParaRPr>
          </a:p>
          <a:p>
            <a:pPr marL="744390" lvl="1" indent="-285750" algn="just">
              <a:lnSpc>
                <a:spcPct val="100000"/>
              </a:lnSpc>
              <a:spcBef>
                <a:spcPts val="281"/>
              </a:spcBef>
              <a:buClr>
                <a:schemeClr val="tx1"/>
              </a:buClr>
              <a:buFont typeface="Wingdings" panose="05000000000000000000" pitchFamily="2" charset="2"/>
              <a:buChar char="Ø"/>
              <a:tabLst>
                <a:tab pos="0" algn="l"/>
              </a:tabLst>
            </a:pPr>
            <a:r>
              <a:rPr lang="fr-FR" sz="1400" b="1" strike="noStrike" spc="-1" dirty="0">
                <a:latin typeface="Arial"/>
                <a:ea typeface="DejaVu Sans"/>
              </a:rPr>
              <a:t>Demande de césure à signaler lors de la saisie des vœux sur </a:t>
            </a:r>
            <a:r>
              <a:rPr lang="fr-FR" sz="1400" b="1" strike="noStrike" spc="-1" dirty="0" err="1">
                <a:latin typeface="Arial"/>
                <a:ea typeface="DejaVu Sans"/>
              </a:rPr>
              <a:t>Parcoursup</a:t>
            </a:r>
            <a:r>
              <a:rPr lang="fr-FR" sz="1400" b="1" strike="noStrike" spc="-1" dirty="0">
                <a:latin typeface="Arial"/>
                <a:ea typeface="DejaVu Sans"/>
              </a:rPr>
              <a:t> </a:t>
            </a:r>
            <a:r>
              <a:rPr lang="fr-FR" sz="1400" b="0" strike="noStrike" spc="-1" dirty="0">
                <a:solidFill>
                  <a:srgbClr val="51BAAA"/>
                </a:solidFill>
                <a:latin typeface="Arial"/>
                <a:ea typeface="DejaVu Sans"/>
              </a:rPr>
              <a:t>(en cochant la case « césure »)</a:t>
            </a:r>
            <a:endParaRPr lang="fr-FR" sz="1400" spc="-1" dirty="0">
              <a:solidFill>
                <a:srgbClr val="51BAAA"/>
              </a:solidFill>
              <a:latin typeface="Arial"/>
            </a:endParaRPr>
          </a:p>
          <a:p>
            <a:pPr marL="744390" lvl="1" indent="-285750" algn="just">
              <a:lnSpc>
                <a:spcPct val="100000"/>
              </a:lnSpc>
              <a:spcBef>
                <a:spcPts val="281"/>
              </a:spcBef>
              <a:buClr>
                <a:schemeClr val="tx1"/>
              </a:buClr>
              <a:buFont typeface="Wingdings" panose="05000000000000000000" pitchFamily="2" charset="2"/>
              <a:buChar char="Ø"/>
              <a:tabLst>
                <a:tab pos="0" algn="l"/>
              </a:tabLst>
            </a:pPr>
            <a:r>
              <a:rPr lang="fr-FR" sz="1400" b="1" strike="noStrike" spc="-1" dirty="0">
                <a:latin typeface="Arial"/>
                <a:ea typeface="DejaVu Sans"/>
              </a:rPr>
              <a:t>L’établissement prend connaissance de la demande de césure après que le lycéen a accepté définitivement la proposition d’admission &gt; </a:t>
            </a:r>
            <a:r>
              <a:rPr lang="fr-FR" sz="1400" b="0" strike="noStrike" spc="-1" dirty="0">
                <a:solidFill>
                  <a:srgbClr val="51BAAA"/>
                </a:solidFill>
                <a:latin typeface="Arial"/>
                <a:ea typeface="DejaVu Sans"/>
              </a:rPr>
              <a:t>Le lycéen contacte la formation pour s’y inscrire et savoir comment déposer sa demande de césure</a:t>
            </a:r>
            <a:endParaRPr lang="fr-FR" sz="1400" spc="-1" dirty="0">
              <a:solidFill>
                <a:srgbClr val="51BAAA"/>
              </a:solidFill>
              <a:latin typeface="Arial"/>
            </a:endParaRPr>
          </a:p>
          <a:p>
            <a:pPr marL="744390" lvl="1" indent="-285750" algn="just">
              <a:lnSpc>
                <a:spcPct val="100000"/>
              </a:lnSpc>
              <a:spcBef>
                <a:spcPts val="281"/>
              </a:spcBef>
              <a:buClr>
                <a:schemeClr val="tx1"/>
              </a:buClr>
              <a:buFont typeface="Wingdings" panose="05000000000000000000" pitchFamily="2" charset="2"/>
              <a:buChar char="Ø"/>
              <a:tabLst>
                <a:tab pos="0" algn="l"/>
              </a:tabLst>
            </a:pPr>
            <a:r>
              <a:rPr lang="fr-FR" sz="1400" b="1" strike="noStrike" spc="-1" dirty="0">
                <a:latin typeface="Arial"/>
                <a:ea typeface="DejaVu Sans"/>
              </a:rPr>
              <a:t>La césure n’est pas accordée de droit</a:t>
            </a:r>
            <a:r>
              <a:rPr lang="fr-FR" sz="1400" b="0" strike="noStrike" spc="-1" dirty="0">
                <a:latin typeface="Arial"/>
                <a:ea typeface="DejaVu Sans"/>
              </a:rPr>
              <a:t> : </a:t>
            </a:r>
            <a:r>
              <a:rPr lang="fr-FR" sz="1400" b="0" strike="noStrike" spc="-1" dirty="0">
                <a:solidFill>
                  <a:srgbClr val="51BAAA"/>
                </a:solidFill>
                <a:latin typeface="Arial"/>
                <a:ea typeface="DejaVu Sans"/>
              </a:rPr>
              <a:t>une lettre de motivation précisant les objectifs et le projet envisagés pour cette césure doit être adressée au président ou directeur de l’établissement</a:t>
            </a:r>
            <a:endParaRPr lang="fr-FR" sz="1400" spc="-1" dirty="0">
              <a:solidFill>
                <a:srgbClr val="51BAAA"/>
              </a:solidFill>
              <a:latin typeface="Arial"/>
            </a:endParaRPr>
          </a:p>
          <a:p>
            <a:pPr marL="744390" lvl="1" indent="-285750" algn="just">
              <a:lnSpc>
                <a:spcPct val="100000"/>
              </a:lnSpc>
              <a:spcBef>
                <a:spcPts val="281"/>
              </a:spcBef>
              <a:buClr>
                <a:schemeClr val="tx1"/>
              </a:buClr>
              <a:buFont typeface="Wingdings" panose="05000000000000000000" pitchFamily="2" charset="2"/>
              <a:buChar char="Ø"/>
              <a:tabLst>
                <a:tab pos="0" algn="l"/>
              </a:tabLst>
            </a:pPr>
            <a:r>
              <a:rPr lang="fr-FR" sz="1400" b="1" strike="noStrike" spc="-1" dirty="0">
                <a:latin typeface="Arial"/>
                <a:ea typeface="DejaVu Sans"/>
              </a:rPr>
              <a:t>A l’issue de la césure, l’étudiant pourra réintégrer la formation s’il le souhaite </a:t>
            </a:r>
            <a:r>
              <a:rPr lang="fr-FR" sz="1400" b="1" u="sng" strike="noStrike" spc="-1" dirty="0">
                <a:latin typeface="Arial"/>
                <a:ea typeface="DejaVu Sans"/>
              </a:rPr>
              <a:t>sans repasser par </a:t>
            </a:r>
            <a:r>
              <a:rPr lang="fr-FR" sz="1400" b="1" u="sng" strike="noStrike" spc="-1" dirty="0" err="1">
                <a:latin typeface="Arial"/>
                <a:ea typeface="DejaVu Sans"/>
              </a:rPr>
              <a:t>Parcoursup</a:t>
            </a:r>
            <a:endParaRPr lang="fr-FR" sz="1400" b="0" u="sng" strike="noStrike" spc="-1" dirty="0">
              <a:latin typeface="Arial"/>
            </a:endParaRPr>
          </a:p>
          <a:p>
            <a:pPr>
              <a:lnSpc>
                <a:spcPct val="100000"/>
              </a:lnSpc>
              <a:spcAft>
                <a:spcPts val="499"/>
              </a:spcAft>
              <a:tabLst>
                <a:tab pos="0" algn="l"/>
              </a:tabLst>
            </a:pPr>
            <a:endParaRPr lang="fr-FR" sz="1400" b="0" strike="noStrike" spc="-1" dirty="0">
              <a:latin typeface="Arial"/>
            </a:endParaRPr>
          </a:p>
        </p:txBody>
      </p:sp>
      <p:pic>
        <p:nvPicPr>
          <p:cNvPr id="2" name="Image 1">
            <a:extLst>
              <a:ext uri="{FF2B5EF4-FFF2-40B4-BE49-F238E27FC236}">
                <a16:creationId xmlns:a16="http://schemas.microsoft.com/office/drawing/2014/main" id="{870B9CA7-1DA5-4513-9834-71E6CEE9166E}"/>
              </a:ext>
            </a:extLst>
          </p:cNvPr>
          <p:cNvPicPr>
            <a:picLocks noChangeAspect="1"/>
          </p:cNvPicPr>
          <p:nvPr/>
        </p:nvPicPr>
        <p:blipFill>
          <a:blip r:embed="rId2"/>
          <a:stretch>
            <a:fillRect/>
          </a:stretch>
        </p:blipFill>
        <p:spPr>
          <a:xfrm>
            <a:off x="5288832" y="41155"/>
            <a:ext cx="3493728" cy="609754"/>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 name="CustomShape 2"/>
          <p:cNvSpPr/>
          <p:nvPr/>
        </p:nvSpPr>
        <p:spPr>
          <a:xfrm>
            <a:off x="304800" y="906585"/>
            <a:ext cx="8638003" cy="3158078"/>
          </a:xfrm>
          <a:prstGeom prst="rect">
            <a:avLst/>
          </a:prstGeom>
          <a:noFill/>
          <a:ln w="0">
            <a:noFill/>
          </a:ln>
        </p:spPr>
        <p:style>
          <a:lnRef idx="0">
            <a:scrgbClr r="0" g="0" b="0"/>
          </a:lnRef>
          <a:fillRef idx="0">
            <a:scrgbClr r="0" g="0" b="0"/>
          </a:fillRef>
          <a:effectRef idx="0">
            <a:scrgbClr r="0" g="0" b="0"/>
          </a:effectRef>
          <a:fontRef idx="minor"/>
        </p:style>
        <p:txBody>
          <a:bodyPr lIns="0" tIns="0" rIns="0" bIns="0">
            <a:noAutofit/>
          </a:bodyPr>
          <a:lstStyle/>
          <a:p>
            <a:pPr marL="0" marR="0" lvl="0" indent="0" algn="l" defTabSz="914400" rtl="0" eaLnBrk="1" fontAlgn="auto" latinLnBrk="0" hangingPunct="1">
              <a:lnSpc>
                <a:spcPct val="100000"/>
              </a:lnSpc>
              <a:spcBef>
                <a:spcPts val="400"/>
              </a:spcBef>
              <a:spcAft>
                <a:spcPts val="600"/>
              </a:spcAft>
              <a:buClrTx/>
              <a:buSzTx/>
              <a:buFontTx/>
              <a:buNone/>
              <a:tabLst>
                <a:tab pos="0" algn="l"/>
              </a:tabLst>
              <a:defRPr/>
            </a:pPr>
            <a:r>
              <a:rPr kumimoji="0" lang="fr-FR" b="1" i="0" u="none" strike="noStrike" kern="1200" cap="none" spc="-1" normalizeH="0" baseline="0" noProof="0" dirty="0">
                <a:ln>
                  <a:noFill/>
                </a:ln>
                <a:effectLst/>
                <a:uLnTx/>
                <a:uFillTx/>
                <a:latin typeface="Arial"/>
                <a:ea typeface="DejaVu Sans"/>
                <a:cs typeface="+mn-cs"/>
              </a:rPr>
              <a:t>Pour que les vœux saisis deviennent définitifs sur </a:t>
            </a:r>
            <a:r>
              <a:rPr kumimoji="0" lang="fr-FR" b="1" i="0" u="none" strike="noStrike" kern="1200" cap="none" spc="-1" normalizeH="0" baseline="0" noProof="0" dirty="0" err="1">
                <a:ln>
                  <a:noFill/>
                </a:ln>
                <a:effectLst/>
                <a:uLnTx/>
                <a:uFillTx/>
                <a:latin typeface="Arial"/>
                <a:ea typeface="DejaVu Sans"/>
                <a:cs typeface="+mn-cs"/>
              </a:rPr>
              <a:t>Parcoursup</a:t>
            </a:r>
            <a:r>
              <a:rPr kumimoji="0" lang="fr-FR" b="1" i="0" u="none" strike="noStrike" kern="1200" cap="none" spc="-1" normalizeH="0" baseline="0" noProof="0" dirty="0">
                <a:ln>
                  <a:noFill/>
                </a:ln>
                <a:effectLst/>
                <a:uLnTx/>
                <a:uFillTx/>
                <a:latin typeface="Arial"/>
                <a:ea typeface="DejaVu Sans"/>
                <a:cs typeface="+mn-cs"/>
              </a:rPr>
              <a:t>, les lycéens doivent obligatoirement :</a:t>
            </a:r>
            <a:endParaRPr kumimoji="0" lang="fr-FR" b="0" i="0" u="none" strike="noStrike" kern="1200" cap="none" spc="-1" normalizeH="0" baseline="0" noProof="0" dirty="0">
              <a:ln>
                <a:noFill/>
              </a:ln>
              <a:effectLst/>
              <a:uLnTx/>
              <a:uFillTx/>
              <a:latin typeface="Arial"/>
              <a:ea typeface="+mn-ea"/>
              <a:cs typeface="+mn-cs"/>
            </a:endParaRPr>
          </a:p>
          <a:p>
            <a:pPr marL="343980" marR="0" lvl="0" indent="-342900" algn="l" defTabSz="914400" rtl="0" eaLnBrk="1" fontAlgn="auto" latinLnBrk="0" hangingPunct="1">
              <a:lnSpc>
                <a:spcPct val="100000"/>
              </a:lnSpc>
              <a:spcBef>
                <a:spcPts val="400"/>
              </a:spcBef>
              <a:spcAft>
                <a:spcPts val="0"/>
              </a:spcAft>
              <a:buClr>
                <a:schemeClr val="tx1"/>
              </a:buClr>
              <a:buSzTx/>
              <a:buFont typeface="Wingdings" panose="05000000000000000000" pitchFamily="2" charset="2"/>
              <a:buChar char="v"/>
              <a:tabLst>
                <a:tab pos="0" algn="l"/>
              </a:tabLst>
              <a:defRPr/>
            </a:pPr>
            <a:r>
              <a:rPr kumimoji="0" lang="fr-FR" sz="1600" b="1" i="0" u="none" strike="noStrike" kern="1200" cap="none" spc="-1" normalizeH="0" baseline="0" noProof="0" dirty="0">
                <a:ln>
                  <a:noFill/>
                </a:ln>
                <a:effectLst/>
                <a:uLnTx/>
                <a:uFillTx/>
                <a:latin typeface="Arial"/>
                <a:ea typeface="DejaVu Sans"/>
                <a:cs typeface="+mn-cs"/>
              </a:rPr>
              <a:t>Compléter leur dossier </a:t>
            </a:r>
          </a:p>
          <a:p>
            <a:pPr marL="801180" lvl="1" indent="-342900">
              <a:spcBef>
                <a:spcPts val="400"/>
              </a:spcBef>
              <a:buClr>
                <a:schemeClr val="tx1"/>
              </a:buClr>
              <a:buFont typeface="Wingdings" panose="05000000000000000000" pitchFamily="2" charset="2"/>
              <a:buChar char="ü"/>
              <a:tabLst>
                <a:tab pos="0" algn="l"/>
              </a:tabLst>
              <a:defRPr/>
            </a:pPr>
            <a:r>
              <a:rPr kumimoji="0" lang="fr-FR" sz="1600" i="0" u="none" strike="noStrike" kern="1200" cap="none" spc="-1" normalizeH="0" baseline="0" noProof="0" dirty="0">
                <a:ln>
                  <a:noFill/>
                </a:ln>
                <a:effectLst/>
                <a:uLnTx/>
                <a:uFillTx/>
                <a:latin typeface="Arial"/>
                <a:ea typeface="DejaVu Sans"/>
                <a:cs typeface="+mn-cs"/>
              </a:rPr>
              <a:t>Rubrique </a:t>
            </a:r>
            <a:r>
              <a:rPr lang="fr-FR" sz="1600" dirty="0"/>
              <a:t>« Préférence et autres projets »</a:t>
            </a:r>
          </a:p>
          <a:p>
            <a:pPr marL="801180" lvl="1" indent="-342900">
              <a:spcBef>
                <a:spcPts val="400"/>
              </a:spcBef>
              <a:buClr>
                <a:schemeClr val="tx1"/>
              </a:buClr>
              <a:buFont typeface="Wingdings" panose="05000000000000000000" pitchFamily="2" charset="2"/>
              <a:buChar char="ü"/>
              <a:tabLst>
                <a:tab pos="0" algn="l"/>
              </a:tabLst>
              <a:defRPr/>
            </a:pPr>
            <a:r>
              <a:rPr lang="fr-FR" sz="1600" dirty="0"/>
              <a:t>Lettre de motivation par vœu </a:t>
            </a:r>
            <a:r>
              <a:rPr lang="fr-FR" sz="1600" b="1" dirty="0"/>
              <a:t>uniquement lorsque la formation l’a demandée </a:t>
            </a:r>
            <a:endParaRPr lang="fr-FR" sz="1600" dirty="0"/>
          </a:p>
          <a:p>
            <a:pPr marL="801180" lvl="1" indent="-342900">
              <a:spcBef>
                <a:spcPts val="400"/>
              </a:spcBef>
              <a:buClr>
                <a:schemeClr val="tx1"/>
              </a:buClr>
              <a:buFont typeface="Wingdings" panose="05000000000000000000" pitchFamily="2" charset="2"/>
              <a:buChar char="ü"/>
              <a:tabLst>
                <a:tab pos="0" algn="l"/>
              </a:tabLst>
              <a:defRPr/>
            </a:pPr>
            <a:r>
              <a:rPr lang="fr-FR" sz="1600" dirty="0"/>
              <a:t>Pièces complémentaires demandées par certaines formations</a:t>
            </a:r>
          </a:p>
          <a:p>
            <a:pPr marL="801180" lvl="1" indent="-342900">
              <a:spcBef>
                <a:spcPts val="400"/>
              </a:spcBef>
              <a:spcAft>
                <a:spcPts val="600"/>
              </a:spcAft>
              <a:buClr>
                <a:schemeClr val="tx1"/>
              </a:buClr>
              <a:buFont typeface="Wingdings" panose="05000000000000000000" pitchFamily="2" charset="2"/>
              <a:buChar char="ü"/>
              <a:tabLst>
                <a:tab pos="0" algn="l"/>
              </a:tabLst>
              <a:defRPr/>
            </a:pPr>
            <a:r>
              <a:rPr lang="fr-FR" sz="1600" dirty="0"/>
              <a:t>Rubrique « Activités et centres d’intérêt » (facultative) </a:t>
            </a:r>
            <a:endParaRPr kumimoji="0" lang="fr-FR" sz="1600" b="1" i="0" u="none" strike="noStrike" kern="1200" cap="none" spc="-1" normalizeH="0" baseline="0" noProof="0" dirty="0">
              <a:ln>
                <a:noFill/>
              </a:ln>
              <a:effectLst/>
              <a:uLnTx/>
              <a:uFillTx/>
              <a:latin typeface="Arial"/>
              <a:ea typeface="DejaVu Sans"/>
              <a:cs typeface="+mn-cs"/>
            </a:endParaRPr>
          </a:p>
          <a:p>
            <a:pPr marL="286830" indent="-285750">
              <a:spcBef>
                <a:spcPts val="400"/>
              </a:spcBef>
              <a:buClr>
                <a:schemeClr val="tx1"/>
              </a:buClr>
              <a:buFont typeface="Wingdings" panose="05000000000000000000" pitchFamily="2" charset="2"/>
              <a:buChar char="v"/>
              <a:tabLst>
                <a:tab pos="0" algn="l"/>
              </a:tabLst>
              <a:defRPr/>
            </a:pPr>
            <a:r>
              <a:rPr kumimoji="0" lang="fr-FR" sz="1600" b="1" i="0" u="none" strike="noStrike" kern="1200" cap="none" spc="-1" normalizeH="0" baseline="0" noProof="0" dirty="0">
                <a:ln>
                  <a:noFill/>
                </a:ln>
                <a:effectLst/>
                <a:uLnTx/>
                <a:uFillTx/>
                <a:latin typeface="Arial"/>
                <a:ea typeface="DejaVu Sans"/>
                <a:cs typeface="+mn-cs"/>
              </a:rPr>
              <a:t>Confirmer chacun de leurs vœux</a:t>
            </a:r>
          </a:p>
          <a:p>
            <a:pPr marL="343980" marR="0" lvl="0" indent="-342900" algn="l" defTabSz="914400" rtl="0" eaLnBrk="1" fontAlgn="auto" latinLnBrk="0" hangingPunct="1">
              <a:lnSpc>
                <a:spcPct val="100000"/>
              </a:lnSpc>
              <a:spcBef>
                <a:spcPts val="400"/>
              </a:spcBef>
              <a:spcAft>
                <a:spcPts val="0"/>
              </a:spcAft>
              <a:buClr>
                <a:schemeClr val="tx1"/>
              </a:buClr>
              <a:buSzTx/>
              <a:buFont typeface="Wingdings" panose="05000000000000000000" pitchFamily="2" charset="2"/>
              <a:buChar char="v"/>
              <a:tabLst>
                <a:tab pos="0" algn="l"/>
              </a:tabLst>
              <a:defRPr/>
            </a:pPr>
            <a:endParaRPr lang="fr-FR" sz="1600" b="1" spc="-1" dirty="0">
              <a:latin typeface="Arial"/>
            </a:endParaRPr>
          </a:p>
          <a:p>
            <a:pPr marL="1080" marR="0" lvl="0" algn="l" defTabSz="914400" rtl="0" eaLnBrk="1" fontAlgn="auto" latinLnBrk="0" hangingPunct="1">
              <a:lnSpc>
                <a:spcPct val="100000"/>
              </a:lnSpc>
              <a:spcBef>
                <a:spcPts val="400"/>
              </a:spcBef>
              <a:spcAft>
                <a:spcPts val="0"/>
              </a:spcAft>
              <a:buClr>
                <a:schemeClr val="tx1"/>
              </a:buClr>
              <a:buSzTx/>
              <a:tabLst>
                <a:tab pos="0" algn="l"/>
              </a:tabLst>
              <a:defRPr/>
            </a:pPr>
            <a:endParaRPr kumimoji="0" lang="fr-FR" sz="2000" b="0" i="0" u="none" strike="noStrike" kern="1200" cap="none" spc="-1" normalizeH="0" baseline="0" noProof="0" dirty="0">
              <a:ln>
                <a:noFill/>
              </a:ln>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499"/>
              </a:spcAft>
              <a:buClrTx/>
              <a:buSzTx/>
              <a:buFontTx/>
              <a:buNone/>
              <a:tabLst>
                <a:tab pos="0" algn="l"/>
              </a:tabLst>
              <a:defRPr/>
            </a:pPr>
            <a:endParaRPr kumimoji="0" lang="fr-FR" sz="2000" b="0" i="0" u="none" strike="noStrike" kern="1200" cap="none" spc="-1" normalizeH="0" baseline="0" noProof="0" dirty="0">
              <a:ln>
                <a:noFill/>
              </a:ln>
              <a:solidFill>
                <a:srgbClr val="000091"/>
              </a:solidFill>
              <a:effectLst/>
              <a:uLnTx/>
              <a:uFillTx/>
              <a:latin typeface="Arial"/>
              <a:ea typeface="+mn-ea"/>
              <a:cs typeface="+mn-cs"/>
            </a:endParaRPr>
          </a:p>
        </p:txBody>
      </p:sp>
      <p:sp>
        <p:nvSpPr>
          <p:cNvPr id="387" name="CustomShape 3"/>
          <p:cNvSpPr/>
          <p:nvPr/>
        </p:nvSpPr>
        <p:spPr>
          <a:xfrm>
            <a:off x="6426360" y="4783680"/>
            <a:ext cx="1168920" cy="358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69B479-739B-4DEA-B557-A03ABC1149A0}" type="datetime1">
              <a:rPr kumimoji="0" lang="fr-FR" sz="750" b="0" i="0" u="none" strike="noStrike" kern="1200" cap="all" spc="-1" normalizeH="0" baseline="0" noProof="0">
                <a:ln>
                  <a:noFill/>
                </a:ln>
                <a:solidFill>
                  <a:srgbClr val="000000"/>
                </a:solidFill>
                <a:effectLst/>
                <a:uLnTx/>
                <a:uFillTx/>
                <a:latin typeface="Arial"/>
                <a:ea typeface="DejaVu Sans"/>
                <a:cs typeface="+mn-cs"/>
              </a:rPr>
              <a:pPr marL="0" marR="0" lvl="0" indent="0" algn="r" defTabSz="914400" rtl="0" eaLnBrk="1" fontAlgn="auto" latinLnBrk="0" hangingPunct="1">
                <a:lnSpc>
                  <a:spcPct val="100000"/>
                </a:lnSpc>
                <a:spcBef>
                  <a:spcPts val="0"/>
                </a:spcBef>
                <a:spcAft>
                  <a:spcPts val="0"/>
                </a:spcAft>
                <a:buClrTx/>
                <a:buSzTx/>
                <a:buFontTx/>
                <a:buNone/>
                <a:tabLst/>
                <a:defRPr/>
              </a:pPr>
              <a:t>07/01/2025</a:t>
            </a:fld>
            <a:endParaRPr kumimoji="0" lang="fr-FR" sz="750" b="0" i="0" u="none" strike="noStrike" kern="1200" cap="none" spc="-1" normalizeH="0" baseline="0" noProof="0">
              <a:ln>
                <a:noFill/>
              </a:ln>
              <a:solidFill>
                <a:srgbClr val="000091"/>
              </a:solidFill>
              <a:effectLst/>
              <a:uLnTx/>
              <a:uFillTx/>
              <a:latin typeface="Arial"/>
              <a:ea typeface="+mn-ea"/>
              <a:cs typeface="+mn-cs"/>
            </a:endParaRPr>
          </a:p>
        </p:txBody>
      </p:sp>
      <p:pic>
        <p:nvPicPr>
          <p:cNvPr id="2" name="Image 1">
            <a:extLst>
              <a:ext uri="{FF2B5EF4-FFF2-40B4-BE49-F238E27FC236}">
                <a16:creationId xmlns:a16="http://schemas.microsoft.com/office/drawing/2014/main" id="{043C57B4-01A2-4E51-A3F5-9B17DF1F0D98}"/>
              </a:ext>
            </a:extLst>
          </p:cNvPr>
          <p:cNvPicPr>
            <a:picLocks noChangeAspect="1"/>
          </p:cNvPicPr>
          <p:nvPr/>
        </p:nvPicPr>
        <p:blipFill>
          <a:blip r:embed="rId2"/>
          <a:stretch>
            <a:fillRect/>
          </a:stretch>
        </p:blipFill>
        <p:spPr>
          <a:xfrm>
            <a:off x="1161574" y="3614434"/>
            <a:ext cx="6820852" cy="809738"/>
          </a:xfrm>
          <a:prstGeom prst="rect">
            <a:avLst/>
          </a:prstGeom>
        </p:spPr>
      </p:pic>
      <p:pic>
        <p:nvPicPr>
          <p:cNvPr id="5" name="Image 4">
            <a:extLst>
              <a:ext uri="{FF2B5EF4-FFF2-40B4-BE49-F238E27FC236}">
                <a16:creationId xmlns:a16="http://schemas.microsoft.com/office/drawing/2014/main" id="{7F02FB64-075A-44E8-8422-324943A11E3E}"/>
              </a:ext>
            </a:extLst>
          </p:cNvPr>
          <p:cNvPicPr>
            <a:picLocks noChangeAspect="1"/>
          </p:cNvPicPr>
          <p:nvPr/>
        </p:nvPicPr>
        <p:blipFill>
          <a:blip r:embed="rId3"/>
          <a:stretch>
            <a:fillRect/>
          </a:stretch>
        </p:blipFill>
        <p:spPr>
          <a:xfrm>
            <a:off x="5526369" y="31371"/>
            <a:ext cx="3248478" cy="724001"/>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7985ACA5-6172-44D9-B161-AAE07303258B}"/>
              </a:ext>
            </a:extLst>
          </p:cNvPr>
          <p:cNvPicPr>
            <a:picLocks noChangeAspect="1"/>
          </p:cNvPicPr>
          <p:nvPr/>
        </p:nvPicPr>
        <p:blipFill rotWithShape="1">
          <a:blip r:embed="rId2"/>
          <a:srcRect b="2842"/>
          <a:stretch/>
        </p:blipFill>
        <p:spPr>
          <a:xfrm>
            <a:off x="220717" y="178904"/>
            <a:ext cx="8702565" cy="4561261"/>
          </a:xfrm>
          <a:prstGeom prst="rect">
            <a:avLst/>
          </a:prstGeom>
        </p:spPr>
      </p:pic>
    </p:spTree>
    <p:extLst>
      <p:ext uri="{BB962C8B-B14F-4D97-AF65-F5344CB8AC3E}">
        <p14:creationId xmlns:p14="http://schemas.microsoft.com/office/powerpoint/2010/main" val="13729684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6" name="TextShape 1"/>
          <p:cNvSpPr txBox="1"/>
          <p:nvPr/>
        </p:nvSpPr>
        <p:spPr>
          <a:xfrm>
            <a:off x="182880" y="777242"/>
            <a:ext cx="5541120" cy="3912324"/>
          </a:xfrm>
          <a:prstGeom prst="rect">
            <a:avLst/>
          </a:prstGeom>
          <a:noFill/>
          <a:ln w="0">
            <a:noFill/>
          </a:ln>
        </p:spPr>
        <p:txBody>
          <a:bodyPr lIns="90000" tIns="45000" rIns="90000" bIns="4500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1" normalizeH="0" baseline="0" noProof="0" dirty="0">
                <a:ln>
                  <a:noFill/>
                </a:ln>
                <a:effectLst/>
                <a:uLnTx/>
                <a:uFillTx/>
                <a:latin typeface="Arial"/>
                <a:ea typeface="+mn-ea"/>
                <a:cs typeface="+mn-cs"/>
              </a:rPr>
              <a:t>La saisie de la fiche Avenir est un travail collectif qui concerne l’ensemble de l’équipe pédagogique :</a:t>
            </a:r>
            <a:endParaRPr kumimoji="0" lang="fr-FR" sz="1400" b="0" i="0" u="none" strike="noStrike" kern="1200" cap="none" spc="-1" normalizeH="0" baseline="0" noProof="0" dirty="0">
              <a:ln>
                <a:noFill/>
              </a:ln>
              <a:effectLst/>
              <a:uLnTx/>
              <a:uFillTx/>
              <a:latin typeface="Arial"/>
              <a:ea typeface="Arial"/>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400" b="0" i="0" u="none" strike="noStrike" kern="1200" cap="none" spc="-1" normalizeH="0" baseline="0" noProof="0" dirty="0">
              <a:ln>
                <a:noFill/>
              </a:ln>
              <a:effectLst/>
              <a:uLnTx/>
              <a:uFillTx/>
              <a:latin typeface="Arial"/>
              <a:ea typeface="Arial"/>
              <a:cs typeface="+mn-cs"/>
            </a:endParaRP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fr-FR" sz="1400" b="1" i="0" u="none" strike="noStrike" kern="1200" cap="none" spc="-1" normalizeH="0" baseline="0" noProof="0" dirty="0">
                <a:ln>
                  <a:noFill/>
                </a:ln>
                <a:effectLst/>
                <a:uLnTx/>
                <a:uFillTx/>
                <a:latin typeface="Arial"/>
                <a:ea typeface="Arial"/>
                <a:cs typeface="+mn-cs"/>
              </a:rPr>
              <a:t>Les professeurs principaux </a:t>
            </a:r>
            <a:r>
              <a:rPr kumimoji="0" lang="fr-FR" sz="1400" b="0" i="0" u="none" strike="noStrike" kern="1200" cap="none" spc="-1" normalizeH="0" baseline="0" noProof="0" dirty="0">
                <a:ln>
                  <a:noFill/>
                </a:ln>
                <a:effectLst/>
                <a:uLnTx/>
                <a:uFillTx/>
                <a:latin typeface="Arial"/>
                <a:ea typeface="Arial"/>
                <a:cs typeface="+mn-cs"/>
              </a:rPr>
              <a:t>de la classe, </a:t>
            </a:r>
            <a:r>
              <a:rPr kumimoji="0" lang="fr-FR" sz="1400" b="0" i="0" u="none" strike="noStrike" kern="1200" cap="none" spc="-1" normalizeH="0" baseline="0" noProof="0" dirty="0">
                <a:ln>
                  <a:noFill/>
                </a:ln>
                <a:solidFill>
                  <a:srgbClr val="51BAAA"/>
                </a:solidFill>
                <a:effectLst/>
                <a:uLnTx/>
                <a:uFillTx/>
                <a:latin typeface="Arial"/>
                <a:ea typeface="Arial"/>
                <a:cs typeface="+mn-cs"/>
              </a:rPr>
              <a:t>après concertation avec l’ensemble de l’équipe pédagogique, portent une appréciation sur 4 éléments caractérisant le profil de l’élève (méthode de travail, autonomie, capacité à s’investir dans le travail et engagement/esprit d’initiative).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400" b="0" i="0" u="none" strike="noStrike" kern="1200" cap="none" spc="-1" normalizeH="0" baseline="0" noProof="0" dirty="0">
              <a:ln>
                <a:noFill/>
              </a:ln>
              <a:effectLst/>
              <a:uLnTx/>
              <a:uFillTx/>
              <a:latin typeface="Arial"/>
              <a:ea typeface="Arial"/>
              <a:cs typeface="+mn-cs"/>
            </a:endParaRP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fr-FR" sz="1400" b="1" i="0" u="none" strike="noStrike" kern="1200" cap="none" spc="-1" normalizeH="0" baseline="0" noProof="0" dirty="0">
                <a:ln>
                  <a:noFill/>
                </a:ln>
                <a:effectLst/>
                <a:uLnTx/>
                <a:uFillTx/>
                <a:latin typeface="Arial"/>
                <a:ea typeface="Arial"/>
                <a:cs typeface="+mn-cs"/>
              </a:rPr>
              <a:t>Le conseil de classe </a:t>
            </a:r>
            <a:r>
              <a:rPr kumimoji="0" lang="fr-FR" sz="1400" b="0" i="0" u="none" strike="noStrike" kern="1200" cap="none" spc="-1" normalizeH="0" baseline="0" noProof="0" dirty="0">
                <a:ln>
                  <a:noFill/>
                </a:ln>
                <a:solidFill>
                  <a:srgbClr val="51BAAA"/>
                </a:solidFill>
                <a:effectLst/>
                <a:uLnTx/>
                <a:uFillTx/>
                <a:latin typeface="Arial"/>
                <a:ea typeface="Arial"/>
                <a:cs typeface="+mn-cs"/>
              </a:rPr>
              <a:t>se prononce sur les vœux de poursuite d’études de l’élève afin d’éclairer l’</a:t>
            </a:r>
            <a:r>
              <a:rPr lang="fr-FR" sz="1400" spc="-1" dirty="0">
                <a:solidFill>
                  <a:srgbClr val="51BAAA"/>
                </a:solidFill>
                <a:latin typeface="Arial"/>
                <a:ea typeface="Arial"/>
              </a:rPr>
              <a:t>avis porté par </a:t>
            </a:r>
            <a:r>
              <a:rPr kumimoji="0" lang="fr-FR" sz="1400" b="0" i="0" u="none" strike="noStrike" kern="1200" cap="none" spc="-1" normalizeH="0" baseline="0" noProof="0" dirty="0">
                <a:ln>
                  <a:noFill/>
                </a:ln>
                <a:solidFill>
                  <a:srgbClr val="51BAAA"/>
                </a:solidFill>
                <a:effectLst/>
                <a:uLnTx/>
                <a:uFillTx/>
                <a:latin typeface="Arial"/>
                <a:ea typeface="Arial"/>
                <a:cs typeface="+mn-cs"/>
              </a:rPr>
              <a:t>le chef d’établissement.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400" b="0" i="0" u="none" strike="noStrike" kern="1200" cap="none" spc="-1" normalizeH="0" baseline="0" noProof="0" dirty="0">
              <a:ln>
                <a:noFill/>
              </a:ln>
              <a:effectLst/>
              <a:uLnTx/>
              <a:uFillTx/>
              <a:latin typeface="Arial"/>
              <a:ea typeface="Arial"/>
              <a:cs typeface="+mn-cs"/>
            </a:endParaRP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fr-FR" sz="1400" b="1" i="0" u="none" strike="noStrike" kern="1200" cap="none" spc="-1" normalizeH="0" baseline="0" noProof="0" dirty="0">
                <a:ln>
                  <a:noFill/>
                </a:ln>
                <a:effectLst/>
                <a:uLnTx/>
                <a:uFillTx/>
                <a:latin typeface="Arial"/>
                <a:ea typeface="Arial"/>
                <a:cs typeface="+mn-cs"/>
              </a:rPr>
              <a:t>Le chef d’établissement </a:t>
            </a:r>
            <a:r>
              <a:rPr kumimoji="0" lang="fr-FR" sz="1400" b="0" i="0" u="none" strike="noStrike" kern="1200" cap="none" spc="-1" normalizeH="0" baseline="0" noProof="0" dirty="0">
                <a:ln>
                  <a:noFill/>
                </a:ln>
                <a:solidFill>
                  <a:srgbClr val="51BAAA"/>
                </a:solidFill>
                <a:effectLst/>
                <a:uLnTx/>
                <a:uFillTx/>
                <a:latin typeface="Arial"/>
                <a:ea typeface="Arial"/>
                <a:cs typeface="+mn-cs"/>
              </a:rPr>
              <a:t>saisit sur la plateforme </a:t>
            </a:r>
            <a:r>
              <a:rPr kumimoji="0" lang="fr-FR" sz="1400" b="0" i="0" u="none" strike="noStrike" kern="1200" cap="none" spc="-1" normalizeH="0" baseline="0" noProof="0" dirty="0" err="1">
                <a:ln>
                  <a:noFill/>
                </a:ln>
                <a:solidFill>
                  <a:srgbClr val="51BAAA"/>
                </a:solidFill>
                <a:effectLst/>
                <a:uLnTx/>
                <a:uFillTx/>
                <a:latin typeface="Arial"/>
                <a:ea typeface="Arial"/>
                <a:cs typeface="+mn-cs"/>
              </a:rPr>
              <a:t>Parcoursup</a:t>
            </a:r>
            <a:r>
              <a:rPr kumimoji="0" lang="fr-FR" sz="1400" b="0" i="0" u="none" strike="noStrike" kern="1200" cap="none" spc="-1" normalizeH="0" baseline="0" noProof="0" dirty="0">
                <a:ln>
                  <a:noFill/>
                </a:ln>
                <a:solidFill>
                  <a:srgbClr val="51BAAA"/>
                </a:solidFill>
                <a:effectLst/>
                <a:uLnTx/>
                <a:uFillTx/>
                <a:latin typeface="Arial"/>
                <a:ea typeface="Arial"/>
                <a:cs typeface="+mn-cs"/>
              </a:rPr>
              <a:t> une appréciation sur la capacité de l’élève à réussir dans la formation visée et coche les cases correspondantes à son avis.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1" normalizeH="0" baseline="0" noProof="0" dirty="0">
              <a:ln>
                <a:noFill/>
              </a:ln>
              <a:effectLst/>
              <a:uLnTx/>
              <a:uFillTx/>
              <a:latin typeface="Arial"/>
              <a:ea typeface="Arial"/>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1" normalizeH="0" baseline="0" noProof="0" dirty="0">
                <a:ln>
                  <a:noFill/>
                </a:ln>
                <a:effectLst/>
                <a:uLnTx/>
                <a:uFillTx/>
                <a:latin typeface="Arial"/>
                <a:ea typeface="Arial"/>
                <a:cs typeface="+mn-cs"/>
              </a:rPr>
              <a:t>Consultation de la fiche Avenir par les élèves à partir du 1er juin 2024. </a:t>
            </a:r>
          </a:p>
        </p:txBody>
      </p:sp>
      <p:sp>
        <p:nvSpPr>
          <p:cNvPr id="3" name="ZoneTexte 2">
            <a:extLst>
              <a:ext uri="{FF2B5EF4-FFF2-40B4-BE49-F238E27FC236}">
                <a16:creationId xmlns:a16="http://schemas.microsoft.com/office/drawing/2014/main" id="{02849434-8BD3-6F0B-1C62-24A1450ECC18}"/>
              </a:ext>
            </a:extLst>
          </p:cNvPr>
          <p:cNvSpPr txBox="1"/>
          <p:nvPr/>
        </p:nvSpPr>
        <p:spPr>
          <a:xfrm>
            <a:off x="3285308" y="112680"/>
            <a:ext cx="2318657" cy="461665"/>
          </a:xfrm>
          <a:prstGeom prst="rect">
            <a:avLst/>
          </a:prstGeom>
          <a:noFill/>
        </p:spPr>
        <p:txBody>
          <a:bodyPr wrap="square">
            <a:spAutoFit/>
          </a:bodyPr>
          <a:lstStyle/>
          <a:p>
            <a:r>
              <a:rPr lang="fr-FR" sz="2400" dirty="0">
                <a:solidFill>
                  <a:srgbClr val="0070C0"/>
                </a:solidFill>
                <a:latin typeface="Arial"/>
              </a:rPr>
              <a:t>l</a:t>
            </a:r>
            <a:r>
              <a:rPr kumimoji="0" lang="fr-FR" sz="2400" b="0" i="0" u="none" strike="noStrike" kern="1200" cap="none" spc="0" normalizeH="0" baseline="0" noProof="0" dirty="0">
                <a:ln>
                  <a:noFill/>
                </a:ln>
                <a:solidFill>
                  <a:srgbClr val="0070C0"/>
                </a:solidFill>
                <a:effectLst/>
                <a:uLnTx/>
                <a:uFillTx/>
                <a:latin typeface="Arial"/>
                <a:ea typeface="+mn-ea"/>
                <a:cs typeface="+mn-cs"/>
              </a:rPr>
              <a:t>a fiche Avenir</a:t>
            </a:r>
            <a:endParaRPr lang="fr-FR" dirty="0"/>
          </a:p>
        </p:txBody>
      </p:sp>
      <p:pic>
        <p:nvPicPr>
          <p:cNvPr id="5" name="Image 4">
            <a:extLst>
              <a:ext uri="{FF2B5EF4-FFF2-40B4-BE49-F238E27FC236}">
                <a16:creationId xmlns:a16="http://schemas.microsoft.com/office/drawing/2014/main" id="{1FB79D1E-863F-4EFC-BC05-CD6C7A8595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24000" y="1022267"/>
            <a:ext cx="3314660" cy="309896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2" name="CustomShape 2"/>
          <p:cNvSpPr/>
          <p:nvPr/>
        </p:nvSpPr>
        <p:spPr>
          <a:xfrm>
            <a:off x="360540" y="1242669"/>
            <a:ext cx="8422920" cy="2788920"/>
          </a:xfrm>
          <a:prstGeom prst="rect">
            <a:avLst/>
          </a:prstGeom>
          <a:noFill/>
          <a:ln w="0">
            <a:noFill/>
          </a:ln>
        </p:spPr>
        <p:style>
          <a:lnRef idx="0">
            <a:scrgbClr r="0" g="0" b="0"/>
          </a:lnRef>
          <a:fillRef idx="0">
            <a:scrgbClr r="0" g="0" b="0"/>
          </a:fillRef>
          <a:effectRef idx="0">
            <a:scrgbClr r="0" g="0" b="0"/>
          </a:effectRef>
          <a:fontRef idx="minor"/>
        </p:style>
        <p:txBody>
          <a:bodyPr lIns="0" tIns="0" rIns="0" bIns="0">
            <a:noAutofit/>
          </a:bodyPr>
          <a:lstStyle/>
          <a:p>
            <a:pPr marL="342900" indent="-342900" algn="just">
              <a:lnSpc>
                <a:spcPct val="100000"/>
              </a:lnSpc>
              <a:spcAft>
                <a:spcPts val="499"/>
              </a:spcAft>
              <a:buFont typeface="Wingdings" panose="05000000000000000000" pitchFamily="2" charset="2"/>
              <a:buChar char="v"/>
              <a:tabLst>
                <a:tab pos="0" algn="l"/>
              </a:tabLst>
            </a:pPr>
            <a:r>
              <a:rPr lang="fr-FR" sz="1600" b="0" strike="noStrike" spc="-1" dirty="0">
                <a:latin typeface="Arial"/>
                <a:ea typeface="DejaVu Sans"/>
              </a:rPr>
              <a:t>Au sein de chaque formation, </a:t>
            </a:r>
            <a:r>
              <a:rPr lang="fr-FR" sz="1600" b="1" strike="noStrike" spc="-1" dirty="0">
                <a:latin typeface="Arial"/>
                <a:ea typeface="DejaVu Sans"/>
              </a:rPr>
              <a:t>une commission d’examen des vœux </a:t>
            </a:r>
            <a:r>
              <a:rPr lang="fr-FR" sz="1600" b="0" strike="noStrike" spc="-1" dirty="0">
                <a:latin typeface="Arial"/>
                <a:ea typeface="DejaVu Sans"/>
              </a:rPr>
              <a:t>(référent pédagogique et professeurs) est chargée de </a:t>
            </a:r>
            <a:r>
              <a:rPr lang="fr-FR" sz="1600" b="1" strike="noStrike" spc="-1" dirty="0">
                <a:latin typeface="Arial"/>
                <a:ea typeface="DejaVu Sans"/>
              </a:rPr>
              <a:t>définir les modalités et les critères d’examen des candidatures et d’examiner les candidatures </a:t>
            </a:r>
            <a:endParaRPr lang="fr-FR" sz="1600" b="0" strike="noStrike" spc="-1" dirty="0">
              <a:latin typeface="Arial"/>
            </a:endParaRPr>
          </a:p>
          <a:p>
            <a:pPr marL="342900" indent="-342900" algn="just">
              <a:lnSpc>
                <a:spcPct val="100000"/>
              </a:lnSpc>
              <a:spcAft>
                <a:spcPts val="499"/>
              </a:spcAft>
              <a:buFont typeface="Wingdings" panose="05000000000000000000" pitchFamily="2" charset="2"/>
              <a:buChar char="v"/>
              <a:tabLst>
                <a:tab pos="0" algn="l"/>
              </a:tabLst>
            </a:pPr>
            <a:endParaRPr lang="fr-FR" sz="1600" b="0" strike="noStrike" spc="-1" dirty="0">
              <a:latin typeface="Arial"/>
            </a:endParaRPr>
          </a:p>
          <a:p>
            <a:pPr marL="342900" indent="-342900" algn="just">
              <a:lnSpc>
                <a:spcPct val="100000"/>
              </a:lnSpc>
              <a:spcAft>
                <a:spcPts val="499"/>
              </a:spcAft>
              <a:buFont typeface="Wingdings" panose="05000000000000000000" pitchFamily="2" charset="2"/>
              <a:buChar char="v"/>
              <a:tabLst>
                <a:tab pos="0" algn="l"/>
              </a:tabLst>
            </a:pPr>
            <a:r>
              <a:rPr lang="fr-FR" sz="1600" strike="noStrike" spc="-1" dirty="0">
                <a:latin typeface="Arial"/>
                <a:ea typeface="DejaVu Sans"/>
              </a:rPr>
              <a:t>Les</a:t>
            </a:r>
            <a:r>
              <a:rPr lang="fr-FR" sz="1600" b="1" strike="noStrike" spc="-1" dirty="0">
                <a:latin typeface="Arial"/>
                <a:ea typeface="DejaVu Sans"/>
              </a:rPr>
              <a:t> critères généraux d’examen des vœux </a:t>
            </a:r>
            <a:r>
              <a:rPr lang="fr-FR" sz="1600" b="0" strike="noStrike" spc="-1" dirty="0">
                <a:latin typeface="Arial"/>
                <a:ea typeface="DejaVu Sans"/>
              </a:rPr>
              <a:t>précisés sur chaque </a:t>
            </a:r>
            <a:r>
              <a:rPr lang="fr-FR" sz="1600" b="1" strike="noStrike" spc="-1" dirty="0">
                <a:latin typeface="Arial"/>
                <a:ea typeface="DejaVu Sans"/>
              </a:rPr>
              <a:t>fiche de formation </a:t>
            </a:r>
            <a:r>
              <a:rPr lang="fr-FR" sz="1600" b="1" strike="noStrike" spc="-1" dirty="0" err="1">
                <a:latin typeface="Arial"/>
                <a:ea typeface="DejaVu Sans"/>
              </a:rPr>
              <a:t>Parcoursup</a:t>
            </a:r>
            <a:r>
              <a:rPr lang="fr-FR" sz="1600" b="1" strike="noStrike" spc="-1" dirty="0">
                <a:latin typeface="Arial"/>
                <a:ea typeface="DejaVu Sans"/>
              </a:rPr>
              <a:t> </a:t>
            </a:r>
            <a:endParaRPr lang="fr-FR" sz="1600" b="0" strike="noStrike" spc="-1" dirty="0">
              <a:latin typeface="Arial"/>
            </a:endParaRPr>
          </a:p>
        </p:txBody>
      </p:sp>
      <p:sp>
        <p:nvSpPr>
          <p:cNvPr id="3" name="ZoneTexte 2">
            <a:extLst>
              <a:ext uri="{FF2B5EF4-FFF2-40B4-BE49-F238E27FC236}">
                <a16:creationId xmlns:a16="http://schemas.microsoft.com/office/drawing/2014/main" id="{BF6BAA2E-D301-518E-CC85-24AF73204D7E}"/>
              </a:ext>
            </a:extLst>
          </p:cNvPr>
          <p:cNvSpPr txBox="1"/>
          <p:nvPr/>
        </p:nvSpPr>
        <p:spPr>
          <a:xfrm>
            <a:off x="3598816" y="95075"/>
            <a:ext cx="5251269"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400" b="0" i="0" u="none" strike="noStrike" kern="1200" cap="none" spc="0" normalizeH="0" baseline="0" noProof="0" dirty="0">
                <a:ln>
                  <a:noFill/>
                </a:ln>
                <a:solidFill>
                  <a:srgbClr val="0070C0"/>
                </a:solidFill>
                <a:effectLst/>
                <a:uLnTx/>
                <a:uFillTx/>
                <a:latin typeface="Arial"/>
                <a:ea typeface="+mn-ea"/>
                <a:cs typeface="+mn-cs"/>
              </a:rPr>
              <a:t>Avril-mai : examen des candidatures</a:t>
            </a:r>
            <a:endParaRPr kumimoji="0" lang="fr-FR" sz="1800" b="0" i="0" u="none" strike="noStrike" kern="1200" cap="none" spc="0" normalizeH="0" baseline="0" noProof="0" dirty="0">
              <a:ln>
                <a:noFill/>
              </a:ln>
              <a:solidFill>
                <a:srgbClr val="000091"/>
              </a:solidFill>
              <a:effectLst/>
              <a:uLnTx/>
              <a:uFillTx/>
              <a:latin typeface="Arial"/>
              <a:ea typeface="+mn-ea"/>
              <a:cs typeface="+mn-c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5">
            <a:extLst>
              <a:ext uri="{FF2B5EF4-FFF2-40B4-BE49-F238E27FC236}">
                <a16:creationId xmlns:a16="http://schemas.microsoft.com/office/drawing/2014/main" id="{81A84489-F0FD-D275-CD43-F89F8795D033}"/>
              </a:ext>
            </a:extLst>
          </p:cNvPr>
          <p:cNvSpPr txBox="1">
            <a:spLocks/>
          </p:cNvSpPr>
          <p:nvPr/>
        </p:nvSpPr>
        <p:spPr bwMode="gray">
          <a:xfrm>
            <a:off x="1051559" y="961664"/>
            <a:ext cx="6890658" cy="2833098"/>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500"/>
              </a:spcAft>
              <a:buFont typeface="Arial" pitchFamily="34" charset="0"/>
              <a:buNone/>
              <a:defRPr sz="1050" b="0" kern="1200">
                <a:solidFill>
                  <a:srgbClr val="0C5076"/>
                </a:solidFill>
                <a:latin typeface="+mn-lt"/>
                <a:ea typeface="+mn-ea"/>
                <a:cs typeface="+mn-cs"/>
              </a:defRPr>
            </a:lvl1pPr>
            <a:lvl2pPr marL="252000" indent="-72000" algn="l" defTabSz="914400" rtl="0" eaLnBrk="1" latinLnBrk="0" hangingPunct="1">
              <a:lnSpc>
                <a:spcPct val="100000"/>
              </a:lnSpc>
              <a:spcBef>
                <a:spcPts val="600"/>
              </a:spcBef>
              <a:spcAft>
                <a:spcPts val="600"/>
              </a:spcAft>
              <a:buFont typeface="Arial" pitchFamily="34" charset="0"/>
              <a:buChar char="•"/>
              <a:defRPr sz="950" kern="1200">
                <a:solidFill>
                  <a:schemeClr val="tx1"/>
                </a:solidFill>
                <a:latin typeface="+mn-lt"/>
                <a:ea typeface="+mn-ea"/>
                <a:cs typeface="+mn-cs"/>
              </a:defRPr>
            </a:lvl2pPr>
            <a:lvl3pPr marL="432000" indent="-72000" algn="l" defTabSz="914400" rtl="0" eaLnBrk="1" latinLnBrk="0" hangingPunct="1">
              <a:lnSpc>
                <a:spcPct val="100000"/>
              </a:lnSpc>
              <a:spcBef>
                <a:spcPts val="100"/>
              </a:spcBef>
              <a:spcAft>
                <a:spcPts val="100"/>
              </a:spcAft>
              <a:buSzPct val="100000"/>
              <a:buFont typeface="Arial" pitchFamily="34" charset="0"/>
              <a:buChar char="•"/>
              <a:defRPr sz="850" kern="1200">
                <a:solidFill>
                  <a:schemeClr val="tx1"/>
                </a:solidFill>
                <a:latin typeface="+mn-lt"/>
                <a:ea typeface="+mn-ea"/>
                <a:cs typeface="+mn-cs"/>
              </a:defRPr>
            </a:lvl3pPr>
            <a:lvl4pPr marL="612000" indent="-72000" algn="l" defTabSz="914400" rtl="0" eaLnBrk="1" latinLnBrk="0" hangingPunct="1">
              <a:lnSpc>
                <a:spcPct val="100000"/>
              </a:lnSpc>
              <a:spcBef>
                <a:spcPts val="100"/>
              </a:spcBef>
              <a:spcAft>
                <a:spcPts val="100"/>
              </a:spcAft>
              <a:buSzPct val="100000"/>
              <a:buFont typeface="Arial" pitchFamily="34" charset="0"/>
              <a:buChar char="•"/>
              <a:defRPr sz="750" kern="1200">
                <a:solidFill>
                  <a:schemeClr val="tx1"/>
                </a:solidFill>
                <a:latin typeface="+mn-lt"/>
                <a:ea typeface="+mn-ea"/>
                <a:cs typeface="+mn-cs"/>
              </a:defRPr>
            </a:lvl4pPr>
            <a:lvl5pPr marL="828000" indent="-72000" algn="l" defTabSz="914400" rtl="0" eaLnBrk="1" latinLnBrk="0" hangingPunct="1">
              <a:lnSpc>
                <a:spcPct val="100000"/>
              </a:lnSpc>
              <a:spcBef>
                <a:spcPts val="100"/>
              </a:spcBef>
              <a:spcAft>
                <a:spcPts val="100"/>
              </a:spcAft>
              <a:buSzPct val="100000"/>
              <a:buFont typeface="Arial" pitchFamily="34" charset="0"/>
              <a:buChar char="•"/>
              <a:defRPr sz="7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spcAft>
                <a:spcPts val="499"/>
              </a:spcAft>
            </a:pPr>
            <a:endParaRPr lang="fr-FR" sz="3200" b="1" u="sng" dirty="0">
              <a:solidFill>
                <a:srgbClr val="FFC000"/>
              </a:solidFill>
            </a:endParaRPr>
          </a:p>
          <a:p>
            <a:pPr algn="ctr">
              <a:spcAft>
                <a:spcPts val="499"/>
              </a:spcAft>
            </a:pPr>
            <a:r>
              <a:rPr lang="fr-FR" sz="3200" b="1" u="sng" dirty="0">
                <a:solidFill>
                  <a:srgbClr val="FFC000"/>
                </a:solidFill>
              </a:rPr>
              <a:t>ETAPE 3 :</a:t>
            </a:r>
          </a:p>
          <a:p>
            <a:pPr algn="ctr">
              <a:spcAft>
                <a:spcPts val="499"/>
              </a:spcAft>
            </a:pPr>
            <a:endParaRPr lang="fr-FR" sz="3200" b="1" dirty="0">
              <a:solidFill>
                <a:srgbClr val="FFC000"/>
              </a:solidFill>
            </a:endParaRPr>
          </a:p>
          <a:p>
            <a:pPr algn="ctr">
              <a:spcAft>
                <a:spcPts val="499"/>
              </a:spcAft>
            </a:pPr>
            <a:r>
              <a:rPr lang="fr-FR" sz="3200" b="1" dirty="0">
                <a:solidFill>
                  <a:srgbClr val="FFC000"/>
                </a:solidFill>
              </a:rPr>
              <a:t>Je reçois les réponses</a:t>
            </a:r>
          </a:p>
          <a:p>
            <a:pPr algn="ctr">
              <a:spcAft>
                <a:spcPts val="499"/>
              </a:spcAft>
            </a:pPr>
            <a:r>
              <a:rPr lang="fr-FR" sz="3200" b="1" dirty="0">
                <a:solidFill>
                  <a:srgbClr val="FFC000"/>
                </a:solidFill>
              </a:rPr>
              <a:t>et je décide</a:t>
            </a:r>
          </a:p>
          <a:p>
            <a:pPr>
              <a:spcAft>
                <a:spcPts val="499"/>
              </a:spcAft>
            </a:pPr>
            <a:endParaRPr lang="fr-FR" sz="2000" dirty="0"/>
          </a:p>
          <a:p>
            <a:pPr>
              <a:spcAft>
                <a:spcPts val="499"/>
              </a:spcAft>
            </a:pPr>
            <a:endParaRPr lang="fr-FR" sz="3600" dirty="0"/>
          </a:p>
        </p:txBody>
      </p:sp>
      <p:pic>
        <p:nvPicPr>
          <p:cNvPr id="3" name="Image 2">
            <a:extLst>
              <a:ext uri="{FF2B5EF4-FFF2-40B4-BE49-F238E27FC236}">
                <a16:creationId xmlns:a16="http://schemas.microsoft.com/office/drawing/2014/main" id="{7E8939E5-03E5-4E38-BA28-D4BAF62B4CAD}"/>
              </a:ext>
            </a:extLst>
          </p:cNvPr>
          <p:cNvPicPr>
            <a:picLocks noChangeAspect="1"/>
          </p:cNvPicPr>
          <p:nvPr/>
        </p:nvPicPr>
        <p:blipFill>
          <a:blip r:embed="rId2"/>
          <a:stretch>
            <a:fillRect/>
          </a:stretch>
        </p:blipFill>
        <p:spPr>
          <a:xfrm>
            <a:off x="2789938" y="102870"/>
            <a:ext cx="6354062" cy="762106"/>
          </a:xfrm>
          <a:prstGeom prst="rect">
            <a:avLst/>
          </a:prstGeom>
        </p:spPr>
      </p:pic>
    </p:spTree>
    <p:extLst>
      <p:ext uri="{BB962C8B-B14F-4D97-AF65-F5344CB8AC3E}">
        <p14:creationId xmlns:p14="http://schemas.microsoft.com/office/powerpoint/2010/main" val="14065553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CF446998-4BA7-4595-BBCC-C4BA70633344}"/>
              </a:ext>
            </a:extLst>
          </p:cNvPr>
          <p:cNvPicPr>
            <a:picLocks noChangeAspect="1"/>
          </p:cNvPicPr>
          <p:nvPr/>
        </p:nvPicPr>
        <p:blipFill>
          <a:blip r:embed="rId2"/>
          <a:stretch>
            <a:fillRect/>
          </a:stretch>
        </p:blipFill>
        <p:spPr>
          <a:xfrm>
            <a:off x="0" y="87421"/>
            <a:ext cx="9144000" cy="4968657"/>
          </a:xfrm>
          <a:prstGeom prst="rect">
            <a:avLst/>
          </a:prstGeom>
        </p:spPr>
      </p:pic>
    </p:spTree>
    <p:extLst>
      <p:ext uri="{BB962C8B-B14F-4D97-AF65-F5344CB8AC3E}">
        <p14:creationId xmlns:p14="http://schemas.microsoft.com/office/powerpoint/2010/main" val="4569259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489D9823-69FC-44F6-92C0-D79C1CBEF2B1}"/>
              </a:ext>
            </a:extLst>
          </p:cNvPr>
          <p:cNvSpPr>
            <a:spLocks noGrp="1"/>
          </p:cNvSpPr>
          <p:nvPr>
            <p:ph type="sldNum" sz="quarter" idx="12"/>
          </p:nvPr>
        </p:nvSpPr>
        <p:spPr/>
        <p:txBody>
          <a:bodyPr/>
          <a:lstStyle/>
          <a:p>
            <a:fld id="{733122C9-A0B9-462F-8757-0847AD287B63}" type="slidenum">
              <a:rPr lang="fr-FR" smtClean="0"/>
              <a:pPr/>
              <a:t>34</a:t>
            </a:fld>
            <a:endParaRPr lang="fr-FR" dirty="0"/>
          </a:p>
        </p:txBody>
      </p:sp>
      <p:sp>
        <p:nvSpPr>
          <p:cNvPr id="4" name="Titre 3">
            <a:extLst>
              <a:ext uri="{FF2B5EF4-FFF2-40B4-BE49-F238E27FC236}">
                <a16:creationId xmlns:a16="http://schemas.microsoft.com/office/drawing/2014/main" id="{AA9E794B-79FB-4BD9-B875-44D75EF80CD2}"/>
              </a:ext>
            </a:extLst>
          </p:cNvPr>
          <p:cNvSpPr>
            <a:spLocks noGrp="1"/>
          </p:cNvSpPr>
          <p:nvPr>
            <p:ph type="title"/>
          </p:nvPr>
        </p:nvSpPr>
        <p:spPr/>
        <p:txBody>
          <a:bodyPr/>
          <a:lstStyle/>
          <a:p>
            <a:endParaRPr lang="fr-FR"/>
          </a:p>
        </p:txBody>
      </p:sp>
      <p:sp>
        <p:nvSpPr>
          <p:cNvPr id="5" name="Espace réservé du contenu 4">
            <a:extLst>
              <a:ext uri="{FF2B5EF4-FFF2-40B4-BE49-F238E27FC236}">
                <a16:creationId xmlns:a16="http://schemas.microsoft.com/office/drawing/2014/main" id="{24D29368-A614-4214-8941-2F129341BD81}"/>
              </a:ext>
            </a:extLst>
          </p:cNvPr>
          <p:cNvSpPr>
            <a:spLocks noGrp="1"/>
          </p:cNvSpPr>
          <p:nvPr>
            <p:ph sz="quarter" idx="14"/>
          </p:nvPr>
        </p:nvSpPr>
        <p:spPr/>
        <p:txBody>
          <a:bodyPr/>
          <a:lstStyle/>
          <a:p>
            <a:endParaRPr lang="fr-FR"/>
          </a:p>
        </p:txBody>
      </p:sp>
      <p:sp>
        <p:nvSpPr>
          <p:cNvPr id="6" name="Espace réservé du texte 5">
            <a:extLst>
              <a:ext uri="{FF2B5EF4-FFF2-40B4-BE49-F238E27FC236}">
                <a16:creationId xmlns:a16="http://schemas.microsoft.com/office/drawing/2014/main" id="{68340C44-22CB-45F4-B47C-EC5074D0CAD0}"/>
              </a:ext>
            </a:extLst>
          </p:cNvPr>
          <p:cNvSpPr>
            <a:spLocks noGrp="1"/>
          </p:cNvSpPr>
          <p:nvPr>
            <p:ph type="body" sz="quarter" idx="13"/>
          </p:nvPr>
        </p:nvSpPr>
        <p:spPr/>
        <p:txBody>
          <a:bodyPr/>
          <a:lstStyle/>
          <a:p>
            <a:endParaRPr lang="fr-FR"/>
          </a:p>
        </p:txBody>
      </p:sp>
      <p:pic>
        <p:nvPicPr>
          <p:cNvPr id="7" name="Image 6">
            <a:extLst>
              <a:ext uri="{FF2B5EF4-FFF2-40B4-BE49-F238E27FC236}">
                <a16:creationId xmlns:a16="http://schemas.microsoft.com/office/drawing/2014/main" id="{8FB797AB-8919-41C4-AD0D-B34EFD6C2EE1}"/>
              </a:ext>
            </a:extLst>
          </p:cNvPr>
          <p:cNvPicPr>
            <a:picLocks noChangeAspect="1"/>
          </p:cNvPicPr>
          <p:nvPr/>
        </p:nvPicPr>
        <p:blipFill rotWithShape="1">
          <a:blip r:embed="rId2"/>
          <a:srcRect b="1567"/>
          <a:stretch/>
        </p:blipFill>
        <p:spPr>
          <a:xfrm>
            <a:off x="183930" y="7033"/>
            <a:ext cx="8776138" cy="4701601"/>
          </a:xfrm>
          <a:prstGeom prst="rect">
            <a:avLst/>
          </a:prstGeom>
        </p:spPr>
      </p:pic>
    </p:spTree>
    <p:extLst>
      <p:ext uri="{BB962C8B-B14F-4D97-AF65-F5344CB8AC3E}">
        <p14:creationId xmlns:p14="http://schemas.microsoft.com/office/powerpoint/2010/main" val="4544868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e la date 4"/>
          <p:cNvSpPr>
            <a:spLocks noGrp="1"/>
          </p:cNvSpPr>
          <p:nvPr>
            <p:ph type="dt" sz="half" idx="10"/>
          </p:nvPr>
        </p:nvSpPr>
        <p:spPr>
          <a:xfrm>
            <a:off x="6426336" y="4876046"/>
            <a:ext cx="1170000" cy="36000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364400D-1A9E-42A8-8CBD-868B8972336F}" type="datetime1">
              <a:rPr kumimoji="0" lang="fr-FR" sz="800" b="0" i="0" u="none" strike="noStrike" kern="1200" cap="all" spc="0" normalizeH="0" baseline="0" noProof="0" smtClean="0">
                <a:ln>
                  <a:noFill/>
                </a:ln>
                <a:solidFill>
                  <a:srgbClr val="000091"/>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07/01/2025</a:t>
            </a:fld>
            <a:endParaRPr kumimoji="0" lang="fr-FR" sz="800" b="0" i="0" u="none" strike="noStrike" kern="1200" cap="all" spc="0" normalizeH="0" baseline="0" noProof="0">
              <a:ln>
                <a:noFill/>
              </a:ln>
              <a:solidFill>
                <a:srgbClr val="000091"/>
              </a:solidFill>
              <a:effectLst/>
              <a:uLnTx/>
              <a:uFillTx/>
              <a:latin typeface="Arial"/>
              <a:ea typeface="+mn-ea"/>
              <a:cs typeface="+mn-cs"/>
            </a:endParaRPr>
          </a:p>
        </p:txBody>
      </p:sp>
      <p:sp>
        <p:nvSpPr>
          <p:cNvPr id="7" name="Espace réservé du texte 2"/>
          <p:cNvSpPr txBox="1">
            <a:spLocks/>
          </p:cNvSpPr>
          <p:nvPr/>
        </p:nvSpPr>
        <p:spPr>
          <a:xfrm>
            <a:off x="386366" y="915566"/>
            <a:ext cx="8568000" cy="465412"/>
          </a:xfrm>
          <a:prstGeom prst="rect">
            <a:avLst/>
          </a:prstGeom>
        </p:spPr>
        <p:txBody>
          <a:bodyPr vert="horz" lIns="91440" tIns="45720" rIns="91440" bIns="45720" rtlCol="0">
            <a:noAutofit/>
          </a:bodyPr>
          <a:lstStyle>
            <a:lvl1pPr marL="177800" marR="0" indent="-177800" algn="l" defTabSz="457200" rtl="0" eaLnBrk="1" fontAlgn="auto" latinLnBrk="0" hangingPunct="1">
              <a:lnSpc>
                <a:spcPct val="100000"/>
              </a:lnSpc>
              <a:spcBef>
                <a:spcPct val="20000"/>
              </a:spcBef>
              <a:spcAft>
                <a:spcPts val="0"/>
              </a:spcAft>
              <a:buClr>
                <a:srgbClr val="FF0000"/>
              </a:buClr>
              <a:buSzPct val="100000"/>
              <a:buFont typeface="Lucida Grande"/>
              <a:buChar char="&gt;"/>
              <a:tabLst/>
              <a:defRPr sz="2000" kern="1200">
                <a:solidFill>
                  <a:srgbClr val="3D566E"/>
                </a:solidFill>
                <a:latin typeface="+mn-lt"/>
                <a:ea typeface="+mn-ea"/>
                <a:cs typeface="+mn-cs"/>
              </a:defRPr>
            </a:lvl1pPr>
            <a:lvl2pPr marL="627063" marR="0" indent="-169863" algn="l" defTabSz="457200" rtl="0" eaLnBrk="1" fontAlgn="auto" latinLnBrk="0" hangingPunct="1">
              <a:lnSpc>
                <a:spcPct val="100000"/>
              </a:lnSpc>
              <a:spcBef>
                <a:spcPct val="20000"/>
              </a:spcBef>
              <a:spcAft>
                <a:spcPts val="0"/>
              </a:spcAft>
              <a:buClr>
                <a:srgbClr val="FF0000"/>
              </a:buClr>
              <a:buSzTx/>
              <a:buFont typeface="Arial-ItalicMT" charset="0"/>
              <a:buChar char="&gt;"/>
              <a:tabLst/>
              <a:defRPr sz="1500" kern="1200">
                <a:solidFill>
                  <a:srgbClr val="3D566E"/>
                </a:solidFill>
                <a:latin typeface="+mn-lt"/>
                <a:ea typeface="+mn-ea"/>
                <a:cs typeface="+mn-cs"/>
              </a:defRPr>
            </a:lvl2pPr>
            <a:lvl3pPr marL="627063" marR="0" indent="0" algn="l" defTabSz="457200" rtl="0" eaLnBrk="1" fontAlgn="auto" latinLnBrk="0" hangingPunct="1">
              <a:lnSpc>
                <a:spcPct val="100000"/>
              </a:lnSpc>
              <a:spcBef>
                <a:spcPct val="20000"/>
              </a:spcBef>
              <a:spcAft>
                <a:spcPts val="0"/>
              </a:spcAft>
              <a:buClrTx/>
              <a:buSzTx/>
              <a:buFont typeface="Arial"/>
              <a:buNone/>
              <a:tabLst/>
              <a:defRPr sz="1500" kern="1200">
                <a:solidFill>
                  <a:srgbClr val="3D566E"/>
                </a:solidFill>
                <a:latin typeface="+mn-lt"/>
                <a:ea typeface="+mn-ea"/>
                <a:cs typeface="+mn-cs"/>
              </a:defRPr>
            </a:lvl3pPr>
            <a:lvl4pPr marL="627063" marR="0" indent="177800" algn="l" defTabSz="457200" rtl="0" eaLnBrk="1" fontAlgn="auto" latinLnBrk="0" hangingPunct="1">
              <a:lnSpc>
                <a:spcPct val="100000"/>
              </a:lnSpc>
              <a:spcBef>
                <a:spcPct val="20000"/>
              </a:spcBef>
              <a:spcAft>
                <a:spcPts val="0"/>
              </a:spcAft>
              <a:buClr>
                <a:srgbClr val="FF0000"/>
              </a:buClr>
              <a:buSzTx/>
              <a:buFont typeface="Arial"/>
              <a:buChar char="–"/>
              <a:tabLst/>
              <a:defRPr sz="1100" kern="1200">
                <a:solidFill>
                  <a:srgbClr val="3D566E"/>
                </a:solidFill>
                <a:latin typeface="+mn-lt"/>
                <a:ea typeface="+mn-ea"/>
                <a:cs typeface="+mn-cs"/>
              </a:defRPr>
            </a:lvl4pPr>
            <a:lvl5pPr marL="806450" marR="0" indent="0" algn="l" defTabSz="457200" rtl="0" eaLnBrk="1" fontAlgn="auto" latinLnBrk="0" hangingPunct="1">
              <a:lnSpc>
                <a:spcPct val="100000"/>
              </a:lnSpc>
              <a:spcBef>
                <a:spcPct val="20000"/>
              </a:spcBef>
              <a:spcAft>
                <a:spcPts val="0"/>
              </a:spcAft>
              <a:buClrTx/>
              <a:buSzTx/>
              <a:buFont typeface="Arial"/>
              <a:buNone/>
              <a:tabLst/>
              <a:defRPr sz="1100" kern="1200">
                <a:solidFill>
                  <a:srgbClr val="3D566E"/>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
                <a:srgbClr val="FF0000"/>
              </a:buClr>
              <a:buSzPct val="100000"/>
              <a:buFont typeface="Lucida Grande"/>
              <a:buNone/>
              <a:tabLst/>
              <a:defRPr/>
            </a:pPr>
            <a:endParaRPr kumimoji="0" lang="fr-FR" sz="1400" b="1" i="0" u="none" strike="noStrike" kern="1200" cap="none" spc="0" normalizeH="0" baseline="0" noProof="0" dirty="0">
              <a:ln>
                <a:noFill/>
              </a:ln>
              <a:solidFill>
                <a:srgbClr val="3D566E"/>
              </a:solidFill>
              <a:effectLst/>
              <a:uLnTx/>
              <a:uFillTx/>
              <a:latin typeface="Calibri"/>
              <a:ea typeface="+mn-ea"/>
              <a:cs typeface="+mn-cs"/>
            </a:endParaRPr>
          </a:p>
          <a:p>
            <a:pPr marL="177800" marR="0" lvl="0" indent="-177800" algn="l" defTabSz="457200" rtl="0" eaLnBrk="1" fontAlgn="auto" latinLnBrk="0" hangingPunct="1">
              <a:lnSpc>
                <a:spcPct val="100000"/>
              </a:lnSpc>
              <a:spcBef>
                <a:spcPct val="20000"/>
              </a:spcBef>
              <a:spcAft>
                <a:spcPts val="0"/>
              </a:spcAft>
              <a:buClr>
                <a:srgbClr val="FF0000"/>
              </a:buClr>
              <a:buSzPct val="100000"/>
              <a:buFont typeface="Lucida Grande"/>
              <a:buChar char="&gt;"/>
              <a:tabLst/>
              <a:defRPr/>
            </a:pPr>
            <a:r>
              <a:rPr kumimoji="0" lang="fr-FR" sz="1400" b="1" i="0" u="none" strike="noStrike" kern="1200" cap="none" spc="0" normalizeH="0" baseline="0" noProof="0" dirty="0">
                <a:ln>
                  <a:noFill/>
                </a:ln>
                <a:solidFill>
                  <a:srgbClr val="000091"/>
                </a:solidFill>
                <a:effectLst/>
                <a:uLnTx/>
                <a:uFillTx/>
                <a:latin typeface="Calibri"/>
                <a:ea typeface="+mn-ea"/>
                <a:cs typeface="+mn-cs"/>
              </a:rPr>
              <a:t>Formation sélective (BTS, BUT, classe prépa, IFSI, écoles…) </a:t>
            </a:r>
            <a:endParaRPr kumimoji="0" lang="fr-FR" sz="1400" b="0" i="0" u="none" strike="noStrike" kern="1200" cap="none" spc="0" normalizeH="0" baseline="0" noProof="0" dirty="0">
              <a:ln>
                <a:noFill/>
              </a:ln>
              <a:solidFill>
                <a:srgbClr val="000091"/>
              </a:solidFill>
              <a:effectLst/>
              <a:uLnTx/>
              <a:uFillTx/>
              <a:latin typeface="Calibri"/>
              <a:ea typeface="+mn-ea"/>
              <a:cs typeface="+mn-cs"/>
            </a:endParaRPr>
          </a:p>
          <a:p>
            <a:pPr marL="0" marR="0" lvl="0" indent="0" algn="l" defTabSz="457200" rtl="0" eaLnBrk="1" fontAlgn="auto" latinLnBrk="0" hangingPunct="1">
              <a:lnSpc>
                <a:spcPct val="100000"/>
              </a:lnSpc>
              <a:spcBef>
                <a:spcPct val="20000"/>
              </a:spcBef>
              <a:spcAft>
                <a:spcPts val="0"/>
              </a:spcAft>
              <a:buClr>
                <a:srgbClr val="FF0000"/>
              </a:buClr>
              <a:buSzPct val="100000"/>
              <a:buFont typeface="Lucida Grande"/>
              <a:buNone/>
              <a:tabLst/>
              <a:defRPr/>
            </a:pPr>
            <a:endParaRPr kumimoji="0" lang="fr-FR" sz="1050" b="1" i="0" u="none" strike="noStrike" kern="1200" cap="none" spc="0" normalizeH="0" baseline="0" noProof="0" dirty="0">
              <a:ln>
                <a:noFill/>
              </a:ln>
              <a:solidFill>
                <a:srgbClr val="3D566E"/>
              </a:solidFill>
              <a:effectLst/>
              <a:uLnTx/>
              <a:uFillTx/>
              <a:latin typeface="Calibri"/>
              <a:ea typeface="+mn-ea"/>
              <a:cs typeface="+mn-cs"/>
            </a:endParaRPr>
          </a:p>
          <a:p>
            <a:pPr marL="177800" marR="0" lvl="0" indent="-177800" algn="l" defTabSz="457200" rtl="0" eaLnBrk="1" fontAlgn="auto" latinLnBrk="0" hangingPunct="1">
              <a:lnSpc>
                <a:spcPct val="100000"/>
              </a:lnSpc>
              <a:spcBef>
                <a:spcPct val="20000"/>
              </a:spcBef>
              <a:spcAft>
                <a:spcPts val="0"/>
              </a:spcAft>
              <a:buClr>
                <a:srgbClr val="FF0000"/>
              </a:buClr>
              <a:buSzPct val="100000"/>
              <a:buFont typeface="Lucida Grande"/>
              <a:buChar char="&gt;"/>
              <a:tabLst/>
              <a:defRPr/>
            </a:pPr>
            <a:endParaRPr kumimoji="0" lang="fr-FR" sz="1050" b="1" i="0" u="none" strike="noStrike" kern="1200" cap="none" spc="0" normalizeH="0" baseline="0" noProof="0" dirty="0">
              <a:ln>
                <a:noFill/>
              </a:ln>
              <a:solidFill>
                <a:srgbClr val="3D566E"/>
              </a:solidFill>
              <a:effectLst/>
              <a:uLnTx/>
              <a:uFillTx/>
              <a:latin typeface="Calibri"/>
              <a:ea typeface="+mn-ea"/>
              <a:cs typeface="+mn-cs"/>
            </a:endParaRPr>
          </a:p>
          <a:p>
            <a:pPr marL="177800" marR="0" lvl="0" indent="-177800" algn="l" defTabSz="457200" rtl="0" eaLnBrk="1" fontAlgn="auto" latinLnBrk="0" hangingPunct="1">
              <a:lnSpc>
                <a:spcPct val="100000"/>
              </a:lnSpc>
              <a:spcBef>
                <a:spcPct val="20000"/>
              </a:spcBef>
              <a:spcAft>
                <a:spcPts val="0"/>
              </a:spcAft>
              <a:buClr>
                <a:srgbClr val="FF0000"/>
              </a:buClr>
              <a:buSzPct val="100000"/>
              <a:buFont typeface="Lucida Grande"/>
              <a:buChar char="&gt;"/>
              <a:tabLst/>
              <a:defRPr/>
            </a:pPr>
            <a:endParaRPr kumimoji="0" lang="fr-FR" sz="1050" b="0" i="0" u="none" strike="noStrike" kern="1200" cap="none" spc="0" normalizeH="0" baseline="0" noProof="0" dirty="0">
              <a:ln>
                <a:noFill/>
              </a:ln>
              <a:solidFill>
                <a:srgbClr val="3D566E"/>
              </a:solidFill>
              <a:effectLst/>
              <a:uLnTx/>
              <a:uFillTx/>
              <a:latin typeface="Calibri"/>
              <a:ea typeface="+mn-ea"/>
              <a:cs typeface="+mn-cs"/>
            </a:endParaRPr>
          </a:p>
          <a:p>
            <a:pPr marL="177800" marR="0" lvl="0" indent="-177800" algn="l" defTabSz="457200" rtl="0" eaLnBrk="1" fontAlgn="auto" latinLnBrk="0" hangingPunct="1">
              <a:lnSpc>
                <a:spcPct val="100000"/>
              </a:lnSpc>
              <a:spcBef>
                <a:spcPct val="20000"/>
              </a:spcBef>
              <a:spcAft>
                <a:spcPts val="0"/>
              </a:spcAft>
              <a:buClr>
                <a:srgbClr val="FF0000"/>
              </a:buClr>
              <a:buSzPct val="100000"/>
              <a:buFont typeface="Lucida Grande"/>
              <a:buChar char="&gt;"/>
              <a:tabLst/>
              <a:defRPr/>
            </a:pPr>
            <a:endParaRPr kumimoji="0" lang="fr-FR" sz="1050" b="0" i="0" u="none" strike="noStrike" kern="1200" cap="none" spc="0" normalizeH="0" baseline="0" noProof="0" dirty="0">
              <a:ln>
                <a:noFill/>
              </a:ln>
              <a:solidFill>
                <a:srgbClr val="3D566E"/>
              </a:solidFill>
              <a:effectLst/>
              <a:uLnTx/>
              <a:uFillTx/>
              <a:latin typeface="Calibri"/>
              <a:ea typeface="+mn-ea"/>
              <a:cs typeface="+mn-cs"/>
            </a:endParaRPr>
          </a:p>
        </p:txBody>
      </p:sp>
      <p:sp>
        <p:nvSpPr>
          <p:cNvPr id="8" name="Espace réservé du numéro de diapositive 3"/>
          <p:cNvSpPr txBox="1">
            <a:spLocks/>
          </p:cNvSpPr>
          <p:nvPr/>
        </p:nvSpPr>
        <p:spPr>
          <a:xfrm>
            <a:off x="8340049" y="4857149"/>
            <a:ext cx="373534" cy="261257"/>
          </a:xfrm>
          <a:prstGeom prst="rect">
            <a:avLst/>
          </a:prstGeom>
        </p:spPr>
        <p:txBody>
          <a:bodyPr vert="horz" lIns="91440" tIns="45720" rIns="91440" bIns="45720" rtlCol="0" anchor="ctr"/>
          <a:lstStyle>
            <a:defPPr>
              <a:defRPr lang="fr-FR"/>
            </a:defPPr>
            <a:lvl1pPr marL="0" algn="ctr" defTabSz="457200" rtl="0" eaLnBrk="1" latinLnBrk="0" hangingPunct="1">
              <a:defRPr sz="1000" b="1"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fld id="{C6B7B3CB-E3BA-F74C-AB76-86EFC5843CD6}" type="slidenum">
              <a:rPr kumimoji="0" lang="fr-FR" sz="900" b="1" i="0" u="none" strike="noStrike" kern="1200" cap="none" spc="0" normalizeH="0" baseline="0" noProof="0" smtClean="0">
                <a:ln>
                  <a:noFill/>
                </a:ln>
                <a:solidFill>
                  <a:prstClr val="white"/>
                </a:solidFill>
                <a:effectLst/>
                <a:uLnTx/>
                <a:uFillTx/>
                <a:latin typeface="Calibri"/>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35</a:t>
            </a:fld>
            <a:endParaRPr kumimoji="0" lang="fr-FR" sz="900" b="1"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à coins arrondis 8"/>
          <p:cNvSpPr/>
          <p:nvPr/>
        </p:nvSpPr>
        <p:spPr>
          <a:xfrm>
            <a:off x="1350965" y="1491630"/>
            <a:ext cx="2657475" cy="325437"/>
          </a:xfrm>
          <a:prstGeom prst="roundRect">
            <a:avLst/>
          </a:prstGeom>
          <a:solidFill>
            <a:srgbClr val="51BAAA"/>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1200" b="1" i="0" u="none" strike="noStrike" kern="0" cap="none" spc="0" normalizeH="0" baseline="0" noProof="0">
                <a:ln>
                  <a:noFill/>
                </a:ln>
                <a:solidFill>
                  <a:prstClr val="white"/>
                </a:solidFill>
                <a:effectLst/>
                <a:uLnTx/>
                <a:uFillTx/>
                <a:latin typeface="Calibri"/>
                <a:ea typeface="+mn-ea"/>
                <a:cs typeface="+mn-cs"/>
              </a:rPr>
              <a:t>OUI (proposition d’admission)</a:t>
            </a:r>
          </a:p>
        </p:txBody>
      </p:sp>
      <p:sp>
        <p:nvSpPr>
          <p:cNvPr id="10" name="Rectangle à coins arrondis 9"/>
          <p:cNvSpPr/>
          <p:nvPr/>
        </p:nvSpPr>
        <p:spPr>
          <a:xfrm>
            <a:off x="1357315" y="2007566"/>
            <a:ext cx="2657475" cy="323850"/>
          </a:xfrm>
          <a:prstGeom prst="roundRect">
            <a:avLst/>
          </a:prstGeom>
          <a:solidFill>
            <a:srgbClr val="417DC4"/>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1200" b="1" i="0" u="none" strike="noStrike" kern="0" cap="none" spc="0" normalizeH="0" baseline="0" noProof="0" dirty="0">
                <a:ln>
                  <a:noFill/>
                </a:ln>
                <a:solidFill>
                  <a:prstClr val="white"/>
                </a:solidFill>
                <a:effectLst/>
                <a:uLnTx/>
                <a:uFillTx/>
                <a:latin typeface="Calibri"/>
                <a:ea typeface="+mn-ea"/>
                <a:cs typeface="+mn-cs"/>
              </a:rPr>
              <a:t>En attente d’une place</a:t>
            </a:r>
          </a:p>
        </p:txBody>
      </p:sp>
      <p:sp>
        <p:nvSpPr>
          <p:cNvPr id="11" name="ZoneTexte 13"/>
          <p:cNvSpPr txBox="1">
            <a:spLocks noChangeArrowheads="1"/>
          </p:cNvSpPr>
          <p:nvPr/>
        </p:nvSpPr>
        <p:spPr bwMode="auto">
          <a:xfrm>
            <a:off x="2490787" y="1774835"/>
            <a:ext cx="70643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SzPct val="100000"/>
              <a:buBlip>
                <a:blip r:embed="rId2"/>
              </a:buBlip>
              <a:defRPr sz="2000">
                <a:solidFill>
                  <a:srgbClr val="26338B"/>
                </a:solidFill>
                <a:latin typeface="Calibri" pitchFamily="34" charset="0"/>
              </a:defRPr>
            </a:lvl1pPr>
            <a:lvl2pPr marL="742950" indent="-285750" eaLnBrk="0" hangingPunct="0">
              <a:spcBef>
                <a:spcPct val="20000"/>
              </a:spcBef>
              <a:buClr>
                <a:srgbClr val="F28E65"/>
              </a:buClr>
              <a:buFont typeface="Arial-ItalicMT"/>
              <a:buChar char="&gt;"/>
              <a:defRPr sz="1500">
                <a:solidFill>
                  <a:srgbClr val="26338B"/>
                </a:solidFill>
                <a:latin typeface="Calibri" pitchFamily="34" charset="0"/>
              </a:defRPr>
            </a:lvl2pPr>
            <a:lvl3pPr marL="1143000" indent="-228600" eaLnBrk="0" hangingPunct="0">
              <a:spcBef>
                <a:spcPct val="20000"/>
              </a:spcBef>
              <a:buFont typeface="Arial" pitchFamily="34" charset="0"/>
              <a:defRPr sz="1500">
                <a:solidFill>
                  <a:srgbClr val="26338B"/>
                </a:solidFill>
                <a:latin typeface="Calibri" pitchFamily="34" charset="0"/>
              </a:defRPr>
            </a:lvl3pPr>
            <a:lvl4pPr marL="1600200" indent="-228600" eaLnBrk="0" hangingPunct="0">
              <a:spcBef>
                <a:spcPct val="20000"/>
              </a:spcBef>
              <a:buClr>
                <a:srgbClr val="F28E65"/>
              </a:buClr>
              <a:buFont typeface="Arial" pitchFamily="34" charset="0"/>
              <a:buChar char="–"/>
              <a:defRPr sz="1100">
                <a:solidFill>
                  <a:srgbClr val="26338B"/>
                </a:solidFill>
                <a:latin typeface="Calibri" pitchFamily="34" charset="0"/>
              </a:defRPr>
            </a:lvl4pPr>
            <a:lvl5pPr marL="2057400" indent="-228600" eaLnBrk="0" hangingPunct="0">
              <a:spcBef>
                <a:spcPct val="20000"/>
              </a:spcBef>
              <a:buFont typeface="Arial" pitchFamily="34" charset="0"/>
              <a:defRPr sz="1100">
                <a:solidFill>
                  <a:srgbClr val="26338B"/>
                </a:solidFill>
                <a:latin typeface="Calibri" pitchFamily="34" charset="0"/>
              </a:defRPr>
            </a:lvl5pPr>
            <a:lvl6pPr marL="2514600" indent="-228600" defTabSz="457200" eaLnBrk="0" fontAlgn="base" hangingPunct="0">
              <a:spcBef>
                <a:spcPct val="20000"/>
              </a:spcBef>
              <a:spcAft>
                <a:spcPct val="0"/>
              </a:spcAft>
              <a:buFont typeface="Arial" pitchFamily="34" charset="0"/>
              <a:defRPr sz="1100">
                <a:solidFill>
                  <a:srgbClr val="26338B"/>
                </a:solidFill>
                <a:latin typeface="Calibri" pitchFamily="34" charset="0"/>
              </a:defRPr>
            </a:lvl6pPr>
            <a:lvl7pPr marL="2971800" indent="-228600" defTabSz="457200" eaLnBrk="0" fontAlgn="base" hangingPunct="0">
              <a:spcBef>
                <a:spcPct val="20000"/>
              </a:spcBef>
              <a:spcAft>
                <a:spcPct val="0"/>
              </a:spcAft>
              <a:buFont typeface="Arial" pitchFamily="34" charset="0"/>
              <a:defRPr sz="1100">
                <a:solidFill>
                  <a:srgbClr val="26338B"/>
                </a:solidFill>
                <a:latin typeface="Calibri" pitchFamily="34" charset="0"/>
              </a:defRPr>
            </a:lvl7pPr>
            <a:lvl8pPr marL="3429000" indent="-228600" defTabSz="457200" eaLnBrk="0" fontAlgn="base" hangingPunct="0">
              <a:spcBef>
                <a:spcPct val="20000"/>
              </a:spcBef>
              <a:spcAft>
                <a:spcPct val="0"/>
              </a:spcAft>
              <a:buFont typeface="Arial" pitchFamily="34" charset="0"/>
              <a:defRPr sz="1100">
                <a:solidFill>
                  <a:srgbClr val="26338B"/>
                </a:solidFill>
                <a:latin typeface="Calibri" pitchFamily="34" charset="0"/>
              </a:defRPr>
            </a:lvl8pPr>
            <a:lvl9pPr marL="3886200" indent="-228600" defTabSz="457200" eaLnBrk="0" fontAlgn="base" hangingPunct="0">
              <a:spcBef>
                <a:spcPct val="20000"/>
              </a:spcBef>
              <a:spcAft>
                <a:spcPct val="0"/>
              </a:spcAft>
              <a:buFont typeface="Arial" pitchFamily="34" charset="0"/>
              <a:defRPr sz="1100">
                <a:solidFill>
                  <a:srgbClr val="26338B"/>
                </a:solidFill>
                <a:latin typeface="Calibri" pitchFamily="34" charset="0"/>
              </a:defRPr>
            </a:lvl9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fr-FR" altLang="fr-FR" sz="1200" b="1" i="0" u="none" strike="noStrike" kern="0" cap="none" spc="0" normalizeH="0" baseline="0" noProof="0" dirty="0">
                <a:ln>
                  <a:noFill/>
                </a:ln>
                <a:solidFill>
                  <a:srgbClr val="3D566E"/>
                </a:solidFill>
                <a:effectLst/>
                <a:uLnTx/>
                <a:uFillTx/>
                <a:latin typeface="Calibri" pitchFamily="34" charset="0"/>
                <a:ea typeface="+mn-ea"/>
                <a:cs typeface="+mn-cs"/>
              </a:rPr>
              <a:t>ou</a:t>
            </a:r>
          </a:p>
        </p:txBody>
      </p:sp>
      <p:sp>
        <p:nvSpPr>
          <p:cNvPr id="12" name="Flèche droite 11"/>
          <p:cNvSpPr/>
          <p:nvPr/>
        </p:nvSpPr>
        <p:spPr>
          <a:xfrm>
            <a:off x="4135438" y="1563067"/>
            <a:ext cx="671512" cy="206375"/>
          </a:xfrm>
          <a:prstGeom prst="rightArrow">
            <a:avLst/>
          </a:prstGeom>
          <a:solidFill>
            <a:schemeClr val="tx2"/>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600" b="0" i="0" u="none" strike="noStrike" kern="0" cap="none" spc="0" normalizeH="0" baseline="0" noProof="0">
              <a:ln>
                <a:noFill/>
              </a:ln>
              <a:solidFill>
                <a:prstClr val="white"/>
              </a:solidFill>
              <a:effectLst/>
              <a:uLnTx/>
              <a:uFillTx/>
              <a:latin typeface="Calibri"/>
              <a:ea typeface="+mn-ea"/>
              <a:cs typeface="+mn-cs"/>
            </a:endParaRPr>
          </a:p>
        </p:txBody>
      </p:sp>
      <p:sp>
        <p:nvSpPr>
          <p:cNvPr id="13" name="Rectangle à coins arrondis 12"/>
          <p:cNvSpPr/>
          <p:nvPr/>
        </p:nvSpPr>
        <p:spPr>
          <a:xfrm>
            <a:off x="4919662" y="1564308"/>
            <a:ext cx="3708000" cy="324000"/>
          </a:xfrm>
          <a:prstGeom prst="roundRect">
            <a:avLst/>
          </a:prstGeom>
          <a:solidFill>
            <a:srgbClr val="FFCA00"/>
          </a:solidFill>
          <a:ln>
            <a:noFill/>
          </a:ln>
          <a:effectLst>
            <a:outerShdw blurRad="50800" dist="38100" dir="2700000" algn="tl" rotWithShape="0">
              <a:prstClr val="black">
                <a:alpha val="5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dirty="0">
                <a:ln>
                  <a:noFill/>
                </a:ln>
                <a:solidFill>
                  <a:srgbClr val="000091"/>
                </a:solidFill>
                <a:effectLst/>
                <a:uLnTx/>
                <a:uFillTx/>
                <a:latin typeface="Arial"/>
                <a:ea typeface="+mn-ea"/>
                <a:cs typeface="+mn-cs"/>
              </a:rPr>
              <a:t>Le candidat accepte la proposition ou y renonce</a:t>
            </a:r>
          </a:p>
        </p:txBody>
      </p:sp>
      <p:sp>
        <p:nvSpPr>
          <p:cNvPr id="15" name="Rectangle à coins arrondis 14"/>
          <p:cNvSpPr/>
          <p:nvPr/>
        </p:nvSpPr>
        <p:spPr>
          <a:xfrm>
            <a:off x="1357315" y="2512391"/>
            <a:ext cx="2657475" cy="323850"/>
          </a:xfrm>
          <a:prstGeom prst="roundRect">
            <a:avLst/>
          </a:prstGeom>
          <a:solidFill>
            <a:sysClr val="window" lastClr="FFFFFF">
              <a:lumMod val="85000"/>
            </a:sys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1200" b="1" i="0" u="none" strike="noStrike" kern="0" cap="none" spc="0" normalizeH="0" baseline="0" noProof="0">
                <a:ln>
                  <a:noFill/>
                </a:ln>
                <a:solidFill>
                  <a:srgbClr val="3D566E"/>
                </a:solidFill>
                <a:effectLst/>
                <a:uLnTx/>
                <a:uFillTx/>
                <a:latin typeface="Calibri"/>
                <a:ea typeface="+mn-ea"/>
                <a:cs typeface="+mn-cs"/>
              </a:rPr>
              <a:t>Non</a:t>
            </a:r>
          </a:p>
        </p:txBody>
      </p:sp>
      <p:sp>
        <p:nvSpPr>
          <p:cNvPr id="16" name="ZoneTexte 35"/>
          <p:cNvSpPr txBox="1">
            <a:spLocks noChangeArrowheads="1"/>
          </p:cNvSpPr>
          <p:nvPr/>
        </p:nvSpPr>
        <p:spPr bwMode="auto">
          <a:xfrm>
            <a:off x="2490788" y="2291929"/>
            <a:ext cx="70643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SzPct val="100000"/>
              <a:buBlip>
                <a:blip r:embed="rId2"/>
              </a:buBlip>
              <a:defRPr sz="2000">
                <a:solidFill>
                  <a:srgbClr val="26338B"/>
                </a:solidFill>
                <a:latin typeface="Calibri" pitchFamily="34" charset="0"/>
              </a:defRPr>
            </a:lvl1pPr>
            <a:lvl2pPr marL="742950" indent="-285750" eaLnBrk="0" hangingPunct="0">
              <a:spcBef>
                <a:spcPct val="20000"/>
              </a:spcBef>
              <a:buClr>
                <a:srgbClr val="F28E65"/>
              </a:buClr>
              <a:buFont typeface="Arial-ItalicMT"/>
              <a:buChar char="&gt;"/>
              <a:defRPr sz="1500">
                <a:solidFill>
                  <a:srgbClr val="26338B"/>
                </a:solidFill>
                <a:latin typeface="Calibri" pitchFamily="34" charset="0"/>
              </a:defRPr>
            </a:lvl2pPr>
            <a:lvl3pPr marL="1143000" indent="-228600" eaLnBrk="0" hangingPunct="0">
              <a:spcBef>
                <a:spcPct val="20000"/>
              </a:spcBef>
              <a:buFont typeface="Arial" pitchFamily="34" charset="0"/>
              <a:defRPr sz="1500">
                <a:solidFill>
                  <a:srgbClr val="26338B"/>
                </a:solidFill>
                <a:latin typeface="Calibri" pitchFamily="34" charset="0"/>
              </a:defRPr>
            </a:lvl3pPr>
            <a:lvl4pPr marL="1600200" indent="-228600" eaLnBrk="0" hangingPunct="0">
              <a:spcBef>
                <a:spcPct val="20000"/>
              </a:spcBef>
              <a:buClr>
                <a:srgbClr val="F28E65"/>
              </a:buClr>
              <a:buFont typeface="Arial" pitchFamily="34" charset="0"/>
              <a:buChar char="–"/>
              <a:defRPr sz="1100">
                <a:solidFill>
                  <a:srgbClr val="26338B"/>
                </a:solidFill>
                <a:latin typeface="Calibri" pitchFamily="34" charset="0"/>
              </a:defRPr>
            </a:lvl4pPr>
            <a:lvl5pPr marL="2057400" indent="-228600" eaLnBrk="0" hangingPunct="0">
              <a:spcBef>
                <a:spcPct val="20000"/>
              </a:spcBef>
              <a:buFont typeface="Arial" pitchFamily="34" charset="0"/>
              <a:defRPr sz="1100">
                <a:solidFill>
                  <a:srgbClr val="26338B"/>
                </a:solidFill>
                <a:latin typeface="Calibri" pitchFamily="34" charset="0"/>
              </a:defRPr>
            </a:lvl5pPr>
            <a:lvl6pPr marL="2514600" indent="-228600" defTabSz="457200" eaLnBrk="0" fontAlgn="base" hangingPunct="0">
              <a:spcBef>
                <a:spcPct val="20000"/>
              </a:spcBef>
              <a:spcAft>
                <a:spcPct val="0"/>
              </a:spcAft>
              <a:buFont typeface="Arial" pitchFamily="34" charset="0"/>
              <a:defRPr sz="1100">
                <a:solidFill>
                  <a:srgbClr val="26338B"/>
                </a:solidFill>
                <a:latin typeface="Calibri" pitchFamily="34" charset="0"/>
              </a:defRPr>
            </a:lvl6pPr>
            <a:lvl7pPr marL="2971800" indent="-228600" defTabSz="457200" eaLnBrk="0" fontAlgn="base" hangingPunct="0">
              <a:spcBef>
                <a:spcPct val="20000"/>
              </a:spcBef>
              <a:spcAft>
                <a:spcPct val="0"/>
              </a:spcAft>
              <a:buFont typeface="Arial" pitchFamily="34" charset="0"/>
              <a:defRPr sz="1100">
                <a:solidFill>
                  <a:srgbClr val="26338B"/>
                </a:solidFill>
                <a:latin typeface="Calibri" pitchFamily="34" charset="0"/>
              </a:defRPr>
            </a:lvl7pPr>
            <a:lvl8pPr marL="3429000" indent="-228600" defTabSz="457200" eaLnBrk="0" fontAlgn="base" hangingPunct="0">
              <a:spcBef>
                <a:spcPct val="20000"/>
              </a:spcBef>
              <a:spcAft>
                <a:spcPct val="0"/>
              </a:spcAft>
              <a:buFont typeface="Arial" pitchFamily="34" charset="0"/>
              <a:defRPr sz="1100">
                <a:solidFill>
                  <a:srgbClr val="26338B"/>
                </a:solidFill>
                <a:latin typeface="Calibri" pitchFamily="34" charset="0"/>
              </a:defRPr>
            </a:lvl8pPr>
            <a:lvl9pPr marL="3886200" indent="-228600" defTabSz="457200" eaLnBrk="0" fontAlgn="base" hangingPunct="0">
              <a:spcBef>
                <a:spcPct val="20000"/>
              </a:spcBef>
              <a:spcAft>
                <a:spcPct val="0"/>
              </a:spcAft>
              <a:buFont typeface="Arial" pitchFamily="34" charset="0"/>
              <a:defRPr sz="1100">
                <a:solidFill>
                  <a:srgbClr val="26338B"/>
                </a:solidFill>
                <a:latin typeface="Calibri" pitchFamily="34" charset="0"/>
              </a:defRPr>
            </a:lvl9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fr-FR" altLang="fr-FR" sz="1200" b="1" i="0" u="none" strike="noStrike" kern="0" cap="none" spc="0" normalizeH="0" baseline="0" noProof="0" dirty="0">
                <a:ln>
                  <a:noFill/>
                </a:ln>
                <a:solidFill>
                  <a:srgbClr val="3D566E"/>
                </a:solidFill>
                <a:effectLst/>
                <a:uLnTx/>
                <a:uFillTx/>
                <a:latin typeface="Calibri" pitchFamily="34" charset="0"/>
                <a:ea typeface="+mn-ea"/>
                <a:cs typeface="+mn-cs"/>
              </a:rPr>
              <a:t>ou</a:t>
            </a:r>
          </a:p>
        </p:txBody>
      </p:sp>
      <p:sp>
        <p:nvSpPr>
          <p:cNvPr id="18" name="Flèche droite 17"/>
          <p:cNvSpPr/>
          <p:nvPr/>
        </p:nvSpPr>
        <p:spPr>
          <a:xfrm>
            <a:off x="4135438" y="2058367"/>
            <a:ext cx="671512" cy="206375"/>
          </a:xfrm>
          <a:prstGeom prst="rightArrow">
            <a:avLst/>
          </a:prstGeom>
          <a:solidFill>
            <a:schemeClr val="tx2"/>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600" b="0" i="0" u="none" strike="noStrike" kern="0" cap="none" spc="0" normalizeH="0" baseline="0" noProof="0">
              <a:ln>
                <a:noFill/>
              </a:ln>
              <a:solidFill>
                <a:prstClr val="white"/>
              </a:solidFill>
              <a:effectLst/>
              <a:uLnTx/>
              <a:uFillTx/>
              <a:latin typeface="Calibri"/>
              <a:ea typeface="+mn-ea"/>
              <a:cs typeface="+mn-cs"/>
            </a:endParaRPr>
          </a:p>
        </p:txBody>
      </p:sp>
      <p:sp>
        <p:nvSpPr>
          <p:cNvPr id="19" name="Rectangle à coins arrondis 18"/>
          <p:cNvSpPr/>
          <p:nvPr/>
        </p:nvSpPr>
        <p:spPr>
          <a:xfrm>
            <a:off x="4919662" y="2018679"/>
            <a:ext cx="3708000" cy="323850"/>
          </a:xfrm>
          <a:prstGeom prst="roundRect">
            <a:avLst/>
          </a:prstGeom>
          <a:solidFill>
            <a:srgbClr val="FFCA00"/>
          </a:solidFill>
          <a:ln>
            <a:noFill/>
          </a:ln>
          <a:effectLst>
            <a:outerShdw blurRad="50800" dist="38100" dir="2700000" algn="tl" rotWithShape="0">
              <a:prstClr val="black">
                <a:alpha val="5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000091"/>
                </a:solidFill>
                <a:effectLst/>
                <a:uLnTx/>
                <a:uFillTx/>
                <a:latin typeface="Arial"/>
                <a:ea typeface="+mn-ea"/>
                <a:cs typeface="+mn-cs"/>
              </a:rPr>
              <a:t>Le candidat maintient le vœu en attente ou y renonce</a:t>
            </a:r>
          </a:p>
        </p:txBody>
      </p:sp>
      <p:sp>
        <p:nvSpPr>
          <p:cNvPr id="20" name="Rectangle à coins arrondis 19"/>
          <p:cNvSpPr/>
          <p:nvPr/>
        </p:nvSpPr>
        <p:spPr>
          <a:xfrm>
            <a:off x="1360490" y="3207488"/>
            <a:ext cx="2657475" cy="325437"/>
          </a:xfrm>
          <a:prstGeom prst="roundRect">
            <a:avLst/>
          </a:prstGeom>
          <a:solidFill>
            <a:srgbClr val="51BAAA"/>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1200" b="1" i="0" u="none" strike="noStrike" kern="0" cap="none" spc="0" normalizeH="0" baseline="0" noProof="0">
                <a:ln>
                  <a:noFill/>
                </a:ln>
                <a:solidFill>
                  <a:prstClr val="white"/>
                </a:solidFill>
                <a:effectLst/>
                <a:uLnTx/>
                <a:uFillTx/>
                <a:latin typeface="Calibri"/>
                <a:ea typeface="+mn-ea"/>
                <a:cs typeface="+mn-cs"/>
              </a:rPr>
              <a:t>OUI (proposition d’admission)</a:t>
            </a:r>
          </a:p>
        </p:txBody>
      </p:sp>
      <p:sp>
        <p:nvSpPr>
          <p:cNvPr id="21" name="Rectangle à coins arrondis 20"/>
          <p:cNvSpPr/>
          <p:nvPr/>
        </p:nvSpPr>
        <p:spPr>
          <a:xfrm>
            <a:off x="1366840" y="3723424"/>
            <a:ext cx="2657475" cy="323850"/>
          </a:xfrm>
          <a:prstGeom prst="roundRect">
            <a:avLst/>
          </a:prstGeom>
          <a:solidFill>
            <a:srgbClr val="000091"/>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1200" b="1" i="0" u="none" strike="noStrike" kern="0" cap="none" spc="0" normalizeH="0" baseline="0" noProof="0" dirty="0">
                <a:ln>
                  <a:noFill/>
                </a:ln>
                <a:solidFill>
                  <a:prstClr val="white"/>
                </a:solidFill>
                <a:effectLst/>
                <a:uLnTx/>
                <a:uFillTx/>
                <a:latin typeface="Calibri"/>
                <a:ea typeface="+mn-ea"/>
                <a:cs typeface="+mn-cs"/>
              </a:rPr>
              <a:t>OUI-SI</a:t>
            </a:r>
            <a:r>
              <a:rPr kumimoji="0" lang="fr-FR" sz="1200" b="1" i="0" u="none" strike="noStrike" kern="0" cap="none" spc="0" normalizeH="0" baseline="0" noProof="0" dirty="0">
                <a:ln>
                  <a:noFill/>
                </a:ln>
                <a:solidFill>
                  <a:srgbClr val="E1000F"/>
                </a:solidFill>
                <a:effectLst/>
                <a:uLnTx/>
                <a:uFillTx/>
                <a:latin typeface="Calibri"/>
                <a:ea typeface="+mn-ea"/>
                <a:cs typeface="+mn-cs"/>
              </a:rPr>
              <a:t>*</a:t>
            </a:r>
            <a:r>
              <a:rPr kumimoji="0" lang="fr-FR" sz="1200" b="1" i="0" u="none" strike="noStrike" kern="0" cap="none" spc="0" normalizeH="0" baseline="0" noProof="0" dirty="0">
                <a:ln>
                  <a:noFill/>
                </a:ln>
                <a:solidFill>
                  <a:prstClr val="white"/>
                </a:solidFill>
                <a:effectLst/>
                <a:uLnTx/>
                <a:uFillTx/>
                <a:latin typeface="Calibri"/>
                <a:ea typeface="+mn-ea"/>
                <a:cs typeface="+mn-cs"/>
              </a:rPr>
              <a:t> (proposition d’admission)</a:t>
            </a:r>
          </a:p>
        </p:txBody>
      </p:sp>
      <p:sp>
        <p:nvSpPr>
          <p:cNvPr id="22" name="ZoneTexte 41"/>
          <p:cNvSpPr txBox="1">
            <a:spLocks noChangeArrowheads="1"/>
          </p:cNvSpPr>
          <p:nvPr/>
        </p:nvSpPr>
        <p:spPr bwMode="auto">
          <a:xfrm>
            <a:off x="2490789" y="3470093"/>
            <a:ext cx="70643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SzPct val="100000"/>
              <a:buBlip>
                <a:blip r:embed="rId2"/>
              </a:buBlip>
              <a:defRPr sz="2000">
                <a:solidFill>
                  <a:srgbClr val="26338B"/>
                </a:solidFill>
                <a:latin typeface="Calibri" pitchFamily="34" charset="0"/>
              </a:defRPr>
            </a:lvl1pPr>
            <a:lvl2pPr marL="742950" indent="-285750" eaLnBrk="0" hangingPunct="0">
              <a:spcBef>
                <a:spcPct val="20000"/>
              </a:spcBef>
              <a:buClr>
                <a:srgbClr val="F28E65"/>
              </a:buClr>
              <a:buFont typeface="Arial-ItalicMT"/>
              <a:buChar char="&gt;"/>
              <a:defRPr sz="1500">
                <a:solidFill>
                  <a:srgbClr val="26338B"/>
                </a:solidFill>
                <a:latin typeface="Calibri" pitchFamily="34" charset="0"/>
              </a:defRPr>
            </a:lvl2pPr>
            <a:lvl3pPr marL="1143000" indent="-228600" eaLnBrk="0" hangingPunct="0">
              <a:spcBef>
                <a:spcPct val="20000"/>
              </a:spcBef>
              <a:buFont typeface="Arial" pitchFamily="34" charset="0"/>
              <a:defRPr sz="1500">
                <a:solidFill>
                  <a:srgbClr val="26338B"/>
                </a:solidFill>
                <a:latin typeface="Calibri" pitchFamily="34" charset="0"/>
              </a:defRPr>
            </a:lvl3pPr>
            <a:lvl4pPr marL="1600200" indent="-228600" eaLnBrk="0" hangingPunct="0">
              <a:spcBef>
                <a:spcPct val="20000"/>
              </a:spcBef>
              <a:buClr>
                <a:srgbClr val="F28E65"/>
              </a:buClr>
              <a:buFont typeface="Arial" pitchFamily="34" charset="0"/>
              <a:buChar char="–"/>
              <a:defRPr sz="1100">
                <a:solidFill>
                  <a:srgbClr val="26338B"/>
                </a:solidFill>
                <a:latin typeface="Calibri" pitchFamily="34" charset="0"/>
              </a:defRPr>
            </a:lvl4pPr>
            <a:lvl5pPr marL="2057400" indent="-228600" eaLnBrk="0" hangingPunct="0">
              <a:spcBef>
                <a:spcPct val="20000"/>
              </a:spcBef>
              <a:buFont typeface="Arial" pitchFamily="34" charset="0"/>
              <a:defRPr sz="1100">
                <a:solidFill>
                  <a:srgbClr val="26338B"/>
                </a:solidFill>
                <a:latin typeface="Calibri" pitchFamily="34" charset="0"/>
              </a:defRPr>
            </a:lvl5pPr>
            <a:lvl6pPr marL="2514600" indent="-228600" defTabSz="457200" eaLnBrk="0" fontAlgn="base" hangingPunct="0">
              <a:spcBef>
                <a:spcPct val="20000"/>
              </a:spcBef>
              <a:spcAft>
                <a:spcPct val="0"/>
              </a:spcAft>
              <a:buFont typeface="Arial" pitchFamily="34" charset="0"/>
              <a:defRPr sz="1100">
                <a:solidFill>
                  <a:srgbClr val="26338B"/>
                </a:solidFill>
                <a:latin typeface="Calibri" pitchFamily="34" charset="0"/>
              </a:defRPr>
            </a:lvl6pPr>
            <a:lvl7pPr marL="2971800" indent="-228600" defTabSz="457200" eaLnBrk="0" fontAlgn="base" hangingPunct="0">
              <a:spcBef>
                <a:spcPct val="20000"/>
              </a:spcBef>
              <a:spcAft>
                <a:spcPct val="0"/>
              </a:spcAft>
              <a:buFont typeface="Arial" pitchFamily="34" charset="0"/>
              <a:defRPr sz="1100">
                <a:solidFill>
                  <a:srgbClr val="26338B"/>
                </a:solidFill>
                <a:latin typeface="Calibri" pitchFamily="34" charset="0"/>
              </a:defRPr>
            </a:lvl7pPr>
            <a:lvl8pPr marL="3429000" indent="-228600" defTabSz="457200" eaLnBrk="0" fontAlgn="base" hangingPunct="0">
              <a:spcBef>
                <a:spcPct val="20000"/>
              </a:spcBef>
              <a:spcAft>
                <a:spcPct val="0"/>
              </a:spcAft>
              <a:buFont typeface="Arial" pitchFamily="34" charset="0"/>
              <a:defRPr sz="1100">
                <a:solidFill>
                  <a:srgbClr val="26338B"/>
                </a:solidFill>
                <a:latin typeface="Calibri" pitchFamily="34" charset="0"/>
              </a:defRPr>
            </a:lvl8pPr>
            <a:lvl9pPr marL="3886200" indent="-228600" defTabSz="457200" eaLnBrk="0" fontAlgn="base" hangingPunct="0">
              <a:spcBef>
                <a:spcPct val="20000"/>
              </a:spcBef>
              <a:spcAft>
                <a:spcPct val="0"/>
              </a:spcAft>
              <a:buFont typeface="Arial" pitchFamily="34" charset="0"/>
              <a:defRPr sz="1100">
                <a:solidFill>
                  <a:srgbClr val="26338B"/>
                </a:solidFill>
                <a:latin typeface="Calibri" pitchFamily="34" charset="0"/>
              </a:defRPr>
            </a:lvl9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fr-FR" altLang="fr-FR" sz="1200" b="1" i="0" u="none" strike="noStrike" kern="0" cap="none" spc="0" normalizeH="0" baseline="0" noProof="0" dirty="0">
                <a:ln>
                  <a:noFill/>
                </a:ln>
                <a:solidFill>
                  <a:srgbClr val="3D566E"/>
                </a:solidFill>
                <a:effectLst/>
                <a:uLnTx/>
                <a:uFillTx/>
                <a:latin typeface="Calibri" pitchFamily="34" charset="0"/>
                <a:ea typeface="+mn-ea"/>
                <a:cs typeface="+mn-cs"/>
              </a:rPr>
              <a:t>ou</a:t>
            </a:r>
          </a:p>
        </p:txBody>
      </p:sp>
      <p:sp>
        <p:nvSpPr>
          <p:cNvPr id="23" name="Flèche droite 22"/>
          <p:cNvSpPr/>
          <p:nvPr/>
        </p:nvSpPr>
        <p:spPr>
          <a:xfrm>
            <a:off x="4144963" y="3278925"/>
            <a:ext cx="671512" cy="206375"/>
          </a:xfrm>
          <a:prstGeom prst="rightArrow">
            <a:avLst/>
          </a:prstGeom>
          <a:solidFill>
            <a:schemeClr val="tx2"/>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600" b="0" i="0" u="none" strike="noStrike" kern="0" cap="none" spc="0" normalizeH="0" baseline="0" noProof="0">
              <a:ln>
                <a:noFill/>
              </a:ln>
              <a:solidFill>
                <a:srgbClr val="3D566E"/>
              </a:solidFill>
              <a:effectLst/>
              <a:uLnTx/>
              <a:uFillTx/>
              <a:latin typeface="Calibri"/>
              <a:ea typeface="+mn-ea"/>
              <a:cs typeface="+mn-cs"/>
            </a:endParaRPr>
          </a:p>
        </p:txBody>
      </p:sp>
      <p:sp>
        <p:nvSpPr>
          <p:cNvPr id="25" name="Rectangle à coins arrondis 24"/>
          <p:cNvSpPr/>
          <p:nvPr/>
        </p:nvSpPr>
        <p:spPr>
          <a:xfrm>
            <a:off x="1331640" y="4210012"/>
            <a:ext cx="2657475" cy="323850"/>
          </a:xfrm>
          <a:prstGeom prst="roundRect">
            <a:avLst/>
          </a:prstGeom>
          <a:solidFill>
            <a:srgbClr val="417DC4"/>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1200" b="1" i="0" u="none" strike="noStrike" kern="0" cap="none" spc="0" normalizeH="0" baseline="0" noProof="0">
                <a:ln>
                  <a:noFill/>
                </a:ln>
                <a:solidFill>
                  <a:prstClr val="white"/>
                </a:solidFill>
                <a:effectLst/>
                <a:uLnTx/>
                <a:uFillTx/>
                <a:latin typeface="Calibri"/>
                <a:ea typeface="+mn-ea"/>
                <a:cs typeface="+mn-cs"/>
              </a:rPr>
              <a:t>En attente d’une place</a:t>
            </a:r>
          </a:p>
        </p:txBody>
      </p:sp>
      <p:sp>
        <p:nvSpPr>
          <p:cNvPr id="26" name="ZoneTexte 46"/>
          <p:cNvSpPr txBox="1">
            <a:spLocks noChangeArrowheads="1"/>
          </p:cNvSpPr>
          <p:nvPr/>
        </p:nvSpPr>
        <p:spPr bwMode="auto">
          <a:xfrm>
            <a:off x="2490788" y="4004353"/>
            <a:ext cx="70643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SzPct val="100000"/>
              <a:buBlip>
                <a:blip r:embed="rId2"/>
              </a:buBlip>
              <a:defRPr sz="2000">
                <a:solidFill>
                  <a:srgbClr val="26338B"/>
                </a:solidFill>
                <a:latin typeface="Calibri" pitchFamily="34" charset="0"/>
              </a:defRPr>
            </a:lvl1pPr>
            <a:lvl2pPr marL="742950" indent="-285750" eaLnBrk="0" hangingPunct="0">
              <a:spcBef>
                <a:spcPct val="20000"/>
              </a:spcBef>
              <a:buClr>
                <a:srgbClr val="F28E65"/>
              </a:buClr>
              <a:buFont typeface="Arial-ItalicMT"/>
              <a:buChar char="&gt;"/>
              <a:defRPr sz="1500">
                <a:solidFill>
                  <a:srgbClr val="26338B"/>
                </a:solidFill>
                <a:latin typeface="Calibri" pitchFamily="34" charset="0"/>
              </a:defRPr>
            </a:lvl2pPr>
            <a:lvl3pPr marL="1143000" indent="-228600" eaLnBrk="0" hangingPunct="0">
              <a:spcBef>
                <a:spcPct val="20000"/>
              </a:spcBef>
              <a:buFont typeface="Arial" pitchFamily="34" charset="0"/>
              <a:defRPr sz="1500">
                <a:solidFill>
                  <a:srgbClr val="26338B"/>
                </a:solidFill>
                <a:latin typeface="Calibri" pitchFamily="34" charset="0"/>
              </a:defRPr>
            </a:lvl3pPr>
            <a:lvl4pPr marL="1600200" indent="-228600" eaLnBrk="0" hangingPunct="0">
              <a:spcBef>
                <a:spcPct val="20000"/>
              </a:spcBef>
              <a:buClr>
                <a:srgbClr val="F28E65"/>
              </a:buClr>
              <a:buFont typeface="Arial" pitchFamily="34" charset="0"/>
              <a:buChar char="–"/>
              <a:defRPr sz="1100">
                <a:solidFill>
                  <a:srgbClr val="26338B"/>
                </a:solidFill>
                <a:latin typeface="Calibri" pitchFamily="34" charset="0"/>
              </a:defRPr>
            </a:lvl4pPr>
            <a:lvl5pPr marL="2057400" indent="-228600" eaLnBrk="0" hangingPunct="0">
              <a:spcBef>
                <a:spcPct val="20000"/>
              </a:spcBef>
              <a:buFont typeface="Arial" pitchFamily="34" charset="0"/>
              <a:defRPr sz="1100">
                <a:solidFill>
                  <a:srgbClr val="26338B"/>
                </a:solidFill>
                <a:latin typeface="Calibri" pitchFamily="34" charset="0"/>
              </a:defRPr>
            </a:lvl5pPr>
            <a:lvl6pPr marL="2514600" indent="-228600" defTabSz="457200" eaLnBrk="0" fontAlgn="base" hangingPunct="0">
              <a:spcBef>
                <a:spcPct val="20000"/>
              </a:spcBef>
              <a:spcAft>
                <a:spcPct val="0"/>
              </a:spcAft>
              <a:buFont typeface="Arial" pitchFamily="34" charset="0"/>
              <a:defRPr sz="1100">
                <a:solidFill>
                  <a:srgbClr val="26338B"/>
                </a:solidFill>
                <a:latin typeface="Calibri" pitchFamily="34" charset="0"/>
              </a:defRPr>
            </a:lvl6pPr>
            <a:lvl7pPr marL="2971800" indent="-228600" defTabSz="457200" eaLnBrk="0" fontAlgn="base" hangingPunct="0">
              <a:spcBef>
                <a:spcPct val="20000"/>
              </a:spcBef>
              <a:spcAft>
                <a:spcPct val="0"/>
              </a:spcAft>
              <a:buFont typeface="Arial" pitchFamily="34" charset="0"/>
              <a:defRPr sz="1100">
                <a:solidFill>
                  <a:srgbClr val="26338B"/>
                </a:solidFill>
                <a:latin typeface="Calibri" pitchFamily="34" charset="0"/>
              </a:defRPr>
            </a:lvl7pPr>
            <a:lvl8pPr marL="3429000" indent="-228600" defTabSz="457200" eaLnBrk="0" fontAlgn="base" hangingPunct="0">
              <a:spcBef>
                <a:spcPct val="20000"/>
              </a:spcBef>
              <a:spcAft>
                <a:spcPct val="0"/>
              </a:spcAft>
              <a:buFont typeface="Arial" pitchFamily="34" charset="0"/>
              <a:defRPr sz="1100">
                <a:solidFill>
                  <a:srgbClr val="26338B"/>
                </a:solidFill>
                <a:latin typeface="Calibri" pitchFamily="34" charset="0"/>
              </a:defRPr>
            </a:lvl8pPr>
            <a:lvl9pPr marL="3886200" indent="-228600" defTabSz="457200" eaLnBrk="0" fontAlgn="base" hangingPunct="0">
              <a:spcBef>
                <a:spcPct val="20000"/>
              </a:spcBef>
              <a:spcAft>
                <a:spcPct val="0"/>
              </a:spcAft>
              <a:buFont typeface="Arial" pitchFamily="34" charset="0"/>
              <a:defRPr sz="1100">
                <a:solidFill>
                  <a:srgbClr val="26338B"/>
                </a:solidFill>
                <a:latin typeface="Calibri" pitchFamily="34" charset="0"/>
              </a:defRPr>
            </a:lvl9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fr-FR" altLang="fr-FR" sz="1200" b="1" i="0" u="none" strike="noStrike" kern="0" cap="none" spc="0" normalizeH="0" baseline="0" noProof="0" dirty="0">
                <a:ln>
                  <a:noFill/>
                </a:ln>
                <a:solidFill>
                  <a:srgbClr val="3D566E"/>
                </a:solidFill>
                <a:effectLst/>
                <a:uLnTx/>
                <a:uFillTx/>
                <a:latin typeface="Calibri" pitchFamily="34" charset="0"/>
                <a:ea typeface="+mn-ea"/>
                <a:cs typeface="+mn-cs"/>
              </a:rPr>
              <a:t>ou</a:t>
            </a:r>
          </a:p>
        </p:txBody>
      </p:sp>
      <p:sp>
        <p:nvSpPr>
          <p:cNvPr id="28" name="Flèche droite 27"/>
          <p:cNvSpPr/>
          <p:nvPr/>
        </p:nvSpPr>
        <p:spPr>
          <a:xfrm>
            <a:off x="4144963" y="3774225"/>
            <a:ext cx="671512" cy="206375"/>
          </a:xfrm>
          <a:prstGeom prst="rightArrow">
            <a:avLst/>
          </a:prstGeom>
          <a:solidFill>
            <a:schemeClr val="tx2"/>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600" b="0" i="0" u="none" strike="noStrike" kern="0" cap="none" spc="0" normalizeH="0" baseline="0" noProof="0">
              <a:ln>
                <a:noFill/>
              </a:ln>
              <a:solidFill>
                <a:srgbClr val="3D566E"/>
              </a:solidFill>
              <a:effectLst/>
              <a:uLnTx/>
              <a:uFillTx/>
              <a:latin typeface="Calibri"/>
              <a:ea typeface="+mn-ea"/>
              <a:cs typeface="+mn-cs"/>
            </a:endParaRPr>
          </a:p>
        </p:txBody>
      </p:sp>
      <p:sp>
        <p:nvSpPr>
          <p:cNvPr id="29" name="Flèche droite 28"/>
          <p:cNvSpPr/>
          <p:nvPr/>
        </p:nvSpPr>
        <p:spPr>
          <a:xfrm>
            <a:off x="4135438" y="4279050"/>
            <a:ext cx="671512" cy="206375"/>
          </a:xfrm>
          <a:prstGeom prst="rightArrow">
            <a:avLst/>
          </a:prstGeom>
          <a:solidFill>
            <a:schemeClr val="tx2"/>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600" b="0" i="0" u="none" strike="noStrike" kern="0" cap="none" spc="0" normalizeH="0" baseline="0" noProof="0">
              <a:ln>
                <a:noFill/>
              </a:ln>
              <a:solidFill>
                <a:srgbClr val="3D566E"/>
              </a:solidFill>
              <a:effectLst/>
              <a:uLnTx/>
              <a:uFillTx/>
              <a:latin typeface="Calibri"/>
              <a:ea typeface="+mn-ea"/>
              <a:cs typeface="+mn-cs"/>
            </a:endParaRPr>
          </a:p>
        </p:txBody>
      </p:sp>
      <p:sp>
        <p:nvSpPr>
          <p:cNvPr id="30" name="Espace réservé du texte 2"/>
          <p:cNvSpPr txBox="1">
            <a:spLocks/>
          </p:cNvSpPr>
          <p:nvPr/>
        </p:nvSpPr>
        <p:spPr>
          <a:xfrm>
            <a:off x="417193" y="2885004"/>
            <a:ext cx="8159932" cy="487516"/>
          </a:xfrm>
          <a:prstGeom prst="rect">
            <a:avLst/>
          </a:prstGeom>
        </p:spPr>
        <p:txBody>
          <a:bodyPr vert="horz" lIns="91440" tIns="45720" rIns="91440" bIns="45720" rtlCol="0">
            <a:normAutofit/>
          </a:bodyPr>
          <a:lstStyle>
            <a:lvl1pPr marL="177800" marR="0" indent="-177800" algn="l" defTabSz="457200" rtl="0" eaLnBrk="1" fontAlgn="auto" latinLnBrk="0" hangingPunct="1">
              <a:lnSpc>
                <a:spcPct val="100000"/>
              </a:lnSpc>
              <a:spcBef>
                <a:spcPct val="20000"/>
              </a:spcBef>
              <a:spcAft>
                <a:spcPts val="0"/>
              </a:spcAft>
              <a:buClr>
                <a:srgbClr val="FF0000"/>
              </a:buClr>
              <a:buSzPct val="100000"/>
              <a:buFont typeface="Lucida Grande"/>
              <a:buChar char="&gt;"/>
              <a:tabLst/>
              <a:defRPr sz="2000" kern="1200">
                <a:solidFill>
                  <a:srgbClr val="3D566E"/>
                </a:solidFill>
                <a:latin typeface="+mn-lt"/>
                <a:ea typeface="+mn-ea"/>
                <a:cs typeface="+mn-cs"/>
              </a:defRPr>
            </a:lvl1pPr>
            <a:lvl2pPr marL="627063" marR="0" indent="-169863" algn="l" defTabSz="457200" rtl="0" eaLnBrk="1" fontAlgn="auto" latinLnBrk="0" hangingPunct="1">
              <a:lnSpc>
                <a:spcPct val="100000"/>
              </a:lnSpc>
              <a:spcBef>
                <a:spcPct val="20000"/>
              </a:spcBef>
              <a:spcAft>
                <a:spcPts val="0"/>
              </a:spcAft>
              <a:buClr>
                <a:srgbClr val="FF0000"/>
              </a:buClr>
              <a:buSzTx/>
              <a:buFont typeface="Arial-ItalicMT" charset="0"/>
              <a:buChar char="&gt;"/>
              <a:tabLst/>
              <a:defRPr sz="1500" kern="1200">
                <a:solidFill>
                  <a:srgbClr val="3D566E"/>
                </a:solidFill>
                <a:latin typeface="+mn-lt"/>
                <a:ea typeface="+mn-ea"/>
                <a:cs typeface="+mn-cs"/>
              </a:defRPr>
            </a:lvl2pPr>
            <a:lvl3pPr marL="627063" marR="0" indent="0" algn="l" defTabSz="457200" rtl="0" eaLnBrk="1" fontAlgn="auto" latinLnBrk="0" hangingPunct="1">
              <a:lnSpc>
                <a:spcPct val="100000"/>
              </a:lnSpc>
              <a:spcBef>
                <a:spcPct val="20000"/>
              </a:spcBef>
              <a:spcAft>
                <a:spcPts val="0"/>
              </a:spcAft>
              <a:buClrTx/>
              <a:buSzTx/>
              <a:buFont typeface="Arial"/>
              <a:buNone/>
              <a:tabLst/>
              <a:defRPr sz="1500" kern="1200">
                <a:solidFill>
                  <a:srgbClr val="3D566E"/>
                </a:solidFill>
                <a:latin typeface="+mn-lt"/>
                <a:ea typeface="+mn-ea"/>
                <a:cs typeface="+mn-cs"/>
              </a:defRPr>
            </a:lvl3pPr>
            <a:lvl4pPr marL="627063" marR="0" indent="177800" algn="l" defTabSz="457200" rtl="0" eaLnBrk="1" fontAlgn="auto" latinLnBrk="0" hangingPunct="1">
              <a:lnSpc>
                <a:spcPct val="100000"/>
              </a:lnSpc>
              <a:spcBef>
                <a:spcPct val="20000"/>
              </a:spcBef>
              <a:spcAft>
                <a:spcPts val="0"/>
              </a:spcAft>
              <a:buClr>
                <a:srgbClr val="FF0000"/>
              </a:buClr>
              <a:buSzTx/>
              <a:buFont typeface="Arial"/>
              <a:buChar char="–"/>
              <a:tabLst/>
              <a:defRPr sz="1100" kern="1200">
                <a:solidFill>
                  <a:srgbClr val="3D566E"/>
                </a:solidFill>
                <a:latin typeface="+mn-lt"/>
                <a:ea typeface="+mn-ea"/>
                <a:cs typeface="+mn-cs"/>
              </a:defRPr>
            </a:lvl4pPr>
            <a:lvl5pPr marL="806450" marR="0" indent="0" algn="l" defTabSz="457200" rtl="0" eaLnBrk="1" fontAlgn="auto" latinLnBrk="0" hangingPunct="1">
              <a:lnSpc>
                <a:spcPct val="100000"/>
              </a:lnSpc>
              <a:spcBef>
                <a:spcPct val="20000"/>
              </a:spcBef>
              <a:spcAft>
                <a:spcPts val="0"/>
              </a:spcAft>
              <a:buClrTx/>
              <a:buSzTx/>
              <a:buFont typeface="Arial"/>
              <a:buNone/>
              <a:tabLst/>
              <a:defRPr sz="1100" kern="1200">
                <a:solidFill>
                  <a:srgbClr val="3D566E"/>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7800" marR="0" lvl="0" indent="-177800" algn="l" defTabSz="457200" rtl="0" eaLnBrk="1" fontAlgn="auto" latinLnBrk="0" hangingPunct="1">
              <a:lnSpc>
                <a:spcPct val="100000"/>
              </a:lnSpc>
              <a:spcBef>
                <a:spcPct val="20000"/>
              </a:spcBef>
              <a:spcAft>
                <a:spcPts val="0"/>
              </a:spcAft>
              <a:buClr>
                <a:srgbClr val="FF0000"/>
              </a:buClr>
              <a:buSzPct val="100000"/>
              <a:buFont typeface="Lucida Grande"/>
              <a:buChar char="&gt;"/>
              <a:tabLst/>
              <a:defRPr/>
            </a:pPr>
            <a:r>
              <a:rPr kumimoji="0" lang="fr-FR" sz="1400" b="1" i="0" u="none" strike="noStrike" kern="1200" cap="none" spc="0" normalizeH="0" baseline="0" noProof="0" dirty="0">
                <a:ln>
                  <a:noFill/>
                </a:ln>
                <a:solidFill>
                  <a:srgbClr val="000091"/>
                </a:solidFill>
                <a:effectLst/>
                <a:uLnTx/>
                <a:uFillTx/>
                <a:latin typeface="Calibri"/>
                <a:ea typeface="+mn-ea"/>
                <a:cs typeface="+mn-cs"/>
              </a:rPr>
              <a:t>Formation non sélective (licences, PPPE, PASS) </a:t>
            </a:r>
            <a:endParaRPr kumimoji="0" lang="fr-FR" sz="1800" b="1" i="0" u="none" strike="noStrike" kern="1200" cap="none" spc="0" normalizeH="0" baseline="0" noProof="0" dirty="0">
              <a:ln>
                <a:noFill/>
              </a:ln>
              <a:solidFill>
                <a:srgbClr val="000091"/>
              </a:solidFill>
              <a:effectLst/>
              <a:uLnTx/>
              <a:uFillTx/>
              <a:latin typeface="Calibri"/>
              <a:ea typeface="+mn-ea"/>
              <a:cs typeface="+mn-cs"/>
            </a:endParaRPr>
          </a:p>
        </p:txBody>
      </p:sp>
      <p:sp>
        <p:nvSpPr>
          <p:cNvPr id="33" name="Rectangle à coins arrondis 32"/>
          <p:cNvSpPr/>
          <p:nvPr/>
        </p:nvSpPr>
        <p:spPr>
          <a:xfrm>
            <a:off x="4933833" y="3212293"/>
            <a:ext cx="3708000" cy="324000"/>
          </a:xfrm>
          <a:prstGeom prst="roundRect">
            <a:avLst/>
          </a:prstGeom>
          <a:solidFill>
            <a:srgbClr val="FFCA00"/>
          </a:solidFill>
          <a:ln>
            <a:noFill/>
          </a:ln>
          <a:effectLst>
            <a:outerShdw blurRad="50800" dist="38100" dir="2700000" algn="tl" rotWithShape="0">
              <a:prstClr val="black">
                <a:alpha val="5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000091"/>
                </a:solidFill>
                <a:effectLst/>
                <a:uLnTx/>
                <a:uFillTx/>
                <a:latin typeface="Arial"/>
                <a:ea typeface="+mn-ea"/>
                <a:cs typeface="+mn-cs"/>
              </a:rPr>
              <a:t>Le candidat accepte la proposition ou y renonce</a:t>
            </a:r>
          </a:p>
        </p:txBody>
      </p:sp>
      <p:sp>
        <p:nvSpPr>
          <p:cNvPr id="34" name="Rectangle à coins arrondis 33"/>
          <p:cNvSpPr/>
          <p:nvPr/>
        </p:nvSpPr>
        <p:spPr>
          <a:xfrm>
            <a:off x="4958637" y="3704949"/>
            <a:ext cx="3708000" cy="324000"/>
          </a:xfrm>
          <a:prstGeom prst="roundRect">
            <a:avLst/>
          </a:prstGeom>
          <a:solidFill>
            <a:srgbClr val="FFCA00"/>
          </a:solidFill>
          <a:ln>
            <a:noFill/>
          </a:ln>
          <a:effectLst>
            <a:outerShdw blurRad="50800" dist="38100" dir="2700000" algn="tl" rotWithShape="0">
              <a:prstClr val="black">
                <a:alpha val="5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000091"/>
                </a:solidFill>
                <a:effectLst/>
                <a:uLnTx/>
                <a:uFillTx/>
                <a:latin typeface="Arial"/>
                <a:ea typeface="+mn-ea"/>
                <a:cs typeface="+mn-cs"/>
              </a:rPr>
              <a:t>Le candidat accepte la proposition ou y renonce</a:t>
            </a:r>
          </a:p>
        </p:txBody>
      </p:sp>
      <p:sp>
        <p:nvSpPr>
          <p:cNvPr id="35" name="Rectangle à coins arrondis 34"/>
          <p:cNvSpPr/>
          <p:nvPr/>
        </p:nvSpPr>
        <p:spPr>
          <a:xfrm>
            <a:off x="4944466" y="4143592"/>
            <a:ext cx="3708000" cy="323850"/>
          </a:xfrm>
          <a:prstGeom prst="roundRect">
            <a:avLst/>
          </a:prstGeom>
          <a:solidFill>
            <a:srgbClr val="FFCA00"/>
          </a:solidFill>
          <a:ln>
            <a:noFill/>
          </a:ln>
          <a:effectLst>
            <a:outerShdw blurRad="50800" dist="38100" dir="2700000" algn="tl" rotWithShape="0">
              <a:prstClr val="black">
                <a:alpha val="5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000091"/>
                </a:solidFill>
                <a:effectLst/>
                <a:uLnTx/>
                <a:uFillTx/>
                <a:latin typeface="Arial"/>
                <a:ea typeface="+mn-ea"/>
                <a:cs typeface="+mn-cs"/>
              </a:rPr>
              <a:t>Le candidat maintient le vœu en attente ou y renonce</a:t>
            </a:r>
          </a:p>
        </p:txBody>
      </p:sp>
      <p:sp>
        <p:nvSpPr>
          <p:cNvPr id="2" name="ZoneTexte 1"/>
          <p:cNvSpPr txBox="1"/>
          <p:nvPr/>
        </p:nvSpPr>
        <p:spPr>
          <a:xfrm flipH="1">
            <a:off x="323527" y="4629441"/>
            <a:ext cx="7653824" cy="446276"/>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dirty="0">
                <a:ln>
                  <a:noFill/>
                </a:ln>
                <a:solidFill>
                  <a:srgbClr val="EC130E"/>
                </a:solidFill>
                <a:effectLst/>
                <a:uLnTx/>
                <a:uFillTx/>
                <a:latin typeface="Arial"/>
                <a:ea typeface="+mn-ea"/>
                <a:cs typeface="+mn-cs"/>
              </a:rPr>
              <a:t>*</a:t>
            </a:r>
            <a:r>
              <a:rPr kumimoji="0" lang="fr-FR" sz="1100" b="0" i="0" u="none" strike="noStrike" kern="1200" cap="none" spc="0" normalizeH="0" baseline="0" noProof="0" dirty="0">
                <a:ln>
                  <a:noFill/>
                </a:ln>
                <a:solidFill>
                  <a:srgbClr val="0C5076"/>
                </a:solidFill>
                <a:effectLst/>
                <a:uLnTx/>
                <a:uFillTx/>
                <a:latin typeface="Arial"/>
                <a:ea typeface="+mn-ea"/>
                <a:cs typeface="+mn-cs"/>
              </a:rPr>
              <a:t> </a:t>
            </a:r>
            <a:r>
              <a:rPr kumimoji="0" lang="fr-FR" sz="1100" b="0" i="0" u="none" strike="noStrike" kern="1200" cap="none" spc="0" normalizeH="0" baseline="0" noProof="0" dirty="0">
                <a:ln>
                  <a:noFill/>
                </a:ln>
                <a:solidFill>
                  <a:srgbClr val="000091"/>
                </a:solidFill>
                <a:effectLst/>
                <a:uLnTx/>
                <a:uFillTx/>
                <a:latin typeface="Arial"/>
                <a:ea typeface="+mn-ea"/>
                <a:cs typeface="+mn-cs"/>
              </a:rPr>
              <a:t>Oui-si : le candidat est accepté à condition de suivre un parcours de réussite (remise à niveau, tutorat..)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dirty="0">
              <a:ln>
                <a:noFill/>
              </a:ln>
              <a:solidFill>
                <a:srgbClr val="000091"/>
              </a:solidFill>
              <a:effectLst/>
              <a:uLnTx/>
              <a:uFillTx/>
              <a:latin typeface="Arial"/>
              <a:ea typeface="+mn-ea"/>
              <a:cs typeface="+mn-cs"/>
            </a:endParaRPr>
          </a:p>
        </p:txBody>
      </p:sp>
      <p:sp>
        <p:nvSpPr>
          <p:cNvPr id="32" name="Titre 1"/>
          <p:cNvSpPr>
            <a:spLocks noGrp="1"/>
          </p:cNvSpPr>
          <p:nvPr>
            <p:ph type="title"/>
          </p:nvPr>
        </p:nvSpPr>
        <p:spPr>
          <a:xfrm>
            <a:off x="2887177" y="87366"/>
            <a:ext cx="6327381" cy="602585"/>
          </a:xfrm>
        </p:spPr>
        <p:txBody>
          <a:bodyPr/>
          <a:lstStyle/>
          <a:p>
            <a:pPr algn="ctr"/>
            <a:r>
              <a:rPr lang="fr-FR" sz="2000" b="0" dirty="0">
                <a:solidFill>
                  <a:schemeClr val="accent5"/>
                </a:solidFill>
              </a:rPr>
              <a:t>Les </a:t>
            </a:r>
            <a:r>
              <a:rPr lang="fr-FR" sz="2000" b="0" dirty="0">
                <a:solidFill>
                  <a:schemeClr val="accent5"/>
                </a:solidFill>
                <a:latin typeface="+mn-lt"/>
              </a:rPr>
              <a:t>réponses</a:t>
            </a:r>
            <a:r>
              <a:rPr lang="fr-FR" sz="2000" b="0" dirty="0">
                <a:solidFill>
                  <a:schemeClr val="accent5"/>
                </a:solidFill>
              </a:rPr>
              <a:t> des formations </a:t>
            </a:r>
            <a:br>
              <a:rPr lang="fr-FR" sz="2000" b="0" dirty="0">
                <a:solidFill>
                  <a:schemeClr val="accent5"/>
                </a:solidFill>
              </a:rPr>
            </a:br>
            <a:r>
              <a:rPr lang="fr-FR" sz="2000" b="0" dirty="0">
                <a:solidFill>
                  <a:schemeClr val="accent5"/>
                </a:solidFill>
              </a:rPr>
              <a:t>et les choix des candidats</a:t>
            </a:r>
          </a:p>
        </p:txBody>
      </p:sp>
      <p:sp>
        <p:nvSpPr>
          <p:cNvPr id="31" name="Rectangle à coins arrondis 30"/>
          <p:cNvSpPr/>
          <p:nvPr/>
        </p:nvSpPr>
        <p:spPr>
          <a:xfrm>
            <a:off x="1347790" y="1489959"/>
            <a:ext cx="2657475" cy="325437"/>
          </a:xfrm>
          <a:prstGeom prst="roundRect">
            <a:avLst/>
          </a:prstGeom>
          <a:solidFill>
            <a:srgbClr val="000091"/>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1200" b="1" i="0" u="none" strike="noStrike" kern="0" cap="none" spc="0" normalizeH="0" baseline="0" noProof="0" dirty="0">
                <a:ln>
                  <a:noFill/>
                </a:ln>
                <a:solidFill>
                  <a:prstClr val="white"/>
                </a:solidFill>
                <a:effectLst/>
                <a:uLnTx/>
                <a:uFillTx/>
                <a:latin typeface="Calibri"/>
                <a:ea typeface="+mn-ea"/>
                <a:cs typeface="+mn-cs"/>
              </a:rPr>
              <a:t>OUI (proposition d’admission)</a:t>
            </a:r>
          </a:p>
        </p:txBody>
      </p:sp>
      <p:sp>
        <p:nvSpPr>
          <p:cNvPr id="36" name="Rectangle à coins arrondis 35"/>
          <p:cNvSpPr/>
          <p:nvPr/>
        </p:nvSpPr>
        <p:spPr>
          <a:xfrm>
            <a:off x="1357315" y="3205817"/>
            <a:ext cx="2657475" cy="325437"/>
          </a:xfrm>
          <a:prstGeom prst="roundRect">
            <a:avLst/>
          </a:prstGeom>
          <a:solidFill>
            <a:srgbClr val="000091"/>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1200" b="1" i="0" u="none" strike="noStrike" kern="0" cap="none" spc="0" normalizeH="0" baseline="0" noProof="0">
                <a:ln>
                  <a:noFill/>
                </a:ln>
                <a:solidFill>
                  <a:prstClr val="white"/>
                </a:solidFill>
                <a:effectLst/>
                <a:uLnTx/>
                <a:uFillTx/>
                <a:latin typeface="Calibri"/>
                <a:ea typeface="+mn-ea"/>
                <a:cs typeface="+mn-cs"/>
              </a:rPr>
              <a:t>OUI (proposition d’admission)</a:t>
            </a:r>
          </a:p>
        </p:txBody>
      </p:sp>
    </p:spTree>
    <p:extLst>
      <p:ext uri="{BB962C8B-B14F-4D97-AF65-F5344CB8AC3E}">
        <p14:creationId xmlns:p14="http://schemas.microsoft.com/office/powerpoint/2010/main" val="9337169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324497" y="87957"/>
            <a:ext cx="5576524" cy="608953"/>
          </a:xfrm>
        </p:spPr>
        <p:txBody>
          <a:bodyPr/>
          <a:lstStyle/>
          <a:p>
            <a:pPr algn="ctr"/>
            <a:r>
              <a:rPr lang="fr-FR" sz="2000" b="0" dirty="0">
                <a:solidFill>
                  <a:schemeClr val="accent5"/>
                </a:solidFill>
              </a:rPr>
              <a:t>Une alerte</a:t>
            </a:r>
            <a:br>
              <a:rPr lang="fr-FR" sz="2000" b="0" dirty="0">
                <a:solidFill>
                  <a:schemeClr val="accent5"/>
                </a:solidFill>
              </a:rPr>
            </a:br>
            <a:r>
              <a:rPr lang="fr-FR" sz="2000" b="0" dirty="0">
                <a:solidFill>
                  <a:schemeClr val="accent5"/>
                </a:solidFill>
              </a:rPr>
              <a:t>à chaque proposition d’admission </a:t>
            </a:r>
          </a:p>
        </p:txBody>
      </p:sp>
      <p:sp>
        <p:nvSpPr>
          <p:cNvPr id="8" name="Espace réservé du numéro de diapositive 3"/>
          <p:cNvSpPr txBox="1">
            <a:spLocks/>
          </p:cNvSpPr>
          <p:nvPr/>
        </p:nvSpPr>
        <p:spPr>
          <a:xfrm>
            <a:off x="8340049" y="6285507"/>
            <a:ext cx="373534" cy="261257"/>
          </a:xfrm>
          <a:prstGeom prst="rect">
            <a:avLst/>
          </a:prstGeom>
        </p:spPr>
        <p:txBody>
          <a:bodyPr vert="horz" lIns="91440" tIns="45720" rIns="91440" bIns="45720" rtlCol="0" anchor="ctr"/>
          <a:lstStyle>
            <a:defPPr>
              <a:defRPr lang="fr-FR"/>
            </a:defPPr>
            <a:lvl1pPr marL="0" algn="ctr" defTabSz="457200" rtl="0" eaLnBrk="1" latinLnBrk="0" hangingPunct="1">
              <a:defRPr sz="1000" b="1"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fld id="{C6B7B3CB-E3BA-F74C-AB76-86EFC5843CD6}" type="slidenum">
              <a:rPr kumimoji="0" lang="fr-FR" sz="1000" b="1" i="0" u="none" strike="noStrike" kern="1200" cap="none" spc="0" normalizeH="0" baseline="0" noProof="0" smtClean="0">
                <a:ln>
                  <a:noFill/>
                </a:ln>
                <a:solidFill>
                  <a:prstClr val="white"/>
                </a:solidFill>
                <a:effectLst/>
                <a:uLnTx/>
                <a:uFillTx/>
                <a:latin typeface="Calibri"/>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36</a:t>
            </a:fld>
            <a:endParaRPr kumimoji="0" lang="fr-FR" sz="1000" b="1"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à coins arrondis 9"/>
          <p:cNvSpPr/>
          <p:nvPr/>
        </p:nvSpPr>
        <p:spPr>
          <a:xfrm>
            <a:off x="475588" y="3518123"/>
            <a:ext cx="5984080" cy="843558"/>
          </a:xfrm>
          <a:prstGeom prst="roundRect">
            <a:avLst/>
          </a:prstGeom>
          <a:solidFill>
            <a:srgbClr val="A558A0"/>
          </a:solidFill>
          <a:ln>
            <a:noFill/>
          </a:ln>
          <a:effectLst>
            <a:outerShdw blurRad="50800" dist="38100" dir="2700000" algn="tl" rotWithShape="0">
              <a:prstClr val="black">
                <a:alpha val="5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1" indent="0" algn="l" defTabSz="457200" rtl="0" eaLnBrk="1" fontAlgn="auto" latinLnBrk="0" hangingPunct="1">
              <a:lnSpc>
                <a:spcPct val="90000"/>
              </a:lnSpc>
              <a:spcBef>
                <a:spcPts val="0"/>
              </a:spcBef>
              <a:spcAft>
                <a:spcPts val="0"/>
              </a:spcAft>
              <a:buClrTx/>
              <a:buSzPct val="100000"/>
              <a:buFontTx/>
              <a:buNone/>
              <a:tabLst/>
              <a:defRPr/>
            </a:pPr>
            <a:r>
              <a:rPr kumimoji="0" lang="fr-FR" sz="1400" b="1" i="0" u="sng" strike="noStrike" kern="1200" cap="none" spc="0" normalizeH="0" baseline="0" noProof="0" dirty="0">
                <a:ln>
                  <a:noFill/>
                </a:ln>
                <a:solidFill>
                  <a:srgbClr val="FFFFFF"/>
                </a:solidFill>
                <a:effectLst/>
                <a:uLnTx/>
                <a:uFillTx/>
                <a:latin typeface="Arial"/>
                <a:ea typeface="+mn-ea"/>
                <a:cs typeface="+mn-cs"/>
              </a:rPr>
              <a:t>Info</a:t>
            </a:r>
            <a:r>
              <a:rPr kumimoji="0" lang="fr-FR" sz="1400" b="1" i="0" u="none" strike="noStrike" kern="0" cap="none" spc="0" normalizeH="0" baseline="0" noProof="0" dirty="0">
                <a:ln>
                  <a:noFill/>
                </a:ln>
                <a:solidFill>
                  <a:srgbClr val="FFFFFF"/>
                </a:solidFill>
                <a:effectLst/>
                <a:uLnTx/>
                <a:uFillTx/>
                <a:latin typeface="Arial"/>
                <a:ea typeface="+mn-ea"/>
                <a:cs typeface="+mn-cs"/>
              </a:rPr>
              <a:t> </a:t>
            </a:r>
            <a:r>
              <a:rPr kumimoji="0" lang="fr-FR" sz="1400" b="0" i="0" u="none" strike="noStrike" kern="0" cap="none" spc="0" normalizeH="0" baseline="0" noProof="0" dirty="0">
                <a:ln>
                  <a:noFill/>
                </a:ln>
                <a:solidFill>
                  <a:srgbClr val="FFFFFF"/>
                </a:solidFill>
                <a:effectLst/>
                <a:uLnTx/>
                <a:uFillTx/>
                <a:latin typeface="Arial"/>
                <a:ea typeface="+mn-ea"/>
                <a:cs typeface="+mn-cs"/>
              </a:rPr>
              <a:t>: les parents sont également prévenus lorsqu’ils ont renseigné leur adresse mail et leur numéro de portable dans le dossier Parcoursup de leur enfant </a:t>
            </a:r>
          </a:p>
        </p:txBody>
      </p:sp>
      <p:pic>
        <p:nvPicPr>
          <p:cNvPr id="3" name="Imag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6307" y="1028712"/>
            <a:ext cx="2051053" cy="3086075"/>
          </a:xfrm>
          <a:prstGeom prst="rect">
            <a:avLst/>
          </a:prstGeom>
        </p:spPr>
      </p:pic>
      <p:sp>
        <p:nvSpPr>
          <p:cNvPr id="4" name="Espace réservé du texte 2">
            <a:extLst>
              <a:ext uri="{FF2B5EF4-FFF2-40B4-BE49-F238E27FC236}">
                <a16:creationId xmlns:a16="http://schemas.microsoft.com/office/drawing/2014/main" id="{19CD6BE5-9FFE-7380-B046-5E70463EC92F}"/>
              </a:ext>
            </a:extLst>
          </p:cNvPr>
          <p:cNvSpPr txBox="1">
            <a:spLocks/>
          </p:cNvSpPr>
          <p:nvPr/>
        </p:nvSpPr>
        <p:spPr>
          <a:xfrm>
            <a:off x="553912" y="874116"/>
            <a:ext cx="5827433" cy="2216556"/>
          </a:xfrm>
          <a:prstGeom prst="rect">
            <a:avLst/>
          </a:prstGeom>
        </p:spPr>
        <p:txBody>
          <a:bodyPr vert="horz" lIns="91440" tIns="45720" rIns="91440" bIns="45720" rtlCol="0">
            <a:noAutofit/>
          </a:bodyPr>
          <a:lstStyle>
            <a:lvl1pPr marL="177800" marR="0" indent="-177800" algn="l" defTabSz="457200" rtl="0" eaLnBrk="1" fontAlgn="auto" latinLnBrk="0" hangingPunct="1">
              <a:lnSpc>
                <a:spcPct val="100000"/>
              </a:lnSpc>
              <a:spcBef>
                <a:spcPct val="20000"/>
              </a:spcBef>
              <a:spcAft>
                <a:spcPts val="0"/>
              </a:spcAft>
              <a:buClr>
                <a:srgbClr val="FF0000"/>
              </a:buClr>
              <a:buSzPct val="100000"/>
              <a:buFont typeface="Lucida Grande"/>
              <a:buChar char="&gt;"/>
              <a:tabLst/>
              <a:defRPr sz="2000" kern="1200">
                <a:solidFill>
                  <a:srgbClr val="3D566E"/>
                </a:solidFill>
                <a:latin typeface="+mn-lt"/>
                <a:ea typeface="+mn-ea"/>
                <a:cs typeface="+mn-cs"/>
              </a:defRPr>
            </a:lvl1pPr>
            <a:lvl2pPr marL="627063" marR="0" indent="-169863" algn="l" defTabSz="457200" rtl="0" eaLnBrk="1" fontAlgn="auto" latinLnBrk="0" hangingPunct="1">
              <a:lnSpc>
                <a:spcPct val="100000"/>
              </a:lnSpc>
              <a:spcBef>
                <a:spcPct val="20000"/>
              </a:spcBef>
              <a:spcAft>
                <a:spcPts val="0"/>
              </a:spcAft>
              <a:buClr>
                <a:srgbClr val="FF0000"/>
              </a:buClr>
              <a:buSzTx/>
              <a:buFont typeface="Arial-ItalicMT" charset="0"/>
              <a:buChar char="&gt;"/>
              <a:tabLst/>
              <a:defRPr sz="1500" kern="1200">
                <a:solidFill>
                  <a:srgbClr val="3D566E"/>
                </a:solidFill>
                <a:latin typeface="+mn-lt"/>
                <a:ea typeface="+mn-ea"/>
                <a:cs typeface="+mn-cs"/>
              </a:defRPr>
            </a:lvl2pPr>
            <a:lvl3pPr marL="627063" marR="0" indent="0" algn="l" defTabSz="457200" rtl="0" eaLnBrk="1" fontAlgn="auto" latinLnBrk="0" hangingPunct="1">
              <a:lnSpc>
                <a:spcPct val="100000"/>
              </a:lnSpc>
              <a:spcBef>
                <a:spcPct val="20000"/>
              </a:spcBef>
              <a:spcAft>
                <a:spcPts val="0"/>
              </a:spcAft>
              <a:buClrTx/>
              <a:buSzTx/>
              <a:buFont typeface="Arial"/>
              <a:buNone/>
              <a:tabLst/>
              <a:defRPr sz="1500" kern="1200">
                <a:solidFill>
                  <a:srgbClr val="3D566E"/>
                </a:solidFill>
                <a:latin typeface="+mn-lt"/>
                <a:ea typeface="+mn-ea"/>
                <a:cs typeface="+mn-cs"/>
              </a:defRPr>
            </a:lvl3pPr>
            <a:lvl4pPr marL="627063" marR="0" indent="177800" algn="l" defTabSz="457200" rtl="0" eaLnBrk="1" fontAlgn="auto" latinLnBrk="0" hangingPunct="1">
              <a:lnSpc>
                <a:spcPct val="100000"/>
              </a:lnSpc>
              <a:spcBef>
                <a:spcPct val="20000"/>
              </a:spcBef>
              <a:spcAft>
                <a:spcPts val="0"/>
              </a:spcAft>
              <a:buClr>
                <a:srgbClr val="FF0000"/>
              </a:buClr>
              <a:buSzTx/>
              <a:buFont typeface="Arial"/>
              <a:buChar char="–"/>
              <a:tabLst/>
              <a:defRPr sz="1100" kern="1200">
                <a:solidFill>
                  <a:srgbClr val="3D566E"/>
                </a:solidFill>
                <a:latin typeface="+mn-lt"/>
                <a:ea typeface="+mn-ea"/>
                <a:cs typeface="+mn-cs"/>
              </a:defRPr>
            </a:lvl4pPr>
            <a:lvl5pPr marL="806450" marR="0" indent="0" algn="l" defTabSz="457200" rtl="0" eaLnBrk="1" fontAlgn="auto" latinLnBrk="0" hangingPunct="1">
              <a:lnSpc>
                <a:spcPct val="100000"/>
              </a:lnSpc>
              <a:spcBef>
                <a:spcPct val="20000"/>
              </a:spcBef>
              <a:spcAft>
                <a:spcPts val="0"/>
              </a:spcAft>
              <a:buClrTx/>
              <a:buSzTx/>
              <a:buFont typeface="Arial"/>
              <a:buNone/>
              <a:tabLst/>
              <a:defRPr sz="1100" kern="1200">
                <a:solidFill>
                  <a:srgbClr val="3D566E"/>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93687" marR="0" lvl="0" indent="-285750" algn="just" defTabSz="457200" rtl="0" eaLnBrk="1" fontAlgn="auto" latinLnBrk="0" hangingPunct="1">
              <a:lnSpc>
                <a:spcPct val="100000"/>
              </a:lnSpc>
              <a:spcBef>
                <a:spcPct val="20000"/>
              </a:spcBef>
              <a:spcAft>
                <a:spcPts val="0"/>
              </a:spcAft>
              <a:buClr>
                <a:srgbClr val="FF0000"/>
              </a:buClr>
              <a:buSzTx/>
              <a:buFont typeface="Lucida Grande"/>
              <a:buChar char="&gt;"/>
              <a:tabLst/>
              <a:defRPr/>
            </a:pPr>
            <a:r>
              <a:rPr kumimoji="0" lang="fr-FR" sz="1400" b="1" i="0" u="none" strike="noStrike" kern="1200" cap="none" spc="0" normalizeH="0" baseline="0" noProof="0" dirty="0">
                <a:ln>
                  <a:noFill/>
                </a:ln>
                <a:solidFill>
                  <a:schemeClr val="tx1"/>
                </a:solidFill>
                <a:effectLst/>
                <a:uLnTx/>
                <a:uFillTx/>
                <a:latin typeface="Arial"/>
                <a:ea typeface="+mn-ea"/>
                <a:cs typeface="+mn-cs"/>
              </a:rPr>
              <a:t>par SMS et par mail dans sa messagerie personnelle </a:t>
            </a:r>
            <a:r>
              <a:rPr kumimoji="0" lang="fr-FR" sz="1400" b="0" i="0" u="none" strike="noStrike" kern="1200" cap="none" spc="0" normalizeH="0" baseline="0" noProof="0" dirty="0">
                <a:ln>
                  <a:noFill/>
                </a:ln>
                <a:solidFill>
                  <a:schemeClr val="tx1"/>
                </a:solidFill>
                <a:effectLst/>
                <a:uLnTx/>
                <a:uFillTx/>
                <a:latin typeface="Arial"/>
                <a:ea typeface="+mn-ea"/>
                <a:cs typeface="+mn-cs"/>
              </a:rPr>
              <a:t>(rappel : une adresse mail valide et régulièrement consultée et un numéro de portable sont demandés au moment de l’inscription </a:t>
            </a:r>
            <a:r>
              <a:rPr kumimoji="0" lang="fr-FR" sz="1400" b="0" i="0" u="none" strike="noStrike" kern="1200" cap="none" spc="0" normalizeH="0" baseline="0" noProof="0" dirty="0" err="1">
                <a:ln>
                  <a:noFill/>
                </a:ln>
                <a:solidFill>
                  <a:schemeClr val="tx1"/>
                </a:solidFill>
                <a:effectLst/>
                <a:uLnTx/>
                <a:uFillTx/>
                <a:latin typeface="Arial"/>
                <a:ea typeface="+mn-ea"/>
                <a:cs typeface="+mn-cs"/>
              </a:rPr>
              <a:t>Parcoursup</a:t>
            </a:r>
            <a:r>
              <a:rPr kumimoji="0" lang="fr-FR" sz="1400" b="0" i="0" u="none" strike="noStrike" kern="1200" cap="none" spc="0" normalizeH="0" baseline="0" noProof="0" dirty="0">
                <a:ln>
                  <a:noFill/>
                </a:ln>
                <a:solidFill>
                  <a:schemeClr val="tx1"/>
                </a:solidFill>
                <a:effectLst/>
                <a:uLnTx/>
                <a:uFillTx/>
                <a:latin typeface="Arial"/>
                <a:ea typeface="+mn-ea"/>
                <a:cs typeface="+mn-cs"/>
              </a:rPr>
              <a:t>)</a:t>
            </a:r>
          </a:p>
          <a:p>
            <a:pPr marL="293687" marR="0" lvl="0" indent="-285750" algn="just" defTabSz="457200" rtl="0" eaLnBrk="1" fontAlgn="auto" latinLnBrk="0" hangingPunct="1">
              <a:lnSpc>
                <a:spcPct val="100000"/>
              </a:lnSpc>
              <a:spcBef>
                <a:spcPct val="20000"/>
              </a:spcBef>
              <a:spcAft>
                <a:spcPts val="0"/>
              </a:spcAft>
              <a:buClr>
                <a:srgbClr val="FF0000"/>
              </a:buClr>
              <a:buSzTx/>
              <a:buFont typeface="Lucida Grande"/>
              <a:buChar char="&gt;"/>
              <a:tabLst/>
              <a:defRPr/>
            </a:pPr>
            <a:endParaRPr kumimoji="0" lang="fr-FR" sz="1400" b="1" i="0" u="none" strike="noStrike" kern="1200" cap="none" spc="0" normalizeH="0" baseline="0" noProof="0" dirty="0">
              <a:ln>
                <a:noFill/>
              </a:ln>
              <a:solidFill>
                <a:schemeClr val="tx1"/>
              </a:solidFill>
              <a:effectLst/>
              <a:uLnTx/>
              <a:uFillTx/>
              <a:latin typeface="Arial"/>
              <a:ea typeface="+mn-ea"/>
              <a:cs typeface="+mn-cs"/>
            </a:endParaRPr>
          </a:p>
          <a:p>
            <a:pPr marL="293687" marR="0" lvl="0" indent="-285750" algn="just" defTabSz="457200" rtl="0" eaLnBrk="1" fontAlgn="auto" latinLnBrk="0" hangingPunct="1">
              <a:lnSpc>
                <a:spcPct val="100000"/>
              </a:lnSpc>
              <a:spcBef>
                <a:spcPct val="20000"/>
              </a:spcBef>
              <a:spcAft>
                <a:spcPts val="0"/>
              </a:spcAft>
              <a:buClr>
                <a:srgbClr val="FF0000"/>
              </a:buClr>
              <a:buSzTx/>
              <a:buFont typeface="Lucida Grande"/>
              <a:buChar char="&gt;"/>
              <a:tabLst/>
              <a:defRPr/>
            </a:pPr>
            <a:r>
              <a:rPr kumimoji="0" lang="fr-FR" sz="1400" b="1" i="0" u="none" strike="noStrike" kern="1200" cap="none" spc="0" normalizeH="0" baseline="0" noProof="0" dirty="0">
                <a:ln>
                  <a:noFill/>
                </a:ln>
                <a:solidFill>
                  <a:schemeClr val="tx1"/>
                </a:solidFill>
                <a:effectLst/>
                <a:uLnTx/>
                <a:uFillTx/>
                <a:latin typeface="Arial"/>
                <a:ea typeface="+mn-ea"/>
                <a:cs typeface="+mn-cs"/>
              </a:rPr>
              <a:t>par notification sur l’application Parcoursup </a:t>
            </a:r>
            <a:r>
              <a:rPr kumimoji="0" lang="fr-FR" sz="1400" b="0" i="0" u="none" strike="noStrike" kern="1200" cap="none" spc="0" normalizeH="0" baseline="0" noProof="0" dirty="0">
                <a:ln>
                  <a:noFill/>
                </a:ln>
                <a:solidFill>
                  <a:schemeClr val="tx1"/>
                </a:solidFill>
                <a:effectLst/>
                <a:uLnTx/>
                <a:uFillTx/>
                <a:latin typeface="Arial"/>
                <a:ea typeface="+mn-ea"/>
                <a:cs typeface="+mn-cs"/>
              </a:rPr>
              <a:t>(application téléchargeable à partir du </a:t>
            </a:r>
            <a:r>
              <a:rPr lang="fr-FR" sz="1400" dirty="0">
                <a:solidFill>
                  <a:schemeClr val="tx1"/>
                </a:solidFill>
                <a:latin typeface="Arial"/>
              </a:rPr>
              <a:t>2 juin 2025</a:t>
            </a:r>
            <a:r>
              <a:rPr kumimoji="0" lang="fr-FR" sz="1400" b="0" i="0" u="none" strike="noStrike" kern="1200" cap="none" spc="0" normalizeH="0" baseline="0" noProof="0" dirty="0">
                <a:ln>
                  <a:noFill/>
                </a:ln>
                <a:solidFill>
                  <a:schemeClr val="tx1"/>
                </a:solidFill>
                <a:effectLst/>
                <a:uLnTx/>
                <a:uFillTx/>
                <a:latin typeface="Arial"/>
                <a:ea typeface="+mn-ea"/>
                <a:cs typeface="+mn-cs"/>
              </a:rPr>
              <a:t>)</a:t>
            </a:r>
          </a:p>
          <a:p>
            <a:pPr marL="7937" marR="0" lvl="0" indent="0" algn="just" defTabSz="457200" rtl="0" eaLnBrk="1" fontAlgn="auto" latinLnBrk="0" hangingPunct="1">
              <a:lnSpc>
                <a:spcPct val="100000"/>
              </a:lnSpc>
              <a:spcBef>
                <a:spcPct val="20000"/>
              </a:spcBef>
              <a:spcAft>
                <a:spcPts val="0"/>
              </a:spcAft>
              <a:buClr>
                <a:srgbClr val="FF0000"/>
              </a:buClr>
              <a:buSzTx/>
              <a:buNone/>
              <a:tabLst/>
              <a:defRPr/>
            </a:pPr>
            <a:endParaRPr kumimoji="0" lang="fr-FR" sz="1400" b="0" i="0" u="none" strike="noStrike" kern="1200" cap="none" spc="0" normalizeH="0" baseline="0" noProof="0" dirty="0">
              <a:ln>
                <a:noFill/>
              </a:ln>
              <a:solidFill>
                <a:schemeClr val="tx1"/>
              </a:solidFill>
              <a:effectLst/>
              <a:uLnTx/>
              <a:uFillTx/>
              <a:latin typeface="Arial"/>
              <a:ea typeface="+mn-ea"/>
              <a:cs typeface="+mn-cs"/>
            </a:endParaRPr>
          </a:p>
          <a:p>
            <a:pPr marL="293687" marR="0" lvl="0" indent="-285750" algn="just" defTabSz="457200" rtl="0" eaLnBrk="1" fontAlgn="auto" latinLnBrk="0" hangingPunct="1">
              <a:lnSpc>
                <a:spcPct val="100000"/>
              </a:lnSpc>
              <a:spcBef>
                <a:spcPct val="20000"/>
              </a:spcBef>
              <a:spcAft>
                <a:spcPts val="0"/>
              </a:spcAft>
              <a:buClr>
                <a:srgbClr val="FF0000"/>
              </a:buClr>
              <a:buSzTx/>
              <a:buFont typeface="Lucida Grande"/>
              <a:buChar char="&gt;"/>
              <a:tabLst/>
              <a:defRPr/>
            </a:pPr>
            <a:r>
              <a:rPr kumimoji="0" lang="fr-FR" sz="1400" b="1" i="0" u="none" strike="noStrike" kern="1200" cap="none" spc="0" normalizeH="0" baseline="0" noProof="0" dirty="0">
                <a:ln>
                  <a:noFill/>
                </a:ln>
                <a:solidFill>
                  <a:schemeClr val="tx1"/>
                </a:solidFill>
                <a:effectLst/>
                <a:uLnTx/>
                <a:uFillTx/>
                <a:latin typeface="Arial"/>
                <a:ea typeface="+mn-ea"/>
                <a:cs typeface="+mn-cs"/>
              </a:rPr>
              <a:t>dans la messagerie intégrée au dossier </a:t>
            </a:r>
            <a:r>
              <a:rPr kumimoji="0" lang="fr-FR" sz="1400" b="0" i="0" u="none" strike="noStrike" kern="1200" cap="none" spc="0" normalizeH="0" baseline="0" noProof="0" dirty="0">
                <a:ln>
                  <a:noFill/>
                </a:ln>
                <a:solidFill>
                  <a:schemeClr val="tx1"/>
                </a:solidFill>
                <a:effectLst/>
                <a:uLnTx/>
                <a:uFillTx/>
                <a:latin typeface="Arial"/>
                <a:ea typeface="+mn-ea"/>
                <a:cs typeface="+mn-cs"/>
              </a:rPr>
              <a:t>candidat sur </a:t>
            </a:r>
            <a:r>
              <a:rPr kumimoji="0" lang="fr-FR" sz="1400" b="0" i="0" u="none" strike="noStrike" kern="1200" cap="none" spc="0" normalizeH="0" baseline="0" noProof="0" dirty="0" err="1">
                <a:ln>
                  <a:noFill/>
                </a:ln>
                <a:solidFill>
                  <a:schemeClr val="tx1"/>
                </a:solidFill>
                <a:effectLst/>
                <a:uLnTx/>
                <a:uFillTx/>
                <a:latin typeface="Arial"/>
                <a:ea typeface="+mn-ea"/>
                <a:cs typeface="+mn-cs"/>
              </a:rPr>
              <a:t>Parcoursup</a:t>
            </a:r>
            <a:endParaRPr kumimoji="0" lang="fr-FR" sz="1400" b="0" i="0" u="none" strike="noStrike" kern="1200" cap="none" spc="0" normalizeH="0" baseline="0" noProof="0" dirty="0">
              <a:ln>
                <a:noFill/>
              </a:ln>
              <a:solidFill>
                <a:schemeClr val="tx1"/>
              </a:solidFill>
              <a:effectLst/>
              <a:uLnTx/>
              <a:uFillTx/>
              <a:latin typeface="Arial"/>
              <a:ea typeface="+mn-ea"/>
              <a:cs typeface="+mn-cs"/>
            </a:endParaRPr>
          </a:p>
          <a:p>
            <a:pPr marL="7937" lvl="0" indent="0" algn="just">
              <a:buSzTx/>
              <a:buNone/>
              <a:defRPr/>
            </a:pPr>
            <a:endParaRPr lang="fr-FR" sz="1400" dirty="0">
              <a:solidFill>
                <a:schemeClr val="tx1"/>
              </a:solidFill>
            </a:endParaRPr>
          </a:p>
          <a:p>
            <a:pPr marL="293687" lvl="0" indent="-285750" algn="just">
              <a:buSzTx/>
              <a:defRPr/>
            </a:pPr>
            <a:endParaRPr lang="fr-FR" sz="1400" dirty="0">
              <a:solidFill>
                <a:schemeClr val="tx1"/>
              </a:solidFill>
            </a:endParaRPr>
          </a:p>
          <a:p>
            <a:pPr marL="293687" marR="0" lvl="0" indent="-285750" algn="just" defTabSz="457200" rtl="0" eaLnBrk="1" fontAlgn="auto" latinLnBrk="0" hangingPunct="1">
              <a:lnSpc>
                <a:spcPct val="100000"/>
              </a:lnSpc>
              <a:spcBef>
                <a:spcPct val="20000"/>
              </a:spcBef>
              <a:spcAft>
                <a:spcPts val="0"/>
              </a:spcAft>
              <a:buClr>
                <a:srgbClr val="FF0000"/>
              </a:buClr>
              <a:buSzTx/>
              <a:buFont typeface="Lucida Grande"/>
              <a:buChar char="&gt;"/>
              <a:tabLst/>
              <a:defRPr/>
            </a:pPr>
            <a:endParaRPr kumimoji="0" lang="fr-FR" sz="1400" b="0" i="0" u="none" strike="noStrike" kern="1200" cap="none" spc="0" normalizeH="0" baseline="0" noProof="0" dirty="0">
              <a:ln>
                <a:noFill/>
              </a:ln>
              <a:solidFill>
                <a:schemeClr val="tx1"/>
              </a:solidFill>
              <a:effectLst/>
              <a:uLnTx/>
              <a:uFillTx/>
              <a:latin typeface="Arial"/>
              <a:ea typeface="+mn-ea"/>
              <a:cs typeface="+mn-cs"/>
            </a:endParaRPr>
          </a:p>
          <a:p>
            <a:pPr marL="457200" marR="0" lvl="1" indent="0" algn="l" defTabSz="457200" rtl="0" eaLnBrk="1" fontAlgn="auto" latinLnBrk="0" hangingPunct="1">
              <a:lnSpc>
                <a:spcPct val="100000"/>
              </a:lnSpc>
              <a:spcBef>
                <a:spcPct val="20000"/>
              </a:spcBef>
              <a:spcAft>
                <a:spcPts val="0"/>
              </a:spcAft>
              <a:buClr>
                <a:srgbClr val="FF0000"/>
              </a:buClr>
              <a:buSzTx/>
              <a:buFont typeface="Arial-ItalicMT" charset="0"/>
              <a:buNone/>
              <a:tabLst/>
              <a:defRPr/>
            </a:pPr>
            <a:endParaRPr kumimoji="0" lang="fr-FR" sz="1100" b="0" i="0" u="none" strike="noStrike" kern="1200" cap="none" spc="0" normalizeH="0" baseline="0" noProof="0" dirty="0">
              <a:ln>
                <a:noFill/>
              </a:ln>
              <a:solidFill>
                <a:srgbClr val="3D566E"/>
              </a:solidFill>
              <a:effectLst/>
              <a:uLnTx/>
              <a:uFillTx/>
              <a:latin typeface="Arial"/>
              <a:ea typeface="+mn-ea"/>
              <a:cs typeface="+mn-cs"/>
            </a:endParaRPr>
          </a:p>
          <a:p>
            <a:pPr marL="177800" marR="0" lvl="0" indent="-177800" algn="l" defTabSz="457200" rtl="0" eaLnBrk="1" fontAlgn="auto" latinLnBrk="0" hangingPunct="1">
              <a:lnSpc>
                <a:spcPct val="100000"/>
              </a:lnSpc>
              <a:spcBef>
                <a:spcPct val="20000"/>
              </a:spcBef>
              <a:spcAft>
                <a:spcPts val="0"/>
              </a:spcAft>
              <a:buClr>
                <a:srgbClr val="FF0000"/>
              </a:buClr>
              <a:buSzPct val="100000"/>
              <a:buFont typeface="Lucida Grande"/>
              <a:buChar char="&gt;"/>
              <a:tabLst/>
              <a:defRPr/>
            </a:pPr>
            <a:endParaRPr kumimoji="0" lang="fr-FR" sz="1100" b="1" i="0" u="none" strike="noStrike" kern="1200" cap="none" spc="0" normalizeH="0" baseline="0" noProof="0" dirty="0">
              <a:ln>
                <a:noFill/>
              </a:ln>
              <a:solidFill>
                <a:srgbClr val="3D566E"/>
              </a:solidFill>
              <a:effectLst/>
              <a:uLnTx/>
              <a:uFillTx/>
              <a:latin typeface="Arial"/>
              <a:ea typeface="+mn-ea"/>
              <a:cs typeface="+mn-cs"/>
            </a:endParaRPr>
          </a:p>
          <a:p>
            <a:pPr marL="177800" marR="0" lvl="0" indent="-177800" algn="l" defTabSz="457200" rtl="0" eaLnBrk="1" fontAlgn="auto" latinLnBrk="0" hangingPunct="1">
              <a:lnSpc>
                <a:spcPct val="100000"/>
              </a:lnSpc>
              <a:spcBef>
                <a:spcPct val="20000"/>
              </a:spcBef>
              <a:spcAft>
                <a:spcPts val="0"/>
              </a:spcAft>
              <a:buClr>
                <a:srgbClr val="FF0000"/>
              </a:buClr>
              <a:buSzPct val="100000"/>
              <a:buFont typeface="Lucida Grande"/>
              <a:buChar char="&gt;"/>
              <a:tabLst/>
              <a:defRPr/>
            </a:pPr>
            <a:endParaRPr kumimoji="0" lang="fr-FR" sz="1100" b="1" i="0" u="none" strike="noStrike" kern="1200" cap="none" spc="0" normalizeH="0" baseline="0" noProof="0" dirty="0">
              <a:ln>
                <a:noFill/>
              </a:ln>
              <a:solidFill>
                <a:srgbClr val="3D566E"/>
              </a:solidFill>
              <a:effectLst/>
              <a:uLnTx/>
              <a:uFillTx/>
              <a:latin typeface="Arial"/>
              <a:ea typeface="+mn-ea"/>
              <a:cs typeface="+mn-cs"/>
            </a:endParaRPr>
          </a:p>
          <a:p>
            <a:pPr marL="177800" marR="0" lvl="0" indent="-177800" algn="l" defTabSz="457200" rtl="0" eaLnBrk="1" fontAlgn="auto" latinLnBrk="0" hangingPunct="1">
              <a:lnSpc>
                <a:spcPct val="100000"/>
              </a:lnSpc>
              <a:spcBef>
                <a:spcPct val="20000"/>
              </a:spcBef>
              <a:spcAft>
                <a:spcPts val="0"/>
              </a:spcAft>
              <a:buClr>
                <a:srgbClr val="FF0000"/>
              </a:buClr>
              <a:buSzPct val="100000"/>
              <a:buFont typeface="Lucida Grande"/>
              <a:buChar char="&gt;"/>
              <a:tabLst/>
              <a:defRPr/>
            </a:pPr>
            <a:endParaRPr kumimoji="0" lang="fr-FR" sz="1100" b="1" i="0" u="none" strike="noStrike" kern="1200" cap="none" spc="0" normalizeH="0" baseline="0" noProof="0" dirty="0">
              <a:ln>
                <a:noFill/>
              </a:ln>
              <a:solidFill>
                <a:srgbClr val="3D566E"/>
              </a:solidFill>
              <a:effectLst/>
              <a:uLnTx/>
              <a:uFillTx/>
              <a:latin typeface="Arial"/>
              <a:ea typeface="+mn-ea"/>
              <a:cs typeface="+mn-cs"/>
            </a:endParaRPr>
          </a:p>
          <a:p>
            <a:pPr marL="177800" marR="0" lvl="0" indent="-177800" algn="l" defTabSz="457200" rtl="0" eaLnBrk="1" fontAlgn="auto" latinLnBrk="0" hangingPunct="1">
              <a:lnSpc>
                <a:spcPct val="100000"/>
              </a:lnSpc>
              <a:spcBef>
                <a:spcPct val="20000"/>
              </a:spcBef>
              <a:spcAft>
                <a:spcPts val="0"/>
              </a:spcAft>
              <a:buClr>
                <a:srgbClr val="FF0000"/>
              </a:buClr>
              <a:buSzPct val="100000"/>
              <a:buFont typeface="Lucida Grande"/>
              <a:buChar char="&gt;"/>
              <a:tabLst/>
              <a:defRPr/>
            </a:pPr>
            <a:endParaRPr kumimoji="0" lang="fr-FR" sz="1100" b="0" i="0" u="none" strike="noStrike" kern="1200" cap="none" spc="0" normalizeH="0" baseline="0" noProof="0" dirty="0">
              <a:ln>
                <a:noFill/>
              </a:ln>
              <a:solidFill>
                <a:srgbClr val="3D566E"/>
              </a:solidFill>
              <a:effectLst/>
              <a:uLnTx/>
              <a:uFillTx/>
              <a:latin typeface="Arial"/>
              <a:ea typeface="+mn-ea"/>
              <a:cs typeface="+mn-cs"/>
            </a:endParaRPr>
          </a:p>
          <a:p>
            <a:pPr marL="177800" marR="0" lvl="0" indent="-177800" algn="l" defTabSz="457200" rtl="0" eaLnBrk="1" fontAlgn="auto" latinLnBrk="0" hangingPunct="1">
              <a:lnSpc>
                <a:spcPct val="100000"/>
              </a:lnSpc>
              <a:spcBef>
                <a:spcPct val="20000"/>
              </a:spcBef>
              <a:spcAft>
                <a:spcPts val="0"/>
              </a:spcAft>
              <a:buClr>
                <a:srgbClr val="FF0000"/>
              </a:buClr>
              <a:buSzPct val="100000"/>
              <a:buFont typeface="Lucida Grande"/>
              <a:buChar char="&gt;"/>
              <a:tabLst/>
              <a:defRPr/>
            </a:pPr>
            <a:endParaRPr kumimoji="0" lang="fr-FR" sz="1100" b="0" i="0" u="none" strike="noStrike" kern="1200" cap="none" spc="0" normalizeH="0" baseline="0" noProof="0" dirty="0">
              <a:ln>
                <a:noFill/>
              </a:ln>
              <a:solidFill>
                <a:srgbClr val="3D566E"/>
              </a:solidFill>
              <a:effectLst/>
              <a:uLnTx/>
              <a:uFillTx/>
              <a:latin typeface="Arial"/>
              <a:ea typeface="+mn-ea"/>
              <a:cs typeface="+mn-cs"/>
            </a:endParaRPr>
          </a:p>
        </p:txBody>
      </p:sp>
      <p:pic>
        <p:nvPicPr>
          <p:cNvPr id="5" name="Image 4">
            <a:extLst>
              <a:ext uri="{FF2B5EF4-FFF2-40B4-BE49-F238E27FC236}">
                <a16:creationId xmlns:a16="http://schemas.microsoft.com/office/drawing/2014/main" id="{C32CAEFB-6AB2-4E93-854B-8E071D566685}"/>
              </a:ext>
            </a:extLst>
          </p:cNvPr>
          <p:cNvPicPr>
            <a:picLocks noChangeAspect="1"/>
          </p:cNvPicPr>
          <p:nvPr/>
        </p:nvPicPr>
        <p:blipFill>
          <a:blip r:embed="rId3"/>
          <a:stretch>
            <a:fillRect/>
          </a:stretch>
        </p:blipFill>
        <p:spPr>
          <a:xfrm>
            <a:off x="288699" y="3149177"/>
            <a:ext cx="8855301" cy="1437433"/>
          </a:xfrm>
          <a:prstGeom prst="rect">
            <a:avLst/>
          </a:prstGeom>
        </p:spPr>
      </p:pic>
      <p:sp>
        <p:nvSpPr>
          <p:cNvPr id="6" name="Rectangle 5">
            <a:extLst>
              <a:ext uri="{FF2B5EF4-FFF2-40B4-BE49-F238E27FC236}">
                <a16:creationId xmlns:a16="http://schemas.microsoft.com/office/drawing/2014/main" id="{D6DB5891-06ED-4332-A8F6-15F945FEEBF4}"/>
              </a:ext>
            </a:extLst>
          </p:cNvPr>
          <p:cNvSpPr/>
          <p:nvPr/>
        </p:nvSpPr>
        <p:spPr>
          <a:xfrm>
            <a:off x="475588" y="3955312"/>
            <a:ext cx="8425433" cy="464874"/>
          </a:xfrm>
          <a:prstGeom prst="rect">
            <a:avLst/>
          </a:prstGeom>
          <a:solidFill>
            <a:srgbClr val="A55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0849049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à coins arrondis 6"/>
          <p:cNvSpPr/>
          <p:nvPr/>
        </p:nvSpPr>
        <p:spPr>
          <a:xfrm>
            <a:off x="496388" y="4183904"/>
            <a:ext cx="7458894" cy="504229"/>
          </a:xfrm>
          <a:prstGeom prst="roundRect">
            <a:avLst/>
          </a:prstGeom>
          <a:solidFill>
            <a:srgbClr val="A558A0"/>
          </a:solidFill>
          <a:ln>
            <a:noFill/>
          </a:ln>
          <a:effectLst>
            <a:outerShdw blurRad="50800" dist="38100" dir="2700000" algn="tl" rotWithShape="0">
              <a:prstClr val="black">
                <a:alpha val="50000"/>
              </a:prstClr>
            </a:outerShdw>
          </a:effectLst>
        </p:spPr>
        <p:style>
          <a:lnRef idx="1">
            <a:schemeClr val="accent1"/>
          </a:lnRef>
          <a:fillRef idx="3">
            <a:schemeClr val="accent1"/>
          </a:fillRef>
          <a:effectRef idx="2">
            <a:schemeClr val="accent1"/>
          </a:effectRef>
          <a:fontRef idx="minor">
            <a:schemeClr val="lt1"/>
          </a:fontRef>
        </p:style>
        <p:txBody>
          <a:bodyPr lIns="91440" tIns="45720" rIns="91440" bIns="4572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400" b="1" i="0" u="sng" strike="noStrike" kern="1200" cap="none" spc="0" normalizeH="0" baseline="0" noProof="0" dirty="0">
                <a:ln>
                  <a:noFill/>
                </a:ln>
                <a:solidFill>
                  <a:srgbClr val="FFFFFF"/>
                </a:solidFill>
                <a:effectLst/>
                <a:uLnTx/>
                <a:uFillTx/>
                <a:latin typeface="Arial"/>
                <a:ea typeface="+mn-ea"/>
                <a:cs typeface="+mn-cs"/>
              </a:rPr>
              <a:t>A savoir</a:t>
            </a:r>
            <a:r>
              <a:rPr kumimoji="0" lang="fr-FR" sz="1400" b="0" i="0" u="none" strike="noStrike" kern="1200" cap="none" spc="0" normalizeH="0" baseline="0" noProof="0" dirty="0">
                <a:ln>
                  <a:noFill/>
                </a:ln>
                <a:solidFill>
                  <a:srgbClr val="FFFFFF"/>
                </a:solidFill>
                <a:effectLst/>
                <a:uLnTx/>
                <a:uFillTx/>
                <a:latin typeface="Arial"/>
                <a:ea typeface="+mn-ea"/>
                <a:cs typeface="+mn-cs"/>
              </a:rPr>
              <a:t> : la phase complémentaire permet de formuler jusqu’à 10 </a:t>
            </a:r>
            <a:r>
              <a:rPr kumimoji="0" lang="fr-FR" sz="1400" b="1" i="0" u="sng" strike="noStrike" kern="1200" cap="none" spc="0" normalizeH="0" baseline="0" noProof="0" dirty="0">
                <a:ln>
                  <a:noFill/>
                </a:ln>
                <a:solidFill>
                  <a:srgbClr val="FFFFFF"/>
                </a:solidFill>
                <a:effectLst/>
                <a:uLnTx/>
                <a:uFillTx/>
                <a:latin typeface="Arial"/>
                <a:ea typeface="+mn-ea"/>
                <a:cs typeface="+mn-cs"/>
              </a:rPr>
              <a:t>nouveaux</a:t>
            </a:r>
            <a:r>
              <a:rPr kumimoji="0" lang="fr-FR" sz="1400" b="0" i="0" u="none" strike="noStrike" kern="1200" cap="none" spc="0" normalizeH="0" baseline="0" noProof="0" dirty="0">
                <a:ln>
                  <a:noFill/>
                </a:ln>
                <a:solidFill>
                  <a:srgbClr val="FFFFFF"/>
                </a:solidFill>
                <a:effectLst/>
                <a:uLnTx/>
                <a:uFillTx/>
                <a:latin typeface="Arial"/>
                <a:ea typeface="+mn-ea"/>
                <a:cs typeface="+mn-cs"/>
              </a:rPr>
              <a:t> vœux dans des formations qui ont des places vacantes</a:t>
            </a:r>
          </a:p>
        </p:txBody>
      </p:sp>
      <p:sp>
        <p:nvSpPr>
          <p:cNvPr id="5" name="ZoneTexte 4">
            <a:extLst>
              <a:ext uri="{FF2B5EF4-FFF2-40B4-BE49-F238E27FC236}">
                <a16:creationId xmlns:a16="http://schemas.microsoft.com/office/drawing/2014/main" id="{58746854-FCD0-5D79-3358-489CBA094CBC}"/>
              </a:ext>
            </a:extLst>
          </p:cNvPr>
          <p:cNvSpPr txBox="1"/>
          <p:nvPr/>
        </p:nvSpPr>
        <p:spPr>
          <a:xfrm>
            <a:off x="231866" y="794759"/>
            <a:ext cx="8314507" cy="3893374"/>
          </a:xfrm>
          <a:prstGeom prst="rect">
            <a:avLst/>
          </a:prstGeom>
          <a:noFill/>
        </p:spPr>
        <p:txBody>
          <a:bodyPr wrap="square" rtlCol="0">
            <a:spAutoFit/>
          </a:bodyPr>
          <a:lstStyle/>
          <a:p>
            <a:pPr marL="285750" indent="-285750">
              <a:buFont typeface="Wingdings" panose="05000000000000000000" pitchFamily="2" charset="2"/>
              <a:buChar char="Ø"/>
            </a:pPr>
            <a:r>
              <a:rPr lang="fr-FR" sz="1400" b="1" dirty="0"/>
              <a:t>Le lycéen ne reçoit que des réponses « en attente » </a:t>
            </a:r>
            <a:r>
              <a:rPr lang="fr-FR" sz="1400" dirty="0"/>
              <a:t>:</a:t>
            </a:r>
          </a:p>
          <a:p>
            <a:endParaRPr lang="fr-FR" sz="1400" dirty="0"/>
          </a:p>
          <a:p>
            <a:r>
              <a:rPr lang="fr-FR" sz="1400" dirty="0"/>
              <a:t>des</a:t>
            </a:r>
            <a:r>
              <a:rPr lang="fr-FR" sz="1400" dirty="0">
                <a:solidFill>
                  <a:srgbClr val="0C5076"/>
                </a:solidFill>
              </a:rPr>
              <a:t> </a:t>
            </a:r>
            <a:r>
              <a:rPr lang="fr-FR" sz="1400" dirty="0"/>
              <a:t>indicateurs</a:t>
            </a:r>
            <a:r>
              <a:rPr lang="fr-FR" sz="1400" dirty="0">
                <a:solidFill>
                  <a:srgbClr val="0C5076"/>
                </a:solidFill>
              </a:rPr>
              <a:t> </a:t>
            </a:r>
            <a:r>
              <a:rPr lang="fr-FR" sz="1400" dirty="0">
                <a:solidFill>
                  <a:schemeClr val="tx1"/>
                </a:solidFill>
              </a:rPr>
              <a:t>s’affichent dans son dossier pour chaque vœu en attente et l’aident à </a:t>
            </a:r>
            <a:r>
              <a:rPr lang="fr-FR" sz="1400" dirty="0"/>
              <a:t>suivre sa situation </a:t>
            </a:r>
            <a:r>
              <a:rPr lang="fr-FR" sz="1400" dirty="0">
                <a:solidFill>
                  <a:schemeClr val="tx1"/>
                </a:solidFill>
              </a:rPr>
              <a:t>qui évolue jusqu’au 12 juillet 2024 en fonction des places libérées par d’autres candidats </a:t>
            </a:r>
          </a:p>
          <a:p>
            <a:endParaRPr lang="fr-FR" sz="1400" dirty="0">
              <a:solidFill>
                <a:schemeClr val="tx1"/>
              </a:solidFill>
            </a:endParaRPr>
          </a:p>
          <a:p>
            <a:pPr marL="285750" indent="-285750">
              <a:buFont typeface="Wingdings" panose="05000000000000000000" pitchFamily="2" charset="2"/>
              <a:buChar char="Ø"/>
            </a:pPr>
            <a:r>
              <a:rPr lang="fr-FR" sz="1400" b="1" dirty="0">
                <a:solidFill>
                  <a:schemeClr val="tx1"/>
                </a:solidFill>
              </a:rPr>
              <a:t>le lycéen ne reçoit que des réponses négatives </a:t>
            </a:r>
            <a:r>
              <a:rPr lang="fr-FR" sz="1400" dirty="0">
                <a:solidFill>
                  <a:schemeClr val="tx1"/>
                </a:solidFill>
              </a:rPr>
              <a:t>(dans le cas où il n’a formulé des vœux que pour des formations sélectives) :</a:t>
            </a:r>
          </a:p>
          <a:p>
            <a:r>
              <a:rPr kumimoji="0" lang="fr-FR" sz="1400" b="0" i="0" u="none" strike="noStrike" kern="1200" cap="none" spc="0" normalizeH="0" baseline="0" noProof="0" dirty="0">
                <a:ln>
                  <a:noFill/>
                </a:ln>
                <a:effectLst/>
                <a:uLnTx/>
                <a:uFillTx/>
                <a:latin typeface="Arial"/>
                <a:ea typeface="+mn-ea"/>
                <a:cs typeface="+mn-cs"/>
              </a:rPr>
              <a:t>- dès le 30 mai 2024, il peut demander un conseil ou un accompagnement dans son lycée ou dans un CIO pour envisager d’autres choix de formation et préparer la phase complémentaire à partir du 11 juin 2024.</a:t>
            </a:r>
          </a:p>
          <a:p>
            <a:r>
              <a:rPr lang="fr-FR" sz="1400" dirty="0">
                <a:latin typeface="Arial"/>
              </a:rPr>
              <a:t>- à partir du 4 juillet 2024, </a:t>
            </a:r>
            <a:r>
              <a:rPr kumimoji="0" lang="fr-FR" sz="1400" b="0" i="0" u="none" strike="noStrike" kern="1200" cap="none" spc="0" normalizeH="0" baseline="0" noProof="0" dirty="0">
                <a:ln>
                  <a:noFill/>
                </a:ln>
                <a:effectLst/>
                <a:uLnTx/>
                <a:uFillTx/>
                <a:latin typeface="Arial"/>
                <a:ea typeface="+mn-ea"/>
                <a:cs typeface="+mn-cs"/>
              </a:rPr>
              <a:t>les candidats n’ayant pas eu de proposition peuvent solliciter </a:t>
            </a:r>
            <a:r>
              <a:rPr kumimoji="0" lang="fr-FR" sz="1400" b="1" i="0" u="none" strike="noStrike" kern="1200" cap="none" spc="0" normalizeH="0" baseline="0" noProof="0" dirty="0">
                <a:ln>
                  <a:noFill/>
                </a:ln>
                <a:effectLst/>
                <a:uLnTx/>
                <a:uFillTx/>
                <a:latin typeface="Arial"/>
                <a:ea typeface="+mn-ea"/>
                <a:cs typeface="+mn-cs"/>
              </a:rPr>
              <a:t>l’accompagnement de la Commission d’Accès à l’Enseignement Supérieur</a:t>
            </a:r>
            <a:r>
              <a:rPr kumimoji="0" lang="fr-FR" sz="1400" b="0" i="0" u="none" strike="noStrike" kern="1200" cap="none" spc="0" normalizeH="0" baseline="0" noProof="0" dirty="0">
                <a:ln>
                  <a:noFill/>
                </a:ln>
                <a:effectLst/>
                <a:uLnTx/>
                <a:uFillTx/>
                <a:latin typeface="Arial"/>
                <a:ea typeface="+mn-ea"/>
                <a:cs typeface="+mn-cs"/>
              </a:rPr>
              <a:t> </a:t>
            </a:r>
            <a:r>
              <a:rPr kumimoji="0" lang="fr-FR" sz="1400" b="1" i="0" u="none" strike="noStrike" kern="1200" cap="none" spc="0" normalizeH="0" baseline="0" noProof="0" dirty="0">
                <a:ln>
                  <a:noFill/>
                </a:ln>
                <a:effectLst/>
                <a:uLnTx/>
                <a:uFillTx/>
                <a:latin typeface="Arial"/>
                <a:ea typeface="+mn-ea"/>
                <a:cs typeface="+mn-cs"/>
              </a:rPr>
              <a:t>(CAES) </a:t>
            </a:r>
            <a:r>
              <a:rPr kumimoji="0" lang="fr-FR" sz="1400" b="0" i="0" u="none" strike="noStrike" kern="1200" cap="none" spc="0" normalizeH="0" baseline="0" noProof="0" dirty="0">
                <a:ln>
                  <a:noFill/>
                </a:ln>
                <a:effectLst/>
                <a:uLnTx/>
                <a:uFillTx/>
                <a:latin typeface="Arial"/>
                <a:ea typeface="+mn-ea"/>
                <a:cs typeface="+mn-cs"/>
              </a:rPr>
              <a:t>de leur académie (elle étudie leur dossier et les aide à trouver une formation au plus près de leur projet en fonction des places disponibles).</a:t>
            </a:r>
            <a:endParaRPr lang="fr-FR" sz="1400" dirty="0"/>
          </a:p>
          <a:p>
            <a:endParaRPr lang="fr-FR" sz="500" dirty="0">
              <a:solidFill>
                <a:schemeClr val="tx1"/>
              </a:solidFill>
            </a:endParaRPr>
          </a:p>
          <a:p>
            <a:endParaRPr lang="fr-FR" sz="500" dirty="0">
              <a:solidFill>
                <a:schemeClr val="tx1"/>
              </a:solidFill>
            </a:endParaRPr>
          </a:p>
          <a:p>
            <a:endParaRPr lang="fr-FR" sz="500" dirty="0">
              <a:solidFill>
                <a:schemeClr val="tx1"/>
              </a:solidFill>
            </a:endParaRPr>
          </a:p>
          <a:p>
            <a:endParaRPr lang="fr-FR" sz="1800" dirty="0">
              <a:solidFill>
                <a:srgbClr val="3D566E"/>
              </a:solidFill>
              <a:cs typeface="Arial"/>
            </a:endParaRPr>
          </a:p>
          <a:p>
            <a:pPr marL="285750" indent="-285750">
              <a:buFont typeface="Wingdings" panose="05000000000000000000" pitchFamily="2" charset="2"/>
              <a:buChar char="Ø"/>
            </a:pPr>
            <a:endParaRPr lang="fr-FR" dirty="0"/>
          </a:p>
        </p:txBody>
      </p:sp>
      <p:pic>
        <p:nvPicPr>
          <p:cNvPr id="2" name="Image 1">
            <a:extLst>
              <a:ext uri="{FF2B5EF4-FFF2-40B4-BE49-F238E27FC236}">
                <a16:creationId xmlns:a16="http://schemas.microsoft.com/office/drawing/2014/main" id="{A4A5CD0D-0DB1-4FF4-9046-D4732FB341C7}"/>
              </a:ext>
            </a:extLst>
          </p:cNvPr>
          <p:cNvPicPr>
            <a:picLocks noChangeAspect="1"/>
          </p:cNvPicPr>
          <p:nvPr/>
        </p:nvPicPr>
        <p:blipFill rotWithShape="1">
          <a:blip r:embed="rId2"/>
          <a:srcRect t="12223" b="2504"/>
          <a:stretch/>
        </p:blipFill>
        <p:spPr>
          <a:xfrm>
            <a:off x="0" y="676939"/>
            <a:ext cx="9144000" cy="4011194"/>
          </a:xfrm>
          <a:prstGeom prst="rect">
            <a:avLst/>
          </a:prstGeom>
        </p:spPr>
      </p:pic>
    </p:spTree>
    <p:extLst>
      <p:ext uri="{BB962C8B-B14F-4D97-AF65-F5344CB8AC3E}">
        <p14:creationId xmlns:p14="http://schemas.microsoft.com/office/powerpoint/2010/main" val="20500682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904B6531-D80E-4CCA-8962-57C195F30B58}"/>
              </a:ext>
            </a:extLst>
          </p:cNvPr>
          <p:cNvSpPr>
            <a:spLocks noGrp="1"/>
          </p:cNvSpPr>
          <p:nvPr>
            <p:ph type="sldNum" sz="quarter" idx="12"/>
          </p:nvPr>
        </p:nvSpPr>
        <p:spPr/>
        <p:txBody>
          <a:bodyPr/>
          <a:lstStyle/>
          <a:p>
            <a:fld id="{733122C9-A0B9-462F-8757-0847AD287B63}" type="slidenum">
              <a:rPr lang="fr-FR" smtClean="0"/>
              <a:pPr/>
              <a:t>38</a:t>
            </a:fld>
            <a:endParaRPr lang="fr-FR" dirty="0"/>
          </a:p>
        </p:txBody>
      </p:sp>
      <p:sp>
        <p:nvSpPr>
          <p:cNvPr id="4" name="Titre 3">
            <a:extLst>
              <a:ext uri="{FF2B5EF4-FFF2-40B4-BE49-F238E27FC236}">
                <a16:creationId xmlns:a16="http://schemas.microsoft.com/office/drawing/2014/main" id="{14007FC7-C8D2-4CA8-B168-630962F85F2A}"/>
              </a:ext>
            </a:extLst>
          </p:cNvPr>
          <p:cNvSpPr>
            <a:spLocks noGrp="1"/>
          </p:cNvSpPr>
          <p:nvPr>
            <p:ph type="title"/>
          </p:nvPr>
        </p:nvSpPr>
        <p:spPr/>
        <p:txBody>
          <a:bodyPr/>
          <a:lstStyle/>
          <a:p>
            <a:endParaRPr lang="fr-FR"/>
          </a:p>
        </p:txBody>
      </p:sp>
      <p:sp>
        <p:nvSpPr>
          <p:cNvPr id="5" name="Espace réservé du contenu 4">
            <a:extLst>
              <a:ext uri="{FF2B5EF4-FFF2-40B4-BE49-F238E27FC236}">
                <a16:creationId xmlns:a16="http://schemas.microsoft.com/office/drawing/2014/main" id="{E6E5415A-3E16-42CA-BF8C-79D1E09A9C09}"/>
              </a:ext>
            </a:extLst>
          </p:cNvPr>
          <p:cNvSpPr>
            <a:spLocks noGrp="1"/>
          </p:cNvSpPr>
          <p:nvPr>
            <p:ph sz="quarter" idx="14"/>
          </p:nvPr>
        </p:nvSpPr>
        <p:spPr/>
        <p:txBody>
          <a:bodyPr/>
          <a:lstStyle/>
          <a:p>
            <a:endParaRPr lang="fr-FR"/>
          </a:p>
        </p:txBody>
      </p:sp>
      <p:pic>
        <p:nvPicPr>
          <p:cNvPr id="7" name="Image 6">
            <a:extLst>
              <a:ext uri="{FF2B5EF4-FFF2-40B4-BE49-F238E27FC236}">
                <a16:creationId xmlns:a16="http://schemas.microsoft.com/office/drawing/2014/main" id="{542007F8-F4AF-4E91-BC26-61E5D79EF69C}"/>
              </a:ext>
            </a:extLst>
          </p:cNvPr>
          <p:cNvPicPr>
            <a:picLocks noChangeAspect="1"/>
          </p:cNvPicPr>
          <p:nvPr/>
        </p:nvPicPr>
        <p:blipFill>
          <a:blip r:embed="rId2"/>
          <a:stretch>
            <a:fillRect/>
          </a:stretch>
        </p:blipFill>
        <p:spPr>
          <a:xfrm>
            <a:off x="0" y="785619"/>
            <a:ext cx="9144000" cy="3997881"/>
          </a:xfrm>
          <a:prstGeom prst="rect">
            <a:avLst/>
          </a:prstGeom>
        </p:spPr>
      </p:pic>
    </p:spTree>
    <p:extLst>
      <p:ext uri="{BB962C8B-B14F-4D97-AF65-F5344CB8AC3E}">
        <p14:creationId xmlns:p14="http://schemas.microsoft.com/office/powerpoint/2010/main" val="5349483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491680C-201D-E0FD-CCC8-93598D6C8AC5}"/>
              </a:ext>
            </a:extLst>
          </p:cNvPr>
          <p:cNvSpPr>
            <a:spLocks noGrp="1"/>
          </p:cNvSpPr>
          <p:nvPr>
            <p:ph type="title"/>
          </p:nvPr>
        </p:nvSpPr>
        <p:spPr/>
        <p:txBody>
          <a:bodyPr/>
          <a:lstStyle/>
          <a:p>
            <a:endParaRPr lang="fr-FR"/>
          </a:p>
        </p:txBody>
      </p:sp>
      <p:sp>
        <p:nvSpPr>
          <p:cNvPr id="5" name="Espace réservé du texte 4">
            <a:extLst>
              <a:ext uri="{FF2B5EF4-FFF2-40B4-BE49-F238E27FC236}">
                <a16:creationId xmlns:a16="http://schemas.microsoft.com/office/drawing/2014/main" id="{6232FCA6-7AC5-EA4A-E966-114A709AA1A9}"/>
              </a:ext>
            </a:extLst>
          </p:cNvPr>
          <p:cNvSpPr>
            <a:spLocks noGrp="1"/>
          </p:cNvSpPr>
          <p:nvPr>
            <p:ph type="body" sz="quarter" idx="13"/>
          </p:nvPr>
        </p:nvSpPr>
        <p:spPr>
          <a:xfrm>
            <a:off x="291830" y="1306871"/>
            <a:ext cx="7796112" cy="2584191"/>
          </a:xfrm>
        </p:spPr>
        <p:txBody>
          <a:bodyPr/>
          <a:lstStyle/>
          <a:p>
            <a:pPr marL="457200" indent="-457200">
              <a:buFont typeface="Wingdings" panose="05000000000000000000" pitchFamily="2" charset="2"/>
              <a:buChar char="v"/>
            </a:pPr>
            <a:r>
              <a:rPr lang="fr-FR" sz="1600" dirty="0"/>
              <a:t>Les psychologues de l’Education Nationale, Mmes Siegel et </a:t>
            </a:r>
            <a:r>
              <a:rPr lang="fr-FR" sz="1600" dirty="0" err="1"/>
              <a:t>Toulemonde</a:t>
            </a:r>
            <a:r>
              <a:rPr lang="fr-FR" sz="1600" dirty="0"/>
              <a:t>, présentes au lycée le mardi après-midi et le jeudi</a:t>
            </a:r>
          </a:p>
          <a:p>
            <a:pPr marL="457200" indent="-457200">
              <a:buFont typeface="Wingdings" panose="05000000000000000000" pitchFamily="2" charset="2"/>
              <a:buChar char="v"/>
            </a:pPr>
            <a:endParaRPr lang="fr-FR" sz="1600" dirty="0"/>
          </a:p>
          <a:p>
            <a:pPr marL="457200" indent="-457200">
              <a:buFont typeface="Wingdings" panose="05000000000000000000" pitchFamily="2" charset="2"/>
              <a:buChar char="v"/>
            </a:pPr>
            <a:r>
              <a:rPr lang="fr-FR" sz="1600" dirty="0"/>
              <a:t>Le CIO de Nantes</a:t>
            </a:r>
            <a:r>
              <a:rPr lang="fr-FR" sz="1600" b="0" dirty="0"/>
              <a:t>, 34 rue du </a:t>
            </a:r>
            <a:r>
              <a:rPr lang="fr-FR" sz="1600" b="0" dirty="0" err="1"/>
              <a:t>Fresche</a:t>
            </a:r>
            <a:r>
              <a:rPr lang="fr-FR" sz="1600" b="0" dirty="0"/>
              <a:t> Blanc : 02-40-94-00-12</a:t>
            </a:r>
          </a:p>
          <a:p>
            <a:pPr marL="457200" indent="-457200">
              <a:buFont typeface="Wingdings" panose="05000000000000000000" pitchFamily="2" charset="2"/>
              <a:buChar char="v"/>
            </a:pPr>
            <a:endParaRPr lang="fr-FR" sz="1600" dirty="0"/>
          </a:p>
          <a:p>
            <a:pPr marL="457200" indent="-457200">
              <a:buFont typeface="Wingdings" panose="05000000000000000000" pitchFamily="2" charset="2"/>
              <a:buChar char="v"/>
            </a:pPr>
            <a:endParaRPr lang="fr-FR" sz="1600" b="0" dirty="0">
              <a:solidFill>
                <a:schemeClr val="tx1"/>
              </a:solidFill>
            </a:endParaRPr>
          </a:p>
          <a:p>
            <a:pPr marL="457200" indent="-457200">
              <a:buFont typeface="Wingdings" panose="05000000000000000000" pitchFamily="2" charset="2"/>
              <a:buChar char="v"/>
            </a:pPr>
            <a:endParaRPr lang="fr-FR" dirty="0"/>
          </a:p>
        </p:txBody>
      </p:sp>
      <p:sp>
        <p:nvSpPr>
          <p:cNvPr id="12" name="Rectangle : coins arrondis 11">
            <a:extLst>
              <a:ext uri="{FF2B5EF4-FFF2-40B4-BE49-F238E27FC236}">
                <a16:creationId xmlns:a16="http://schemas.microsoft.com/office/drawing/2014/main" id="{CFC2D295-85B6-F012-D7BD-30390E18462C}"/>
              </a:ext>
            </a:extLst>
          </p:cNvPr>
          <p:cNvSpPr/>
          <p:nvPr/>
        </p:nvSpPr>
        <p:spPr>
          <a:xfrm>
            <a:off x="3143666" y="89999"/>
            <a:ext cx="5773403" cy="624167"/>
          </a:xfrm>
          <a:prstGeom prst="roundRect">
            <a:avLst/>
          </a:prstGeom>
          <a:ln>
            <a:solidFill>
              <a:schemeClr val="bg1"/>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000" b="0" i="0" u="none" strike="noStrike" kern="1200" cap="none" spc="0" normalizeH="0" baseline="0" noProof="0" dirty="0">
                <a:ln>
                  <a:noFill/>
                </a:ln>
                <a:solidFill>
                  <a:srgbClr val="FFFFFF"/>
                </a:solidFill>
                <a:effectLst/>
                <a:uLnTx/>
                <a:uFillTx/>
                <a:latin typeface="Arial"/>
                <a:ea typeface="+mn-ea"/>
                <a:cs typeface="+mn-cs"/>
              </a:rPr>
              <a:t>Des services pour vous accompagner tout au long de la procédure</a:t>
            </a:r>
          </a:p>
        </p:txBody>
      </p:sp>
      <p:pic>
        <p:nvPicPr>
          <p:cNvPr id="6" name="Image 5">
            <a:extLst>
              <a:ext uri="{FF2B5EF4-FFF2-40B4-BE49-F238E27FC236}">
                <a16:creationId xmlns:a16="http://schemas.microsoft.com/office/drawing/2014/main" id="{FC8A6A92-F3E6-4C9C-9837-E43F0F8EDA73}"/>
              </a:ext>
            </a:extLst>
          </p:cNvPr>
          <p:cNvPicPr>
            <a:picLocks noChangeAspect="1"/>
          </p:cNvPicPr>
          <p:nvPr/>
        </p:nvPicPr>
        <p:blipFill>
          <a:blip r:embed="rId2"/>
          <a:stretch>
            <a:fillRect/>
          </a:stretch>
        </p:blipFill>
        <p:spPr>
          <a:xfrm>
            <a:off x="794810" y="3891062"/>
            <a:ext cx="7554379" cy="790685"/>
          </a:xfrm>
          <a:prstGeom prst="rect">
            <a:avLst/>
          </a:prstGeom>
        </p:spPr>
      </p:pic>
      <p:pic>
        <p:nvPicPr>
          <p:cNvPr id="3" name="Image 2">
            <a:extLst>
              <a:ext uri="{FF2B5EF4-FFF2-40B4-BE49-F238E27FC236}">
                <a16:creationId xmlns:a16="http://schemas.microsoft.com/office/drawing/2014/main" id="{016F9C0E-232B-4228-BA57-56B60692851B}"/>
              </a:ext>
            </a:extLst>
          </p:cNvPr>
          <p:cNvPicPr>
            <a:picLocks noChangeAspect="1"/>
          </p:cNvPicPr>
          <p:nvPr/>
        </p:nvPicPr>
        <p:blipFill>
          <a:blip r:embed="rId3"/>
          <a:stretch>
            <a:fillRect/>
          </a:stretch>
        </p:blipFill>
        <p:spPr>
          <a:xfrm>
            <a:off x="794810" y="2414017"/>
            <a:ext cx="5542993" cy="1323884"/>
          </a:xfrm>
          <a:prstGeom prst="rect">
            <a:avLst/>
          </a:prstGeom>
        </p:spPr>
      </p:pic>
    </p:spTree>
    <p:extLst>
      <p:ext uri="{BB962C8B-B14F-4D97-AF65-F5344CB8AC3E}">
        <p14:creationId xmlns:p14="http://schemas.microsoft.com/office/powerpoint/2010/main" val="30040247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3417A2-6E11-429F-8531-967B927F5DEF}"/>
              </a:ext>
            </a:extLst>
          </p:cNvPr>
          <p:cNvSpPr>
            <a:spLocks noGrp="1"/>
          </p:cNvSpPr>
          <p:nvPr>
            <p:ph type="title"/>
          </p:nvPr>
        </p:nvSpPr>
        <p:spPr/>
        <p:txBody>
          <a:bodyPr/>
          <a:lstStyle/>
          <a:p>
            <a:endParaRPr lang="fr-FR"/>
          </a:p>
        </p:txBody>
      </p:sp>
      <p:sp>
        <p:nvSpPr>
          <p:cNvPr id="3" name="Espace réservé de la date 2">
            <a:extLst>
              <a:ext uri="{FF2B5EF4-FFF2-40B4-BE49-F238E27FC236}">
                <a16:creationId xmlns:a16="http://schemas.microsoft.com/office/drawing/2014/main" id="{810BFA67-7414-4FB5-AADD-A9DBC148F38C}"/>
              </a:ext>
            </a:extLst>
          </p:cNvPr>
          <p:cNvSpPr>
            <a:spLocks noGrp="1"/>
          </p:cNvSpPr>
          <p:nvPr>
            <p:ph type="dt" sz="half" idx="10"/>
          </p:nvPr>
        </p:nvSpPr>
        <p:spPr/>
        <p:txBody>
          <a:bodyPr/>
          <a:lstStyle/>
          <a:p>
            <a:pPr algn="r"/>
            <a:fld id="{4840C8CD-47A6-46D1-834E-8B717424291A}" type="datetime1">
              <a:rPr lang="fr-FR" cap="all" smtClean="0"/>
              <a:pPr algn="r"/>
              <a:t>07/01/2025</a:t>
            </a:fld>
            <a:endParaRPr lang="fr-FR" cap="all" dirty="0"/>
          </a:p>
        </p:txBody>
      </p:sp>
      <p:sp>
        <p:nvSpPr>
          <p:cNvPr id="4" name="Espace réservé du numéro de diapositive 3">
            <a:extLst>
              <a:ext uri="{FF2B5EF4-FFF2-40B4-BE49-F238E27FC236}">
                <a16:creationId xmlns:a16="http://schemas.microsoft.com/office/drawing/2014/main" id="{40305C1C-3732-4B4B-B796-FA9585D09F1D}"/>
              </a:ext>
            </a:extLst>
          </p:cNvPr>
          <p:cNvSpPr>
            <a:spLocks noGrp="1"/>
          </p:cNvSpPr>
          <p:nvPr>
            <p:ph type="sldNum" sz="quarter" idx="12"/>
          </p:nvPr>
        </p:nvSpPr>
        <p:spPr/>
        <p:txBody>
          <a:bodyPr/>
          <a:lstStyle/>
          <a:p>
            <a:fld id="{733122C9-A0B9-462F-8757-0847AD287B63}" type="slidenum">
              <a:rPr lang="fr-FR" smtClean="0"/>
              <a:pPr/>
              <a:t>40</a:t>
            </a:fld>
            <a:endParaRPr lang="fr-FR" dirty="0"/>
          </a:p>
        </p:txBody>
      </p:sp>
      <p:sp>
        <p:nvSpPr>
          <p:cNvPr id="5" name="Espace réservé du texte 4">
            <a:extLst>
              <a:ext uri="{FF2B5EF4-FFF2-40B4-BE49-F238E27FC236}">
                <a16:creationId xmlns:a16="http://schemas.microsoft.com/office/drawing/2014/main" id="{070E5C49-9B99-4994-BBCB-1F9E1EEC9532}"/>
              </a:ext>
            </a:extLst>
          </p:cNvPr>
          <p:cNvSpPr>
            <a:spLocks noGrp="1"/>
          </p:cNvSpPr>
          <p:nvPr>
            <p:ph type="body" sz="quarter" idx="13"/>
          </p:nvPr>
        </p:nvSpPr>
        <p:spPr>
          <a:xfrm>
            <a:off x="467544" y="1533150"/>
            <a:ext cx="8208912" cy="2077200"/>
          </a:xfrm>
        </p:spPr>
        <p:txBody>
          <a:bodyPr/>
          <a:lstStyle/>
          <a:p>
            <a:pPr marL="457200" indent="-457200">
              <a:buFont typeface="Wingdings" panose="05000000000000000000" pitchFamily="2" charset="2"/>
              <a:buChar char="Ø"/>
            </a:pPr>
            <a:r>
              <a:rPr lang="fr-FR" dirty="0"/>
              <a:t>Onglet « Ressources » sur </a:t>
            </a:r>
            <a:r>
              <a:rPr lang="fr-FR" dirty="0" err="1"/>
              <a:t>Parcoursup</a:t>
            </a:r>
            <a:r>
              <a:rPr lang="fr-FR" dirty="0"/>
              <a:t> : </a:t>
            </a:r>
            <a:r>
              <a:rPr lang="fr-FR" b="0" i="1" dirty="0"/>
              <a:t>Guide en 3 étapes, Diaporama de présentation complet</a:t>
            </a:r>
          </a:p>
          <a:p>
            <a:pPr marL="457200" indent="-457200">
              <a:buFont typeface="Wingdings" panose="05000000000000000000" pitchFamily="2" charset="2"/>
              <a:buChar char="Ø"/>
            </a:pPr>
            <a:r>
              <a:rPr lang="fr-FR" dirty="0"/>
              <a:t>Guide Régional : </a:t>
            </a:r>
            <a:r>
              <a:rPr lang="fr-FR" b="0" i="1" dirty="0"/>
              <a:t>« Préparer et accompagner les lycéens vers l’enseignement supérieur »</a:t>
            </a:r>
          </a:p>
        </p:txBody>
      </p:sp>
      <p:sp>
        <p:nvSpPr>
          <p:cNvPr id="6" name="Rectangle : coins arrondis 5">
            <a:extLst>
              <a:ext uri="{FF2B5EF4-FFF2-40B4-BE49-F238E27FC236}">
                <a16:creationId xmlns:a16="http://schemas.microsoft.com/office/drawing/2014/main" id="{7368C865-222F-431C-9AFD-A3D883E324D4}"/>
              </a:ext>
            </a:extLst>
          </p:cNvPr>
          <p:cNvSpPr/>
          <p:nvPr/>
        </p:nvSpPr>
        <p:spPr>
          <a:xfrm>
            <a:off x="3143666" y="89999"/>
            <a:ext cx="5773403" cy="624167"/>
          </a:xfrm>
          <a:prstGeom prst="roundRect">
            <a:avLst/>
          </a:prstGeom>
          <a:ln>
            <a:solidFill>
              <a:schemeClr val="bg1"/>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000" b="0" i="0" u="none" strike="noStrike" kern="1200" cap="none" spc="0" normalizeH="0" baseline="0" noProof="0" dirty="0">
                <a:ln>
                  <a:noFill/>
                </a:ln>
                <a:solidFill>
                  <a:srgbClr val="FFFFFF"/>
                </a:solidFill>
                <a:effectLst/>
                <a:uLnTx/>
                <a:uFillTx/>
                <a:latin typeface="Arial"/>
                <a:ea typeface="+mn-ea"/>
                <a:cs typeface="+mn-cs"/>
              </a:rPr>
              <a:t>Guides et ressources à consulter</a:t>
            </a:r>
          </a:p>
        </p:txBody>
      </p:sp>
    </p:spTree>
    <p:extLst>
      <p:ext uri="{BB962C8B-B14F-4D97-AF65-F5344CB8AC3E}">
        <p14:creationId xmlns:p14="http://schemas.microsoft.com/office/powerpoint/2010/main" val="32030750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ECEDB3-D079-48C3-B637-B6FE850E0D9B}"/>
              </a:ext>
            </a:extLst>
          </p:cNvPr>
          <p:cNvSpPr>
            <a:spLocks noGrp="1"/>
          </p:cNvSpPr>
          <p:nvPr>
            <p:ph type="title"/>
          </p:nvPr>
        </p:nvSpPr>
        <p:spPr/>
        <p:txBody>
          <a:bodyPr/>
          <a:lstStyle/>
          <a:p>
            <a:endParaRPr lang="fr-FR"/>
          </a:p>
        </p:txBody>
      </p:sp>
      <p:sp>
        <p:nvSpPr>
          <p:cNvPr id="3" name="Espace réservé de la date 2">
            <a:extLst>
              <a:ext uri="{FF2B5EF4-FFF2-40B4-BE49-F238E27FC236}">
                <a16:creationId xmlns:a16="http://schemas.microsoft.com/office/drawing/2014/main" id="{D353FF75-1CF5-43FA-9271-3019C3EFC9B4}"/>
              </a:ext>
            </a:extLst>
          </p:cNvPr>
          <p:cNvSpPr>
            <a:spLocks noGrp="1"/>
          </p:cNvSpPr>
          <p:nvPr>
            <p:ph type="dt" sz="half" idx="10"/>
          </p:nvPr>
        </p:nvSpPr>
        <p:spPr/>
        <p:txBody>
          <a:bodyPr/>
          <a:lstStyle/>
          <a:p>
            <a:pPr algn="r"/>
            <a:fld id="{4840C8CD-47A6-46D1-834E-8B717424291A}" type="datetime1">
              <a:rPr lang="fr-FR" cap="all" smtClean="0"/>
              <a:pPr algn="r"/>
              <a:t>07/01/2025</a:t>
            </a:fld>
            <a:endParaRPr lang="fr-FR" cap="all" dirty="0"/>
          </a:p>
        </p:txBody>
      </p:sp>
      <p:sp>
        <p:nvSpPr>
          <p:cNvPr id="4" name="Espace réservé du numéro de diapositive 3">
            <a:extLst>
              <a:ext uri="{FF2B5EF4-FFF2-40B4-BE49-F238E27FC236}">
                <a16:creationId xmlns:a16="http://schemas.microsoft.com/office/drawing/2014/main" id="{393EDD35-E0F5-4ECF-8166-024D23673E62}"/>
              </a:ext>
            </a:extLst>
          </p:cNvPr>
          <p:cNvSpPr>
            <a:spLocks noGrp="1"/>
          </p:cNvSpPr>
          <p:nvPr>
            <p:ph type="sldNum" sz="quarter" idx="12"/>
          </p:nvPr>
        </p:nvSpPr>
        <p:spPr/>
        <p:txBody>
          <a:bodyPr/>
          <a:lstStyle/>
          <a:p>
            <a:fld id="{733122C9-A0B9-462F-8757-0847AD287B63}" type="slidenum">
              <a:rPr lang="fr-FR" smtClean="0"/>
              <a:pPr/>
              <a:t>41</a:t>
            </a:fld>
            <a:endParaRPr lang="fr-FR" dirty="0"/>
          </a:p>
        </p:txBody>
      </p:sp>
      <p:sp>
        <p:nvSpPr>
          <p:cNvPr id="5" name="Espace réservé du texte 4">
            <a:extLst>
              <a:ext uri="{FF2B5EF4-FFF2-40B4-BE49-F238E27FC236}">
                <a16:creationId xmlns:a16="http://schemas.microsoft.com/office/drawing/2014/main" id="{C97F7D9A-9A1C-4E64-929D-735450C73365}"/>
              </a:ext>
            </a:extLst>
          </p:cNvPr>
          <p:cNvSpPr>
            <a:spLocks noGrp="1"/>
          </p:cNvSpPr>
          <p:nvPr>
            <p:ph type="body" sz="quarter" idx="13"/>
          </p:nvPr>
        </p:nvSpPr>
        <p:spPr>
          <a:xfrm>
            <a:off x="376104" y="1047598"/>
            <a:ext cx="3354648" cy="1435958"/>
          </a:xfrm>
          <a:solidFill>
            <a:srgbClr val="51BAAA"/>
          </a:solidFill>
          <a:ln w="28575">
            <a:solidFill>
              <a:schemeClr val="accent1"/>
            </a:solidFill>
          </a:ln>
        </p:spPr>
        <p:txBody>
          <a:bodyPr/>
          <a:lstStyle/>
          <a:p>
            <a:pPr algn="ctr"/>
            <a:r>
              <a:rPr lang="fr-FR" b="0" dirty="0">
                <a:ln w="0"/>
                <a:effectLst>
                  <a:outerShdw blurRad="38100" dist="19050" dir="2700000" algn="tl" rotWithShape="0">
                    <a:schemeClr val="dk1">
                      <a:alpha val="40000"/>
                    </a:schemeClr>
                  </a:outerShdw>
                </a:effectLst>
              </a:rPr>
              <a:t>Prochains événements </a:t>
            </a:r>
            <a:r>
              <a:rPr lang="fr-FR" b="0" dirty="0" err="1">
                <a:ln w="0"/>
                <a:effectLst>
                  <a:outerShdw blurRad="38100" dist="19050" dir="2700000" algn="tl" rotWithShape="0">
                    <a:schemeClr val="dk1">
                      <a:alpha val="40000"/>
                    </a:schemeClr>
                  </a:outerShdw>
                </a:effectLst>
              </a:rPr>
              <a:t>Parcoursup</a:t>
            </a:r>
            <a:endParaRPr lang="fr-FR" b="0" dirty="0">
              <a:ln w="0"/>
              <a:effectLst>
                <a:outerShdw blurRad="38100" dist="19050" dir="2700000" algn="tl" rotWithShape="0">
                  <a:schemeClr val="dk1">
                    <a:alpha val="40000"/>
                  </a:schemeClr>
                </a:outerShdw>
              </a:effectLst>
            </a:endParaRPr>
          </a:p>
        </p:txBody>
      </p:sp>
      <p:pic>
        <p:nvPicPr>
          <p:cNvPr id="6" name="Image 5">
            <a:extLst>
              <a:ext uri="{FF2B5EF4-FFF2-40B4-BE49-F238E27FC236}">
                <a16:creationId xmlns:a16="http://schemas.microsoft.com/office/drawing/2014/main" id="{0FEFE069-0845-45C9-8575-3BBDF65FA134}"/>
              </a:ext>
            </a:extLst>
          </p:cNvPr>
          <p:cNvPicPr>
            <a:picLocks noChangeAspect="1"/>
          </p:cNvPicPr>
          <p:nvPr/>
        </p:nvPicPr>
        <p:blipFill>
          <a:blip r:embed="rId3"/>
          <a:stretch>
            <a:fillRect/>
          </a:stretch>
        </p:blipFill>
        <p:spPr>
          <a:xfrm>
            <a:off x="4071416" y="266951"/>
            <a:ext cx="4696480" cy="4124901"/>
          </a:xfrm>
          <a:prstGeom prst="rect">
            <a:avLst/>
          </a:prstGeom>
        </p:spPr>
      </p:pic>
      <p:sp>
        <p:nvSpPr>
          <p:cNvPr id="7" name="ZoneTexte 6">
            <a:extLst>
              <a:ext uri="{FF2B5EF4-FFF2-40B4-BE49-F238E27FC236}">
                <a16:creationId xmlns:a16="http://schemas.microsoft.com/office/drawing/2014/main" id="{D09CD553-0993-4793-8088-0CB93B6406F6}"/>
              </a:ext>
            </a:extLst>
          </p:cNvPr>
          <p:cNvSpPr txBox="1"/>
          <p:nvPr/>
        </p:nvSpPr>
        <p:spPr>
          <a:xfrm>
            <a:off x="607300" y="2659945"/>
            <a:ext cx="3123452" cy="1754326"/>
          </a:xfrm>
          <a:prstGeom prst="rect">
            <a:avLst/>
          </a:prstGeom>
          <a:noFill/>
        </p:spPr>
        <p:txBody>
          <a:bodyPr wrap="square" rtlCol="0">
            <a:spAutoFit/>
          </a:bodyPr>
          <a:lstStyle/>
          <a:p>
            <a:pPr marL="285750" indent="-285750">
              <a:buFont typeface="Arial" panose="020B0604020202020204" pitchFamily="34" charset="0"/>
              <a:buChar char="•"/>
            </a:pPr>
            <a:r>
              <a:rPr lang="fr-FR" dirty="0">
                <a:hlinkClick r:id="rId4"/>
              </a:rPr>
              <a:t>Live Tchat Onisep </a:t>
            </a:r>
            <a:r>
              <a:rPr lang="fr-FR" dirty="0"/>
              <a:t>: mercredi 9 janvier</a:t>
            </a:r>
          </a:p>
          <a:p>
            <a:pPr marL="285750" indent="-285750">
              <a:buFont typeface="Arial" panose="020B0604020202020204" pitchFamily="34" charset="0"/>
              <a:buChar char="•"/>
            </a:pPr>
            <a:r>
              <a:rPr lang="fr-FR" b="1" dirty="0"/>
              <a:t>Live Instagram </a:t>
            </a:r>
            <a:r>
              <a:rPr lang="fr-FR" dirty="0"/>
              <a:t>: mercredi 15 janvier de 18h à 18h30 et jeudi 16 janvier de 18h à 18h30</a:t>
            </a:r>
          </a:p>
        </p:txBody>
      </p:sp>
    </p:spTree>
    <p:extLst>
      <p:ext uri="{BB962C8B-B14F-4D97-AF65-F5344CB8AC3E}">
        <p14:creationId xmlns:p14="http://schemas.microsoft.com/office/powerpoint/2010/main" val="38804120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03DD8AE-AB0C-4957-97BD-DE055E4C13C8}"/>
              </a:ext>
            </a:extLst>
          </p:cNvPr>
          <p:cNvSpPr>
            <a:spLocks noGrp="1"/>
          </p:cNvSpPr>
          <p:nvPr>
            <p:ph type="title"/>
          </p:nvPr>
        </p:nvSpPr>
        <p:spPr/>
        <p:txBody>
          <a:bodyPr/>
          <a:lstStyle/>
          <a:p>
            <a:endParaRPr lang="fr-FR"/>
          </a:p>
        </p:txBody>
      </p:sp>
      <p:sp>
        <p:nvSpPr>
          <p:cNvPr id="3" name="Espace réservé de la date 2">
            <a:extLst>
              <a:ext uri="{FF2B5EF4-FFF2-40B4-BE49-F238E27FC236}">
                <a16:creationId xmlns:a16="http://schemas.microsoft.com/office/drawing/2014/main" id="{458F41D5-74F2-43DF-8AF3-5C4FEB7B2A7A}"/>
              </a:ext>
            </a:extLst>
          </p:cNvPr>
          <p:cNvSpPr>
            <a:spLocks noGrp="1"/>
          </p:cNvSpPr>
          <p:nvPr>
            <p:ph type="dt" sz="half" idx="10"/>
          </p:nvPr>
        </p:nvSpPr>
        <p:spPr/>
        <p:txBody>
          <a:bodyPr/>
          <a:lstStyle/>
          <a:p>
            <a:pPr algn="r"/>
            <a:fld id="{4840C8CD-47A6-46D1-834E-8B717424291A}" type="datetime1">
              <a:rPr lang="fr-FR" cap="all" smtClean="0"/>
              <a:pPr algn="r"/>
              <a:t>07/01/2025</a:t>
            </a:fld>
            <a:endParaRPr lang="fr-FR" cap="all" dirty="0"/>
          </a:p>
        </p:txBody>
      </p:sp>
      <p:sp>
        <p:nvSpPr>
          <p:cNvPr id="4" name="Espace réservé du numéro de diapositive 3">
            <a:extLst>
              <a:ext uri="{FF2B5EF4-FFF2-40B4-BE49-F238E27FC236}">
                <a16:creationId xmlns:a16="http://schemas.microsoft.com/office/drawing/2014/main" id="{CBDAF320-3165-4229-A744-A7FF021551FA}"/>
              </a:ext>
            </a:extLst>
          </p:cNvPr>
          <p:cNvSpPr>
            <a:spLocks noGrp="1"/>
          </p:cNvSpPr>
          <p:nvPr>
            <p:ph type="sldNum" sz="quarter" idx="12"/>
          </p:nvPr>
        </p:nvSpPr>
        <p:spPr/>
        <p:txBody>
          <a:bodyPr/>
          <a:lstStyle/>
          <a:p>
            <a:fld id="{733122C9-A0B9-462F-8757-0847AD287B63}" type="slidenum">
              <a:rPr lang="fr-FR" smtClean="0"/>
              <a:pPr/>
              <a:t>42</a:t>
            </a:fld>
            <a:endParaRPr lang="fr-FR" dirty="0"/>
          </a:p>
        </p:txBody>
      </p:sp>
      <p:pic>
        <p:nvPicPr>
          <p:cNvPr id="6" name="Image 5">
            <a:extLst>
              <a:ext uri="{FF2B5EF4-FFF2-40B4-BE49-F238E27FC236}">
                <a16:creationId xmlns:a16="http://schemas.microsoft.com/office/drawing/2014/main" id="{6511EA8D-7BBD-41DB-BAF4-22602A99AEFB}"/>
              </a:ext>
            </a:extLst>
          </p:cNvPr>
          <p:cNvPicPr>
            <a:picLocks noChangeAspect="1"/>
          </p:cNvPicPr>
          <p:nvPr/>
        </p:nvPicPr>
        <p:blipFill>
          <a:blip r:embed="rId3"/>
          <a:stretch>
            <a:fillRect/>
          </a:stretch>
        </p:blipFill>
        <p:spPr>
          <a:xfrm>
            <a:off x="301459" y="1039727"/>
            <a:ext cx="5923277" cy="3743773"/>
          </a:xfrm>
          <a:prstGeom prst="rect">
            <a:avLst/>
          </a:prstGeom>
        </p:spPr>
      </p:pic>
      <p:pic>
        <p:nvPicPr>
          <p:cNvPr id="7" name="Image 6">
            <a:extLst>
              <a:ext uri="{FF2B5EF4-FFF2-40B4-BE49-F238E27FC236}">
                <a16:creationId xmlns:a16="http://schemas.microsoft.com/office/drawing/2014/main" id="{A37A7449-086A-43FE-94FE-A8B7B210ABB8}"/>
              </a:ext>
            </a:extLst>
          </p:cNvPr>
          <p:cNvPicPr>
            <a:picLocks noChangeAspect="1"/>
          </p:cNvPicPr>
          <p:nvPr/>
        </p:nvPicPr>
        <p:blipFill>
          <a:blip r:embed="rId4"/>
          <a:stretch>
            <a:fillRect/>
          </a:stretch>
        </p:blipFill>
        <p:spPr>
          <a:xfrm>
            <a:off x="4100016" y="180000"/>
            <a:ext cx="4382112" cy="771633"/>
          </a:xfrm>
          <a:prstGeom prst="rect">
            <a:avLst/>
          </a:prstGeom>
        </p:spPr>
      </p:pic>
    </p:spTree>
    <p:extLst>
      <p:ext uri="{BB962C8B-B14F-4D97-AF65-F5344CB8AC3E}">
        <p14:creationId xmlns:p14="http://schemas.microsoft.com/office/powerpoint/2010/main" val="27117180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D6A3F49-6402-4EC7-BBFA-559C2DE95BAD}"/>
              </a:ext>
            </a:extLst>
          </p:cNvPr>
          <p:cNvSpPr>
            <a:spLocks noGrp="1"/>
          </p:cNvSpPr>
          <p:nvPr>
            <p:ph type="title"/>
          </p:nvPr>
        </p:nvSpPr>
        <p:spPr/>
        <p:txBody>
          <a:bodyPr/>
          <a:lstStyle/>
          <a:p>
            <a:endParaRPr lang="fr-FR"/>
          </a:p>
        </p:txBody>
      </p:sp>
      <p:sp>
        <p:nvSpPr>
          <p:cNvPr id="4" name="Espace réservé du numéro de diapositive 3">
            <a:extLst>
              <a:ext uri="{FF2B5EF4-FFF2-40B4-BE49-F238E27FC236}">
                <a16:creationId xmlns:a16="http://schemas.microsoft.com/office/drawing/2014/main" id="{4EB3FC18-1DC4-4181-B4C0-481516B42E7B}"/>
              </a:ext>
            </a:extLst>
          </p:cNvPr>
          <p:cNvSpPr>
            <a:spLocks noGrp="1"/>
          </p:cNvSpPr>
          <p:nvPr>
            <p:ph type="sldNum" sz="quarter" idx="12"/>
          </p:nvPr>
        </p:nvSpPr>
        <p:spPr/>
        <p:txBody>
          <a:bodyPr/>
          <a:lstStyle/>
          <a:p>
            <a:fld id="{733122C9-A0B9-462F-8757-0847AD287B63}" type="slidenum">
              <a:rPr lang="fr-FR" smtClean="0"/>
              <a:pPr/>
              <a:t>43</a:t>
            </a:fld>
            <a:endParaRPr lang="fr-FR" dirty="0"/>
          </a:p>
        </p:txBody>
      </p:sp>
      <p:pic>
        <p:nvPicPr>
          <p:cNvPr id="6" name="Image 5">
            <a:extLst>
              <a:ext uri="{FF2B5EF4-FFF2-40B4-BE49-F238E27FC236}">
                <a16:creationId xmlns:a16="http://schemas.microsoft.com/office/drawing/2014/main" id="{0E1AC973-CC5A-46B1-B170-514469BA4B9F}"/>
              </a:ext>
            </a:extLst>
          </p:cNvPr>
          <p:cNvPicPr>
            <a:picLocks noChangeAspect="1"/>
          </p:cNvPicPr>
          <p:nvPr/>
        </p:nvPicPr>
        <p:blipFill>
          <a:blip r:embed="rId2"/>
          <a:stretch>
            <a:fillRect/>
          </a:stretch>
        </p:blipFill>
        <p:spPr>
          <a:xfrm>
            <a:off x="390208" y="846378"/>
            <a:ext cx="8208912" cy="3834586"/>
          </a:xfrm>
          <a:prstGeom prst="rect">
            <a:avLst/>
          </a:prstGeom>
        </p:spPr>
      </p:pic>
    </p:spTree>
    <p:extLst>
      <p:ext uri="{BB962C8B-B14F-4D97-AF65-F5344CB8AC3E}">
        <p14:creationId xmlns:p14="http://schemas.microsoft.com/office/powerpoint/2010/main" val="3777272196"/>
      </p:ext>
    </p:extLst>
  </p:cSld>
  <p:clrMapOvr>
    <a:masterClrMapping/>
  </p:clrMapOvr>
</p:sld>
</file>

<file path=ppt/theme/theme1.xml><?xml version="1.0" encoding="utf-8"?>
<a:theme xmlns:a="http://schemas.openxmlformats.org/drawingml/2006/main" name="Standard">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PÉRATEURS">
  <a:themeElements>
    <a:clrScheme name="GOUVERNEMENT PPT">
      <a:dk1>
        <a:srgbClr val="000000"/>
      </a:dk1>
      <a:lt1>
        <a:srgbClr val="FFFFFF"/>
      </a:lt1>
      <a:dk2>
        <a:srgbClr val="000091"/>
      </a:dk2>
      <a:lt2>
        <a:srgbClr val="E1000F"/>
      </a:lt2>
      <a:accent1>
        <a:srgbClr val="005841"/>
      </a:accent1>
      <a:accent2>
        <a:srgbClr val="21215A"/>
      </a:accent2>
      <a:accent3>
        <a:srgbClr val="FFD500"/>
      </a:accent3>
      <a:accent4>
        <a:srgbClr val="EA5433"/>
      </a:accent4>
      <a:accent5>
        <a:srgbClr val="8C2237"/>
      </a:accent5>
      <a:accent6>
        <a:srgbClr val="49311F"/>
      </a:accent6>
      <a:hlink>
        <a:srgbClr val="000000"/>
      </a:hlink>
      <a:folHlink>
        <a:srgbClr val="000000"/>
      </a:folHlink>
    </a:clrScheme>
    <a:fontScheme name="Personnalisé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ésentation1" id="{8FCDB1F8-448A-9B4E-9E75-912673BA5B96}" vid="{365F31D6-8738-E34B-8C61-30CB0CD3BBA7}"/>
    </a:ext>
  </a:extLst>
</a:theme>
</file>

<file path=ppt/theme/theme3.xml><?xml version="1.0" encoding="utf-8"?>
<a:theme xmlns:a="http://schemas.openxmlformats.org/drawingml/2006/main" name="1_OPÉRATEURS">
  <a:themeElements>
    <a:clrScheme name="GOUVERNEMENT PPT">
      <a:dk1>
        <a:srgbClr val="000000"/>
      </a:dk1>
      <a:lt1>
        <a:srgbClr val="FFFFFF"/>
      </a:lt1>
      <a:dk2>
        <a:srgbClr val="000091"/>
      </a:dk2>
      <a:lt2>
        <a:srgbClr val="E1000F"/>
      </a:lt2>
      <a:accent1>
        <a:srgbClr val="005841"/>
      </a:accent1>
      <a:accent2>
        <a:srgbClr val="21215A"/>
      </a:accent2>
      <a:accent3>
        <a:srgbClr val="FFD500"/>
      </a:accent3>
      <a:accent4>
        <a:srgbClr val="EA5433"/>
      </a:accent4>
      <a:accent5>
        <a:srgbClr val="8C2237"/>
      </a:accent5>
      <a:accent6>
        <a:srgbClr val="49311F"/>
      </a:accent6>
      <a:hlink>
        <a:srgbClr val="000000"/>
      </a:hlink>
      <a:folHlink>
        <a:srgbClr val="000000"/>
      </a:folHlink>
    </a:clrScheme>
    <a:fontScheme name="Personnalisé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ésentation1" id="{8FCDB1F8-448A-9B4E-9E75-912673BA5B96}" vid="{365F31D6-8738-E34B-8C61-30CB0CD3BBA7}"/>
    </a:ext>
  </a:extLst>
</a:theme>
</file>

<file path=ppt/theme/theme4.xml><?xml version="1.0" encoding="utf-8"?>
<a:theme xmlns:a="http://schemas.openxmlformats.org/drawingml/2006/main" name="2_OPÉRATEURS">
  <a:themeElements>
    <a:clrScheme name="GOUVERNEMENT PPT">
      <a:dk1>
        <a:srgbClr val="000000"/>
      </a:dk1>
      <a:lt1>
        <a:srgbClr val="FFFFFF"/>
      </a:lt1>
      <a:dk2>
        <a:srgbClr val="000091"/>
      </a:dk2>
      <a:lt2>
        <a:srgbClr val="E1000F"/>
      </a:lt2>
      <a:accent1>
        <a:srgbClr val="005841"/>
      </a:accent1>
      <a:accent2>
        <a:srgbClr val="21215A"/>
      </a:accent2>
      <a:accent3>
        <a:srgbClr val="FFD500"/>
      </a:accent3>
      <a:accent4>
        <a:srgbClr val="EA5433"/>
      </a:accent4>
      <a:accent5>
        <a:srgbClr val="8C2237"/>
      </a:accent5>
      <a:accent6>
        <a:srgbClr val="49311F"/>
      </a:accent6>
      <a:hlink>
        <a:srgbClr val="000000"/>
      </a:hlink>
      <a:folHlink>
        <a:srgbClr val="000000"/>
      </a:folHlink>
    </a:clrScheme>
    <a:fontScheme name="Personnalisé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ésentation1" id="{8FCDB1F8-448A-9B4E-9E75-912673BA5B96}" vid="{365F31D6-8738-E34B-8C61-30CB0CD3BBA7}"/>
    </a:ext>
  </a:extLst>
</a:theme>
</file>

<file path=ppt/theme/theme5.xml><?xml version="1.0" encoding="utf-8"?>
<a:theme xmlns:a="http://schemas.openxmlformats.org/drawingml/2006/main" name="3_OPÉRATEURS">
  <a:themeElements>
    <a:clrScheme name="GOUVERNEMENT PPT">
      <a:dk1>
        <a:srgbClr val="000000"/>
      </a:dk1>
      <a:lt1>
        <a:srgbClr val="FFFFFF"/>
      </a:lt1>
      <a:dk2>
        <a:srgbClr val="000091"/>
      </a:dk2>
      <a:lt2>
        <a:srgbClr val="E1000F"/>
      </a:lt2>
      <a:accent1>
        <a:srgbClr val="005841"/>
      </a:accent1>
      <a:accent2>
        <a:srgbClr val="21215A"/>
      </a:accent2>
      <a:accent3>
        <a:srgbClr val="FFD500"/>
      </a:accent3>
      <a:accent4>
        <a:srgbClr val="EA5433"/>
      </a:accent4>
      <a:accent5>
        <a:srgbClr val="8C2237"/>
      </a:accent5>
      <a:accent6>
        <a:srgbClr val="49311F"/>
      </a:accent6>
      <a:hlink>
        <a:srgbClr val="000000"/>
      </a:hlink>
      <a:folHlink>
        <a:srgbClr val="000000"/>
      </a:folHlink>
    </a:clrScheme>
    <a:fontScheme name="Personnalisé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ésentation1" id="{8FCDB1F8-448A-9B4E-9E75-912673BA5B96}" vid="{365F31D6-8738-E34B-8C61-30CB0CD3BBA7}"/>
    </a:ext>
  </a:extLst>
</a:theme>
</file>

<file path=ppt/theme/theme6.xml><?xml version="1.0" encoding="utf-8"?>
<a:theme xmlns:a="http://schemas.openxmlformats.org/drawingml/2006/main" name="4_OPÉRATEURS">
  <a:themeElements>
    <a:clrScheme name="GOUVERNEMENT PPT">
      <a:dk1>
        <a:srgbClr val="000000"/>
      </a:dk1>
      <a:lt1>
        <a:srgbClr val="FFFFFF"/>
      </a:lt1>
      <a:dk2>
        <a:srgbClr val="000091"/>
      </a:dk2>
      <a:lt2>
        <a:srgbClr val="E1000F"/>
      </a:lt2>
      <a:accent1>
        <a:srgbClr val="005841"/>
      </a:accent1>
      <a:accent2>
        <a:srgbClr val="21215A"/>
      </a:accent2>
      <a:accent3>
        <a:srgbClr val="FFD500"/>
      </a:accent3>
      <a:accent4>
        <a:srgbClr val="EA5433"/>
      </a:accent4>
      <a:accent5>
        <a:srgbClr val="8C2237"/>
      </a:accent5>
      <a:accent6>
        <a:srgbClr val="49311F"/>
      </a:accent6>
      <a:hlink>
        <a:srgbClr val="000000"/>
      </a:hlink>
      <a:folHlink>
        <a:srgbClr val="000000"/>
      </a:folHlink>
    </a:clrScheme>
    <a:fontScheme name="Personnalisé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ésentation1" id="{8FCDB1F8-448A-9B4E-9E75-912673BA5B96}" vid="{365F31D6-8738-E34B-8C61-30CB0CD3BBA7}"/>
    </a:ext>
  </a:extLst>
</a:theme>
</file>

<file path=ppt/theme/theme7.xml><?xml version="1.0" encoding="utf-8"?>
<a:theme xmlns:a="http://schemas.openxmlformats.org/drawingml/2006/main" name="6_OPÉRATEURS">
  <a:themeElements>
    <a:clrScheme name="GOUVERNEMENT PPT">
      <a:dk1>
        <a:srgbClr val="000000"/>
      </a:dk1>
      <a:lt1>
        <a:srgbClr val="FFFFFF"/>
      </a:lt1>
      <a:dk2>
        <a:srgbClr val="000091"/>
      </a:dk2>
      <a:lt2>
        <a:srgbClr val="E1000F"/>
      </a:lt2>
      <a:accent1>
        <a:srgbClr val="005841"/>
      </a:accent1>
      <a:accent2>
        <a:srgbClr val="21215A"/>
      </a:accent2>
      <a:accent3>
        <a:srgbClr val="FFD500"/>
      </a:accent3>
      <a:accent4>
        <a:srgbClr val="EA5433"/>
      </a:accent4>
      <a:accent5>
        <a:srgbClr val="8C2237"/>
      </a:accent5>
      <a:accent6>
        <a:srgbClr val="49311F"/>
      </a:accent6>
      <a:hlink>
        <a:srgbClr val="000000"/>
      </a:hlink>
      <a:folHlink>
        <a:srgbClr val="000000"/>
      </a:folHlink>
    </a:clrScheme>
    <a:fontScheme name="Personnalisé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ésentation1" id="{8FCDB1F8-448A-9B4E-9E75-912673BA5B96}" vid="{365F31D6-8738-E34B-8C61-30CB0CD3BBA7}"/>
    </a:ext>
  </a:extLst>
</a:theme>
</file>

<file path=ppt/theme/theme8.xml><?xml version="1.0" encoding="utf-8"?>
<a:theme xmlns:a="http://schemas.openxmlformats.org/drawingml/2006/main" name="5_OPÉRATEURS">
  <a:themeElements>
    <a:clrScheme name="psup23">
      <a:dk1>
        <a:srgbClr val="000091"/>
      </a:dk1>
      <a:lt1>
        <a:srgbClr val="FFFFFF"/>
      </a:lt1>
      <a:dk2>
        <a:srgbClr val="000091"/>
      </a:dk2>
      <a:lt2>
        <a:srgbClr val="E1000F"/>
      </a:lt2>
      <a:accent1>
        <a:srgbClr val="000000"/>
      </a:accent1>
      <a:accent2>
        <a:srgbClr val="34BAB5"/>
      </a:accent2>
      <a:accent3>
        <a:srgbClr val="34CB69"/>
      </a:accent3>
      <a:accent4>
        <a:srgbClr val="79B1E8"/>
      </a:accent4>
      <a:accent5>
        <a:srgbClr val="FFCA00"/>
      </a:accent5>
      <a:accent6>
        <a:srgbClr val="FF9575"/>
      </a:accent6>
      <a:hlink>
        <a:srgbClr val="E1000F"/>
      </a:hlink>
      <a:folHlink>
        <a:srgbClr val="000000"/>
      </a:folHlink>
    </a:clrScheme>
    <a:fontScheme name="Personnalisé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ésentation1" id="{8FCDB1F8-448A-9B4E-9E75-912673BA5B96}" vid="{365F31D6-8738-E34B-8C61-30CB0CD3BBA7}"/>
    </a:ext>
  </a:extLst>
</a:theme>
</file>

<file path=ppt/theme/theme9.xml><?xml version="1.0" encoding="utf-8"?>
<a:theme xmlns:a="http://schemas.openxmlformats.org/drawingml/2006/main" name="7_OPÉRATEURS">
  <a:themeElements>
    <a:clrScheme name="psup23">
      <a:dk1>
        <a:srgbClr val="000091"/>
      </a:dk1>
      <a:lt1>
        <a:srgbClr val="FFFFFF"/>
      </a:lt1>
      <a:dk2>
        <a:srgbClr val="000091"/>
      </a:dk2>
      <a:lt2>
        <a:srgbClr val="E1000F"/>
      </a:lt2>
      <a:accent1>
        <a:srgbClr val="000000"/>
      </a:accent1>
      <a:accent2>
        <a:srgbClr val="34BAB5"/>
      </a:accent2>
      <a:accent3>
        <a:srgbClr val="34CB69"/>
      </a:accent3>
      <a:accent4>
        <a:srgbClr val="79B1E8"/>
      </a:accent4>
      <a:accent5>
        <a:srgbClr val="FFCA00"/>
      </a:accent5>
      <a:accent6>
        <a:srgbClr val="FF9575"/>
      </a:accent6>
      <a:hlink>
        <a:srgbClr val="E1000F"/>
      </a:hlink>
      <a:folHlink>
        <a:srgbClr val="000000"/>
      </a:folHlink>
    </a:clrScheme>
    <a:fontScheme name="Personnalisé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ésentation1" id="{8FCDB1F8-448A-9B4E-9E75-912673BA5B96}" vid="{365F31D6-8738-E34B-8C61-30CB0CD3BBA7}"/>
    </a:ext>
  </a:extLst>
</a:theme>
</file>

<file path=ppt/theme/theme10.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4330</TotalTime>
  <Words>2206</Words>
  <Application>Microsoft Office PowerPoint</Application>
  <PresentationFormat>Affichage à l'écran (16:9)</PresentationFormat>
  <Paragraphs>231</Paragraphs>
  <Slides>43</Slides>
  <Notes>8</Notes>
  <HiddenSlides>11</HiddenSlides>
  <MMClips>0</MMClips>
  <ScaleCrop>false</ScaleCrop>
  <HeadingPairs>
    <vt:vector size="6" baseType="variant">
      <vt:variant>
        <vt:lpstr>Polices utilisées</vt:lpstr>
      </vt:variant>
      <vt:variant>
        <vt:i4>13</vt:i4>
      </vt:variant>
      <vt:variant>
        <vt:lpstr>Thème</vt:lpstr>
      </vt:variant>
      <vt:variant>
        <vt:i4>9</vt:i4>
      </vt:variant>
      <vt:variant>
        <vt:lpstr>Titres des diapositives</vt:lpstr>
      </vt:variant>
      <vt:variant>
        <vt:i4>43</vt:i4>
      </vt:variant>
    </vt:vector>
  </HeadingPairs>
  <TitlesOfParts>
    <vt:vector size="65" baseType="lpstr">
      <vt:lpstr>Microsoft YaHei</vt:lpstr>
      <vt:lpstr>Arial</vt:lpstr>
      <vt:lpstr>Arial-ItalicMT</vt:lpstr>
      <vt:lpstr>Calibri</vt:lpstr>
      <vt:lpstr>Calibri Light</vt:lpstr>
      <vt:lpstr>Courier New</vt:lpstr>
      <vt:lpstr>DejaVu Sans</vt:lpstr>
      <vt:lpstr>Lucida Grande</vt:lpstr>
      <vt:lpstr>Lucida Sans Unicode</vt:lpstr>
      <vt:lpstr>Mangal</vt:lpstr>
      <vt:lpstr>Tahoma</vt:lpstr>
      <vt:lpstr>Times New Roman</vt:lpstr>
      <vt:lpstr>Wingdings</vt:lpstr>
      <vt:lpstr>Standard</vt:lpstr>
      <vt:lpstr>OPÉRATEURS</vt:lpstr>
      <vt:lpstr>1_OPÉRATEURS</vt:lpstr>
      <vt:lpstr>2_OPÉRATEURS</vt:lpstr>
      <vt:lpstr>3_OPÉRATEURS</vt:lpstr>
      <vt:lpstr>4_OPÉRATEURS</vt:lpstr>
      <vt:lpstr>6_OPÉRATEURS</vt:lpstr>
      <vt:lpstr>5_OPÉRATEURS</vt:lpstr>
      <vt:lpstr>7_OPÉRATEURS</vt:lpstr>
      <vt:lpstr>Présentation PowerPoint</vt:lpstr>
      <vt:lpstr>w</vt:lpstr>
      <vt:lpstr>Présentation PowerPoint</vt:lpstr>
      <vt:lpstr>Présentation PowerPoint</vt:lpstr>
      <vt:lpstr>Présentation PowerPoint</vt:lpstr>
      <vt:lpstr>Présentation PowerPoint</vt:lpstr>
      <vt:lpstr>Le bon réflexe : s’informer, échanger</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Les réponses des formations  et les choix des candidats</vt:lpstr>
      <vt:lpstr>Une alerte à chaque proposition d’admission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dc:title>
  <dc:creator>psyen</dc:creator>
  <cp:lastModifiedBy>provadj</cp:lastModifiedBy>
  <cp:revision>80</cp:revision>
  <dcterms:modified xsi:type="dcterms:W3CDTF">2025-01-07T07:15:44Z</dcterms:modified>
</cp:coreProperties>
</file>